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6" r:id="rId5"/>
  </p:sldMasterIdLst>
  <p:notesMasterIdLst>
    <p:notesMasterId r:id="rId25"/>
  </p:notesMasterIdLst>
  <p:handoutMasterIdLst>
    <p:handoutMasterId r:id="rId26"/>
  </p:handoutMasterIdLst>
  <p:sldIdLst>
    <p:sldId id="256" r:id="rId6"/>
    <p:sldId id="272" r:id="rId7"/>
    <p:sldId id="273" r:id="rId8"/>
    <p:sldId id="274" r:id="rId9"/>
    <p:sldId id="275" r:id="rId10"/>
    <p:sldId id="2147483641" r:id="rId11"/>
    <p:sldId id="2147483642" r:id="rId12"/>
    <p:sldId id="262" r:id="rId13"/>
    <p:sldId id="2147483646" r:id="rId14"/>
    <p:sldId id="264" r:id="rId15"/>
    <p:sldId id="2147483647" r:id="rId16"/>
    <p:sldId id="257" r:id="rId17"/>
    <p:sldId id="279" r:id="rId18"/>
    <p:sldId id="258" r:id="rId19"/>
    <p:sldId id="267" r:id="rId20"/>
    <p:sldId id="268" r:id="rId21"/>
    <p:sldId id="269" r:id="rId22"/>
    <p:sldId id="270" r:id="rId23"/>
    <p:sldId id="271" r:id="rId24"/>
  </p:sldIdLst>
  <p:sldSz cx="36576000" cy="2057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1D1D1"/>
    <a:srgbClr val="C0C0C0"/>
    <a:srgbClr val="B8B8B8"/>
    <a:srgbClr val="151617"/>
    <a:srgbClr val="FAC200"/>
    <a:srgbClr val="9E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99" autoAdjust="0"/>
    <p:restoredTop sz="96391" autoAdjust="0"/>
  </p:normalViewPr>
  <p:slideViewPr>
    <p:cSldViewPr snapToGrid="0">
      <p:cViewPr varScale="1">
        <p:scale>
          <a:sx n="41" d="100"/>
          <a:sy n="41" d="100"/>
        </p:scale>
        <p:origin x="768" y="216"/>
      </p:cViewPr>
      <p:guideLst/>
    </p:cSldViewPr>
  </p:slideViewPr>
  <p:outlineViewPr>
    <p:cViewPr>
      <p:scale>
        <a:sx n="33" d="100"/>
        <a:sy n="33" d="100"/>
      </p:scale>
      <p:origin x="0" y="-15810"/>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83" d="100"/>
          <a:sy n="83" d="100"/>
        </p:scale>
        <p:origin x="2214"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ten Hill-Peterson" userId="d3234e37-15a6-4633-bb53-3a1db57a2b03" providerId="ADAL" clId="{B2019596-BB80-4E31-BDC5-354A8DA3B09C}"/>
    <pc:docChg chg="addSld modSld sldOrd">
      <pc:chgData name="Kristen Hill-Peterson" userId="d3234e37-15a6-4633-bb53-3a1db57a2b03" providerId="ADAL" clId="{B2019596-BB80-4E31-BDC5-354A8DA3B09C}" dt="2023-10-18T20:22:03.862" v="2"/>
      <pc:docMkLst>
        <pc:docMk/>
      </pc:docMkLst>
      <pc:sldChg chg="add ord">
        <pc:chgData name="Kristen Hill-Peterson" userId="d3234e37-15a6-4633-bb53-3a1db57a2b03" providerId="ADAL" clId="{B2019596-BB80-4E31-BDC5-354A8DA3B09C}" dt="2023-10-18T20:22:03.862" v="2"/>
        <pc:sldMkLst>
          <pc:docMk/>
          <pc:sldMk cId="2245222864" sldId="550145268"/>
        </pc:sldMkLst>
      </pc:sldChg>
    </pc:docChg>
  </pc:docChgLst>
</pc:chgInfo>
</file>

<file path=ppt/handoutMasters/_rels/handoutMaster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234FAB7-7DF1-470D-9D24-E6B58A84B80C}"/>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
        <p:nvSpPr>
          <p:cNvPr id="3" name="Date Placeholder 2">
            <a:extLst>
              <a:ext uri="{FF2B5EF4-FFF2-40B4-BE49-F238E27FC236}">
                <a16:creationId xmlns:a16="http://schemas.microsoft.com/office/drawing/2014/main" id="{A0E88521-8FCE-4BCB-8B67-37305855271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C0846B-0977-4E9D-973A-F0EA2C10623B}" type="datetimeFigureOut">
              <a:rPr lang="en-US" smtClean="0">
                <a:latin typeface="NVIDIA Sans" panose="020B0503020203020204" pitchFamily="34" charset="0"/>
                <a:cs typeface="NVIDIA Sans" panose="020B0503020203020204" pitchFamily="34" charset="0"/>
              </a:rPr>
              <a:t>6/1/26</a:t>
            </a:fld>
            <a:endParaRPr lang="en-US">
              <a:latin typeface="NVIDIA Sans" panose="020B0503020203020204" pitchFamily="34" charset="0"/>
              <a:cs typeface="NVIDIA Sans" panose="020B0503020203020204" pitchFamily="34" charset="0"/>
            </a:endParaRPr>
          </a:p>
        </p:txBody>
      </p:sp>
      <p:sp>
        <p:nvSpPr>
          <p:cNvPr id="5" name="Slide Number Placeholder 4">
            <a:extLst>
              <a:ext uri="{FF2B5EF4-FFF2-40B4-BE49-F238E27FC236}">
                <a16:creationId xmlns:a16="http://schemas.microsoft.com/office/drawing/2014/main" id="{9D0820F8-FB5B-4060-9702-8BB4F61830F9}"/>
              </a:ext>
            </a:extLst>
          </p:cNvPr>
          <p:cNvSpPr>
            <a:spLocks noGrp="1"/>
          </p:cNvSpPr>
          <p:nvPr>
            <p:ph type="sldNum" sz="quarter" idx="3"/>
          </p:nvPr>
        </p:nvSpPr>
        <p:spPr>
          <a:xfrm>
            <a:off x="0" y="8685213"/>
            <a:ext cx="2971800" cy="458787"/>
          </a:xfrm>
          <a:prstGeom prst="rect">
            <a:avLst/>
          </a:prstGeom>
        </p:spPr>
        <p:txBody>
          <a:bodyPr vert="horz" lIns="91440" tIns="45720" rIns="91440" bIns="45720" rtlCol="0" anchor="b"/>
          <a:lstStyle>
            <a:lvl1pPr algn="r">
              <a:defRPr sz="1200"/>
            </a:lvl1pPr>
          </a:lstStyle>
          <a:p>
            <a:pPr algn="l"/>
            <a:fld id="{6212FBFF-564E-4199-8DDC-2B82D308BF1D}" type="slidenum">
              <a:rPr lang="en-US" smtClean="0">
                <a:latin typeface="NVIDIA Sans" panose="020B0503020203020204" pitchFamily="34" charset="0"/>
                <a:cs typeface="NVIDIA Sans" panose="020B0503020203020204" pitchFamily="34" charset="0"/>
              </a:rPr>
              <a:pPr algn="l"/>
              <a:t>‹#›</a:t>
            </a:fld>
            <a:endParaRPr lang="en-US">
              <a:latin typeface="NVIDIA Sans" panose="020B0503020203020204" pitchFamily="34" charset="0"/>
              <a:cs typeface="NVIDIA Sans" panose="020B0503020203020204" pitchFamily="34" charset="0"/>
            </a:endParaRPr>
          </a:p>
        </p:txBody>
      </p:sp>
    </p:spTree>
    <p:extLst>
      <p:ext uri="{BB962C8B-B14F-4D97-AF65-F5344CB8AC3E}">
        <p14:creationId xmlns:p14="http://schemas.microsoft.com/office/powerpoint/2010/main" val="2132078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NVIDIA Sans" panose="020B0503020203020204" pitchFamily="34" charset="0"/>
                <a:cs typeface="NVIDIA Sans" panose="020B0503020203020204" pitchFamily="34" charset="0"/>
              </a:defRPr>
            </a:lvl1pPr>
          </a:lstStyle>
          <a:p>
            <a:fld id="{354A8664-169C-4436-81C8-E492002C26A5}" type="datetimeFigureOut">
              <a:rPr lang="en-US" smtClean="0"/>
              <a:pPr/>
              <a:t>6/1/26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0" y="8685213"/>
            <a:ext cx="2971800" cy="458787"/>
          </a:xfrm>
          <a:prstGeom prst="rect">
            <a:avLst/>
          </a:prstGeom>
        </p:spPr>
        <p:txBody>
          <a:bodyPr vert="horz" lIns="91440" tIns="45720" rIns="91440" bIns="45720" rtlCol="0" anchor="b"/>
          <a:lstStyle>
            <a:lvl1pPr algn="l">
              <a:defRPr sz="1200">
                <a:latin typeface="NVIDIA Sans" panose="020B0503020203020204" pitchFamily="34" charset="0"/>
                <a:cs typeface="NVIDIA Sans" panose="020B0503020203020204" pitchFamily="34" charset="0"/>
              </a:defRPr>
            </a:lvl1pPr>
          </a:lstStyle>
          <a:p>
            <a:fld id="{A93AD357-0C40-4436-9D38-C47D60C1C9C1}" type="slidenum">
              <a:rPr lang="en-US" smtClean="0"/>
              <a:pPr/>
              <a:t>‹#›</a:t>
            </a:fld>
            <a:endParaRPr lang="en-US"/>
          </a:p>
        </p:txBody>
      </p:sp>
      <p:pic>
        <p:nvPicPr>
          <p:cNvPr id="8" name="Picture 7">
            <a:extLst>
              <a:ext uri="{FF2B5EF4-FFF2-40B4-BE49-F238E27FC236}">
                <a16:creationId xmlns:a16="http://schemas.microsoft.com/office/drawing/2014/main" id="{EE23E2AA-C3B7-40F1-8870-35AD3374F0C6}"/>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5777346" y="8736014"/>
            <a:ext cx="963023" cy="331788"/>
          </a:xfrm>
          <a:prstGeom prst="rect">
            <a:avLst/>
          </a:prstGeom>
        </p:spPr>
      </p:pic>
    </p:spTree>
    <p:extLst>
      <p:ext uri="{BB962C8B-B14F-4D97-AF65-F5344CB8AC3E}">
        <p14:creationId xmlns:p14="http://schemas.microsoft.com/office/powerpoint/2010/main" val="40189385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4572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9144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13716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1828800" algn="l" defTabSz="91440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module. ~30 min total — the first 11 slides are general product, the last 4 show how the workshop's AML use case leveraged Data Designer. Set expectations: this is about the NVIDIA stack first, the AML app second.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3875591a4ed_2_8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3875591a4ed_2_8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indent="0">
              <a:buNone/>
            </a:pPr>
            <a:r>
              <a:rPr lang="en-US"/>
              <a:t>Data is critical for every AI project, but most teams run into data challenges. From lack of high-quality data, to biased or private and sensitive data that can't be used for training, many projects stall before they even begin. Traditional methods of data collection and enrichment are time-consuming and costly processes, and often still result in subpar data quality – this stalls innovation and hinders AI development. </a:t>
            </a:r>
            <a:endParaRPr/>
          </a:p>
        </p:txBody>
      </p:sp>
      <p:sp>
        <p:nvSpPr>
          <p:cNvPr id="918" name="Google Shape;918;g3875591a4ed_2_860:notes"/>
          <p:cNvSpPr txBox="1">
            <a:spLocks noGrp="1"/>
          </p:cNvSpPr>
          <p:nvPr>
            <p:ph type="sldNum" idx="12"/>
          </p:nvPr>
        </p:nvSpPr>
        <p:spPr>
          <a:xfrm>
            <a:off x="0" y="8685213"/>
            <a:ext cx="2971800" cy="458787"/>
          </a:xfrm>
          <a:prstGeom prst="rect">
            <a:avLst/>
          </a:prstGeom>
          <a:noFill/>
          <a:ln>
            <a:noFill/>
          </a:ln>
        </p:spPr>
        <p:txBody>
          <a:bodyPr spcFirstLastPara="1" wrap="square" lIns="91425" tIns="45700" rIns="91425" bIns="45700" anchor="b"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NVIDIA Sans"/>
              <a:buNone/>
              <a:tabLst/>
              <a:defRPr/>
            </a:pPr>
            <a:fld id="{00000000-1234-1234-1234-123412341234}" type="slidenum">
              <a:rPr kumimoji="0" lang="en" sz="1200" b="0" i="0" u="none" strike="noStrike" kern="0" cap="none" spc="0" normalizeH="0" baseline="0" noProof="0">
                <a:ln>
                  <a:noFill/>
                </a:ln>
                <a:solidFill>
                  <a:srgbClr val="000000"/>
                </a:solidFill>
                <a:effectLst/>
                <a:uLnTx/>
                <a:uFillTx/>
                <a:latin typeface="NVIDIA Sans"/>
                <a:ea typeface="NVIDIA Sans"/>
                <a:cs typeface="NVIDIA Sans"/>
                <a:sym typeface="NVIDIA Sans"/>
              </a:rPr>
              <a:pPr marL="0" marR="0" lvl="0" indent="0" algn="l" defTabSz="914400" rtl="0" eaLnBrk="1" fontAlgn="auto" latinLnBrk="0" hangingPunct="1">
                <a:lnSpc>
                  <a:spcPct val="100000"/>
                </a:lnSpc>
                <a:spcBef>
                  <a:spcPts val="0"/>
                </a:spcBef>
                <a:spcAft>
                  <a:spcPts val="0"/>
                </a:spcAft>
                <a:buClr>
                  <a:srgbClr val="000000"/>
                </a:buClr>
                <a:buSzPts val="1200"/>
                <a:buFont typeface="NVIDIA Sans"/>
                <a:buNone/>
                <a:tabLst/>
                <a:defRPr/>
              </a:pPr>
              <a:t>2</a:t>
            </a:fld>
            <a:endParaRPr kumimoji="0" sz="1200" b="0" i="0" u="none" strike="noStrike" kern="0" cap="none" spc="0" normalizeH="0" baseline="0" noProof="0">
              <a:ln>
                <a:noFill/>
              </a:ln>
              <a:solidFill>
                <a:srgbClr val="000000"/>
              </a:solidFill>
              <a:effectLst/>
              <a:uLnTx/>
              <a:uFillTx/>
              <a:latin typeface="NVIDIA Sans"/>
              <a:ea typeface="NVIDIA Sans"/>
              <a:cs typeface="NVIDIA Sans"/>
              <a:sym typeface="NVIDIA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Google Shape;952;g3875591a4ed_2_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53" name="Google Shape;953;g3875591a4ed_2_89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Synthetic data can unlock the data bottleneck that most teams face. Synthetic data mimics the statistical properties and patterns of real-world data, creating safe data for AI. There are various techniques to create synthetic data from using tools like Faker to prompting general purpose LLMs. Techniques like prompting an LLM, however, can result in generic, low-quality data output that does not scale. Our approach is a compound AI system that integrates multiples models and tools to generate the most realistic, high-quality data that can scale for a specific use case, resulting in domain-specific data that's as high-quality as the original seed data and usable for scalable AI training, fine-tuning, and evaluation.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6"/>
        <p:cNvGrpSpPr/>
        <p:nvPr/>
      </p:nvGrpSpPr>
      <p:grpSpPr>
        <a:xfrm>
          <a:off x="0" y="0"/>
          <a:ext cx="0" cy="0"/>
          <a:chOff x="0" y="0"/>
          <a:chExt cx="0" cy="0"/>
        </a:xfrm>
      </p:grpSpPr>
      <p:sp>
        <p:nvSpPr>
          <p:cNvPr id="997" name="Google Shape;997;g3875591a4ed_2_9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8" name="Google Shape;998;g3875591a4ed_2_9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indent="-228600">
              <a:buNone/>
            </a:pPr>
            <a:r>
              <a:rPr lang="en-US"/>
              <a:t>As part of the </a:t>
            </a:r>
            <a:r>
              <a:rPr lang="en-US" err="1"/>
              <a:t>NeMo</a:t>
            </a:r>
            <a:r>
              <a:rPr lang="en-US"/>
              <a:t> suite to build, monitor, and optimize AI agents – these two new synthetic data solutions, </a:t>
            </a:r>
            <a:r>
              <a:rPr lang="en-US" err="1"/>
              <a:t>NeMo</a:t>
            </a:r>
            <a:r>
              <a:rPr lang="en-US"/>
              <a:t> Data Designer and </a:t>
            </a:r>
            <a:r>
              <a:rPr lang="en-US" err="1"/>
              <a:t>NeMo</a:t>
            </a:r>
            <a:r>
              <a:rPr lang="en-US"/>
              <a:t> Safe Synthesizer, provide an easy way to generate safe data for training, fine-tuning, and evaluating models in your AI agent workflows. </a:t>
            </a:r>
          </a:p>
        </p:txBody>
      </p:sp>
      <p:sp>
        <p:nvSpPr>
          <p:cNvPr id="999" name="Google Shape;999;g3875591a4ed_2_93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5"/>
        <p:cNvGrpSpPr/>
        <p:nvPr/>
      </p:nvGrpSpPr>
      <p:grpSpPr>
        <a:xfrm>
          <a:off x="0" y="0"/>
          <a:ext cx="0" cy="0"/>
          <a:chOff x="0" y="0"/>
          <a:chExt cx="0" cy="0"/>
        </a:xfrm>
      </p:grpSpPr>
      <p:sp>
        <p:nvSpPr>
          <p:cNvPr id="1126" name="Google Shape;1126;g3875591a4ed_2_10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7" name="Google Shape;1127;g3875591a4ed_2_108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indent="0">
              <a:buNone/>
            </a:pPr>
            <a:r>
              <a:rPr lang="en-US"/>
              <a:t>What's the difference between the two solutions? </a:t>
            </a:r>
          </a:p>
          <a:p>
            <a:pPr marL="228600" indent="-228600">
              <a:buAutoNum type="arabicPeriod"/>
            </a:pPr>
            <a:r>
              <a:rPr lang="en-US"/>
              <a:t>Not enough data – if you don't have any starting data or it's limited, low-quality or biased, </a:t>
            </a:r>
            <a:r>
              <a:rPr lang="en-US" err="1"/>
              <a:t>NeMo</a:t>
            </a:r>
            <a:r>
              <a:rPr lang="en-US"/>
              <a:t> Data Designer allows you to generate data from scratch or a few seed examples </a:t>
            </a:r>
          </a:p>
          <a:p>
            <a:pPr marL="228600" indent="-228600">
              <a:buAutoNum type="arabicPeriod"/>
            </a:pPr>
            <a:r>
              <a:rPr lang="en-US"/>
              <a:t>You have data but it's private or sensitive – if you have data, but you can't use it </a:t>
            </a:r>
            <a:r>
              <a:rPr lang="en-US" err="1"/>
              <a:t>it</a:t>
            </a:r>
            <a:r>
              <a:rPr lang="en-US"/>
              <a:t> to train models – think medical records, financial data, etc., you can use </a:t>
            </a:r>
            <a:r>
              <a:rPr lang="en-US" err="1"/>
              <a:t>NeMo</a:t>
            </a:r>
            <a:r>
              <a:rPr lang="en-US"/>
              <a:t> Safe Synthesizer to create privacy-safe synthetic versions of that data with mathematical guarantees of privacy (Differential Privacy)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285750" indent="-285750">
              <a:buFont typeface="Arial,Sans-Serif"/>
              <a:buChar char="•"/>
            </a:pPr>
            <a:endParaRPr lang="en-US">
              <a:solidFill>
                <a:srgbClr val="444444"/>
              </a:solidFill>
            </a:endParaRPr>
          </a:p>
          <a:p>
            <a:pPr>
              <a:buNone/>
            </a:pPr>
            <a:r>
              <a:rPr lang="en-US" err="1"/>
              <a:t>NeMo</a:t>
            </a:r>
            <a:r>
              <a:rPr lang="en-US"/>
              <a:t> Data Designer is purpose-built for AI developers to design high-quality, domain-specific synthetic data at scale—unlike one-size-fits-all LLMs that struggle to deliver consistent, reliable results. Start from scratch or just a few seed examples to accelerate AI development, saving time while improving model performance and accuracy</a:t>
            </a:r>
          </a:p>
        </p:txBody>
      </p:sp>
    </p:spTree>
    <p:extLst>
      <p:ext uri="{BB962C8B-B14F-4D97-AF65-F5344CB8AC3E}">
        <p14:creationId xmlns:p14="http://schemas.microsoft.com/office/powerpoint/2010/main" val="2847311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7"/>
        <p:cNvGrpSpPr/>
        <p:nvPr/>
      </p:nvGrpSpPr>
      <p:grpSpPr>
        <a:xfrm>
          <a:off x="0" y="0"/>
          <a:ext cx="0" cy="0"/>
          <a:chOff x="0" y="0"/>
          <a:chExt cx="0" cy="0"/>
        </a:xfrm>
      </p:grpSpPr>
      <p:sp>
        <p:nvSpPr>
          <p:cNvPr id="1058" name="Google Shape;1058;g3875591a4ed_2_10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9" name="Google Shape;1059;g3875591a4ed_2_10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Data Designer actually works under the hood. These three primitives compose to build any dataset shape. Tell the room: most real datasets are ~50% samplers, ~40% LLM-text, ~10% dependency mapping.</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7544599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4"/>
        <p:cNvGrpSpPr/>
        <p:nvPr/>
      </p:nvGrpSpPr>
      <p:grpSpPr>
        <a:xfrm>
          <a:off x="0" y="0"/>
          <a:ext cx="0" cy="0"/>
          <a:chOff x="0" y="0"/>
          <a:chExt cx="0" cy="0"/>
        </a:xfrm>
      </p:grpSpPr>
      <p:sp>
        <p:nvSpPr>
          <p:cNvPr id="1555" name="Google Shape;1555;g37167ee38e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6" name="Google Shape;1556;g37167ee38e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SDK code, two deployment targets. From customer slides 10-12. The Workshop's M6.2 hands-on uses Quickstart on the attendee's pod.</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1358049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7F17B-D04A-CDAD-D1B4-8AB3C8CB5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8E328-03E2-DEC8-2E6F-1E34C708FD8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CABE519-68B1-167E-90A0-BACEC5E2B9B8}"/>
              </a:ext>
            </a:extLst>
          </p:cNvPr>
          <p:cNvSpPr>
            <a:spLocks noGrp="1"/>
          </p:cNvSpPr>
          <p:nvPr>
            <p:ph type="body" idx="1"/>
          </p:nvPr>
        </p:nvSpPr>
        <p:spPr/>
        <p:txBody>
          <a:bodyPr/>
          <a:lstStyle/>
          <a:p>
            <a:pPr marL="0" indent="0">
              <a:buNone/>
            </a:pPr>
            <a:r>
              <a:rPr lang="en-US">
                <a:ea typeface="Calibri"/>
              </a:rPr>
              <a:t>Safe Synthesizer unlocks insights from sensitive data by generating privacy-safe versions of it that can be used for model training and data sharing. Safe Synthesizer includes built-in data quality and evaluation metrics so you can rest assured your data is safeguarded against adversarial attacks or reidentification. </a:t>
            </a:r>
            <a:endParaRPr lang="en-US">
              <a:ea typeface="Calibri"/>
              <a:cs typeface="Calibri"/>
            </a:endParaRPr>
          </a:p>
        </p:txBody>
      </p:sp>
    </p:spTree>
    <p:extLst>
      <p:ext uri="{BB962C8B-B14F-4D97-AF65-F5344CB8AC3E}">
        <p14:creationId xmlns:p14="http://schemas.microsoft.com/office/powerpoint/2010/main" val="9116961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3875591a4ed_2_10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7" name="Google Shape;1097;g3875591a4ed_2_105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indent="0">
              <a:buNone/>
            </a:pPr>
            <a:r>
              <a:rPr lang="en"/>
              <a:t>Depending on specific use case needs, there's a trade-off between privacy and utility with synthetic data generation. With Safe Synthesizer, you can adjust these filters to find a balance that works best for your needs--from basic data transformation up to mathematical guarantees of privacy with Differential Privacy. </a:t>
            </a:r>
          </a:p>
          <a:p>
            <a:pPr marL="171450" lvl="0" indent="-101600" algn="l" rtl="0">
              <a:lnSpc>
                <a:spcPct val="100000"/>
              </a:lnSpc>
              <a:spcBef>
                <a:spcPts val="0"/>
              </a:spcBef>
              <a:spcAft>
                <a:spcPts val="0"/>
              </a:spcAft>
              <a:buSzPts val="1100"/>
              <a:buFont typeface="Arial"/>
              <a:buNone/>
            </a:pPr>
            <a:endParaRPr/>
          </a:p>
          <a:p>
            <a:pPr marL="0" lvl="0" indent="0" algn="l" rtl="0">
              <a:lnSpc>
                <a:spcPct val="100000"/>
              </a:lnSpc>
              <a:spcBef>
                <a:spcPts val="0"/>
              </a:spcBef>
              <a:spcAft>
                <a:spcPts val="0"/>
              </a:spcAft>
              <a:buSzPts val="1100"/>
              <a:buNone/>
            </a:pPr>
            <a:endParaRPr/>
          </a:p>
        </p:txBody>
      </p:sp>
      <p:sp>
        <p:nvSpPr>
          <p:cNvPr id="1098" name="Google Shape;1098;g3875591a4ed_2_1050:notes"/>
          <p:cNvSpPr txBox="1">
            <a:spLocks noGrp="1"/>
          </p:cNvSpPr>
          <p:nvPr>
            <p:ph type="sldNum" idx="12"/>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g3875591a4ed_2_10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9" name="Google Shape;1109;g3875591a4ed_2_10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
              <a:t>Healthcare, clinical trial data and share with other researchers</a:t>
            </a:r>
            <a:endParaRPr/>
          </a:p>
          <a:p>
            <a:pPr marL="457200" marR="0" lvl="0" indent="-298450" algn="l" rtl="0">
              <a:lnSpc>
                <a:spcPct val="100000"/>
              </a:lnSpc>
              <a:spcBef>
                <a:spcPts val="0"/>
              </a:spcBef>
              <a:spcAft>
                <a:spcPts val="0"/>
              </a:spcAft>
              <a:buClr>
                <a:srgbClr val="000000"/>
              </a:buClr>
              <a:buSzPts val="1100"/>
              <a:buFont typeface="Arial"/>
              <a:buChar char="●"/>
            </a:pPr>
            <a:r>
              <a:rPr lang="en"/>
              <a:t>Language – training SLM </a:t>
            </a:r>
            <a:endParaRPr/>
          </a:p>
          <a:p>
            <a:pPr marL="457200" lvl="0" indent="-298450" algn="l" rtl="0">
              <a:lnSpc>
                <a:spcPct val="100000"/>
              </a:lnSpc>
              <a:spcBef>
                <a:spcPts val="0"/>
              </a:spcBef>
              <a:spcAft>
                <a:spcPts val="0"/>
              </a:spcAft>
              <a:buSzPts val="1100"/>
              <a:buChar char="●"/>
            </a:pPr>
            <a:r>
              <a:rPr lang="en"/>
              <a:t>Finance – use a synthetiv version of customer data to do downstream advanced analytics such as fraud detection and prediction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0">
          <a:extLst>
            <a:ext uri="{FF2B5EF4-FFF2-40B4-BE49-F238E27FC236}">
              <a16:creationId xmlns:a16="http://schemas.microsoft.com/office/drawing/2014/main" id="{4DE8CC79-78BB-1D65-BD25-4AA4B074E37C}"/>
            </a:ext>
          </a:extLst>
        </p:cNvPr>
        <p:cNvGrpSpPr/>
        <p:nvPr/>
      </p:nvGrpSpPr>
      <p:grpSpPr>
        <a:xfrm>
          <a:off x="0" y="0"/>
          <a:ext cx="0" cy="0"/>
          <a:chOff x="0" y="0"/>
          <a:chExt cx="0" cy="0"/>
        </a:xfrm>
      </p:grpSpPr>
      <p:sp>
        <p:nvSpPr>
          <p:cNvPr id="1151" name="Google Shape;1151;g3875591a4ed_2_1109:notes">
            <a:extLst>
              <a:ext uri="{FF2B5EF4-FFF2-40B4-BE49-F238E27FC236}">
                <a16:creationId xmlns:a16="http://schemas.microsoft.com/office/drawing/2014/main" id="{B8011898-272A-665F-E5F7-0ACDD8D8AF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2" name="Google Shape;1152;g3875591a4ed_2_1109:notes">
            <a:extLst>
              <a:ext uri="{FF2B5EF4-FFF2-40B4-BE49-F238E27FC236}">
                <a16:creationId xmlns:a16="http://schemas.microsoft.com/office/drawing/2014/main" id="{2764001C-D45B-556E-1A5A-9EC61136F41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069078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Transition. Up to this point, all theory. The next 3 slides show how we used Data Designer to build the AML SAR investigator's SFT corpus — 75K records.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90-second overview of how the AML workshop used Data Designer. Don't deep-dive any stage; if asked, point to workshop-appln/4.sdg_sft/run-v3/.</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Combined the AML quality-gates and the corpus-output slides from the original deck. The 75K records → fed Phase 5 SFT training.</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'why this product, not roll-your-own' slide. Quantify with the 3-engineer-month number — that's a real anchor for SAs in customer conversations.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Hand off to M6.2 hands-on. Notebook M6/data_designer.ipynb pre-loaded on each pod. Take 5 min to verify everyone has it open before kicking off.</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07D900F6-F9C5-E13E-B321-472E2C06456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AC2F1390-BF3D-835C-3CE7-1F9507746CD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
        <p:nvSpPr>
          <p:cNvPr id="2" name="Title 1">
            <a:extLst>
              <a:ext uri="{FF2B5EF4-FFF2-40B4-BE49-F238E27FC236}">
                <a16:creationId xmlns:a16="http://schemas.microsoft.com/office/drawing/2014/main" id="{67BDD93D-C8D9-AAAA-C193-4F162992EEF0}"/>
              </a:ext>
            </a:extLst>
          </p:cNvPr>
          <p:cNvSpPr>
            <a:spLocks noGrp="1"/>
          </p:cNvSpPr>
          <p:nvPr>
            <p:ph type="ctrTitle" hasCustomPrompt="1"/>
          </p:nvPr>
        </p:nvSpPr>
        <p:spPr>
          <a:xfrm>
            <a:off x="1513012" y="2983577"/>
            <a:ext cx="19282214" cy="4937760"/>
          </a:xfrm>
        </p:spPr>
        <p:txBody>
          <a:bodyPr anchor="b">
            <a:normAutofit/>
          </a:bodyPr>
          <a:lstStyle>
            <a:lvl1pPr algn="l">
              <a:defRPr sz="8800" b="1" cap="none" baseline="0">
                <a:latin typeface="NVIDIA Sans" panose="020B0503020203020204" pitchFamily="34" charset="0"/>
                <a:cs typeface="NVIDIA Sans" panose="020B0503020203020204" pitchFamily="34" charset="0"/>
              </a:defRPr>
            </a:lvl1pPr>
          </a:lstStyle>
          <a:p>
            <a:r>
              <a:rPr lang="en-US" dirty="0"/>
              <a:t>Click to Add Title</a:t>
            </a:r>
          </a:p>
        </p:txBody>
      </p:sp>
      <p:sp>
        <p:nvSpPr>
          <p:cNvPr id="7" name="Subtitle 2">
            <a:extLst>
              <a:ext uri="{FF2B5EF4-FFF2-40B4-BE49-F238E27FC236}">
                <a16:creationId xmlns:a16="http://schemas.microsoft.com/office/drawing/2014/main" id="{84FDDD85-BD02-911B-1C62-433286994A1E}"/>
              </a:ext>
            </a:extLst>
          </p:cNvPr>
          <p:cNvSpPr>
            <a:spLocks noGrp="1"/>
          </p:cNvSpPr>
          <p:nvPr>
            <p:ph type="subTitle" idx="1" hasCustomPrompt="1"/>
          </p:nvPr>
        </p:nvSpPr>
        <p:spPr>
          <a:xfrm>
            <a:off x="1513012" y="7941727"/>
            <a:ext cx="19282214" cy="1703832"/>
          </a:xfrm>
          <a:prstGeom prst="rect">
            <a:avLst/>
          </a:prstGeom>
        </p:spPr>
        <p:txBody>
          <a:bodyPr>
            <a:normAutofit/>
          </a:bodyPr>
          <a:lstStyle>
            <a:lvl1pPr marL="0" indent="0" algn="l">
              <a:buNone/>
              <a:defRPr sz="4400" b="0" cap="none" baseline="0">
                <a:solidFill>
                  <a:schemeClr val="bg1"/>
                </a:solidFill>
                <a:latin typeface="NVIDIA Sans" panose="020B0503020203020204" pitchFamily="34" charset="0"/>
                <a:cs typeface="NVIDIA Sans" panose="020B0503020203020204" pitchFamily="34" charset="0"/>
              </a:defRPr>
            </a:lvl1pPr>
            <a:lvl2pPr marL="1371600" indent="0" algn="ctr">
              <a:buNone/>
              <a:defRPr sz="6000"/>
            </a:lvl2pPr>
            <a:lvl3pPr marL="2743200" indent="0" algn="ctr">
              <a:buNone/>
              <a:defRPr sz="5400"/>
            </a:lvl3pPr>
            <a:lvl4pPr marL="4114800" indent="0" algn="ctr">
              <a:buNone/>
              <a:defRPr sz="4800"/>
            </a:lvl4pPr>
            <a:lvl5pPr marL="5486400" indent="0" algn="ctr">
              <a:buNone/>
              <a:defRPr sz="4800"/>
            </a:lvl5pPr>
            <a:lvl6pPr marL="6858000" indent="0" algn="ctr">
              <a:buNone/>
              <a:defRPr sz="4800"/>
            </a:lvl6pPr>
            <a:lvl7pPr marL="8229600" indent="0" algn="ctr">
              <a:buNone/>
              <a:defRPr sz="4800"/>
            </a:lvl7pPr>
            <a:lvl8pPr marL="9601200" indent="0" algn="ctr">
              <a:buNone/>
              <a:defRPr sz="4800"/>
            </a:lvl8pPr>
            <a:lvl9pPr marL="10972800" indent="0" algn="ctr">
              <a:buNone/>
              <a:defRPr sz="4800"/>
            </a:lvl9pPr>
          </a:lstStyle>
          <a:p>
            <a:r>
              <a:rPr lang="en-US" dirty="0"/>
              <a:t>Click to Add Subtitle/Name/Date</a:t>
            </a:r>
          </a:p>
        </p:txBody>
      </p:sp>
    </p:spTree>
    <p:extLst>
      <p:ext uri="{BB962C8B-B14F-4D97-AF65-F5344CB8AC3E}">
        <p14:creationId xmlns:p14="http://schemas.microsoft.com/office/powerpoint/2010/main" val="14787133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5799080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ont Testing Layou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8F434B88-2544-75AC-CBB8-19A1035D1251}"/>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a:extLst>
              <a:ext uri="{FF2B5EF4-FFF2-40B4-BE49-F238E27FC236}">
                <a16:creationId xmlns:a16="http://schemas.microsoft.com/office/drawing/2014/main" id="{C870B57E-B314-99BB-8DF8-2672644B4F4E}"/>
              </a:ext>
            </a:extLst>
          </p:cNvPr>
          <p:cNvSpPr/>
          <p:nvPr userDrawn="1"/>
        </p:nvSpPr>
        <p:spPr>
          <a:xfrm>
            <a:off x="15000920" y="10556523"/>
            <a:ext cx="11020290" cy="749209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lnSpc>
                <a:spcPct val="90000"/>
              </a:lnSpc>
            </a:pPr>
            <a:endParaRPr lang="en-US" sz="9600" b="1" dirty="0" err="1">
              <a:solidFill>
                <a:schemeClr val="tx1"/>
              </a:solidFill>
              <a:latin typeface="NVIDIA Sans" panose="020B0503020203020204" pitchFamily="34" charset="0"/>
              <a:cs typeface="NVIDIA Sans" panose="020B0503020203020204" pitchFamily="34" charset="0"/>
            </a:endParaRPr>
          </a:p>
        </p:txBody>
      </p:sp>
      <p:pic>
        <p:nvPicPr>
          <p:cNvPr id="8" name="Picture 7">
            <a:extLst>
              <a:ext uri="{FF2B5EF4-FFF2-40B4-BE49-F238E27FC236}">
                <a16:creationId xmlns:a16="http://schemas.microsoft.com/office/drawing/2014/main" id="{AF3F80E6-5287-D931-0053-EF9F8579EE41}"/>
              </a:ext>
            </a:extLst>
          </p:cNvPr>
          <p:cNvPicPr>
            <a:picLocks noChangeAspect="1"/>
          </p:cNvPicPr>
          <p:nvPr userDrawn="1"/>
        </p:nvPicPr>
        <p:blipFill>
          <a:blip r:embed="rId2"/>
          <a:stretch>
            <a:fillRect/>
          </a:stretch>
        </p:blipFill>
        <p:spPr>
          <a:xfrm>
            <a:off x="3087422" y="10556523"/>
            <a:ext cx="11022523" cy="7864522"/>
          </a:xfrm>
          <a:prstGeom prst="rect">
            <a:avLst/>
          </a:prstGeom>
        </p:spPr>
      </p:pic>
      <p:sp>
        <p:nvSpPr>
          <p:cNvPr id="10" name="Content Placeholder 2">
            <a:extLst>
              <a:ext uri="{FF2B5EF4-FFF2-40B4-BE49-F238E27FC236}">
                <a16:creationId xmlns:a16="http://schemas.microsoft.com/office/drawing/2014/main" id="{1D89DD87-13E1-B25F-EBCC-2BC52BA4AACF}"/>
              </a:ext>
            </a:extLst>
          </p:cNvPr>
          <p:cNvSpPr>
            <a:spLocks noGrp="1"/>
          </p:cNvSpPr>
          <p:nvPr>
            <p:ph idx="11" hasCustomPrompt="1"/>
          </p:nvPr>
        </p:nvSpPr>
        <p:spPr>
          <a:xfrm>
            <a:off x="15951796" y="11141440"/>
            <a:ext cx="9273032" cy="2550828"/>
          </a:xfrm>
          <a:prstGeom prst="rect">
            <a:avLst/>
          </a:prstGeom>
        </p:spPr>
        <p:txBody>
          <a:bodyPr/>
          <a:lstStyle>
            <a:lvl1pPr marL="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
        <p:nvSpPr>
          <p:cNvPr id="11" name="Content Placeholder 2">
            <a:extLst>
              <a:ext uri="{FF2B5EF4-FFF2-40B4-BE49-F238E27FC236}">
                <a16:creationId xmlns:a16="http://schemas.microsoft.com/office/drawing/2014/main" id="{0B869C1B-4BC1-3F4F-4B38-F2FBE6DA6157}"/>
              </a:ext>
            </a:extLst>
          </p:cNvPr>
          <p:cNvSpPr>
            <a:spLocks noGrp="1"/>
          </p:cNvSpPr>
          <p:nvPr>
            <p:ph idx="12" hasCustomPrompt="1"/>
          </p:nvPr>
        </p:nvSpPr>
        <p:spPr>
          <a:xfrm>
            <a:off x="15951796" y="13730012"/>
            <a:ext cx="9273032" cy="2550828"/>
          </a:xfrm>
          <a:prstGeom prst="rect">
            <a:avLst/>
          </a:prstGeom>
        </p:spPr>
        <p:txBody>
          <a:bodyPr/>
          <a:lstStyle>
            <a:lvl1pPr marL="0" indent="0">
              <a:buClr>
                <a:schemeClr val="tx2"/>
              </a:buClr>
              <a:buFontTx/>
              <a:buNone/>
              <a:defRPr sz="9600" b="0">
                <a:solidFill>
                  <a:schemeClr val="bg1"/>
                </a:solidFill>
                <a:latin typeface="NVIDIA Sans" panose="020B0503020203020204" pitchFamily="34" charset="0"/>
                <a:cs typeface="NVIDIA Sans" panose="020B0503020203020204" pitchFamily="34" charset="0"/>
              </a:defRPr>
            </a:lvl1pPr>
            <a:lvl2pPr marL="9144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2pPr>
            <a:lvl3pPr marL="18288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3pPr>
            <a:lvl4pPr marL="27432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4pPr>
            <a:lvl5pPr marL="3657600" indent="0">
              <a:buClr>
                <a:schemeClr val="tx2"/>
              </a:buClr>
              <a:buFontTx/>
              <a:buNone/>
              <a:defRPr sz="9600" b="1">
                <a:solidFill>
                  <a:schemeClr val="tx1"/>
                </a:solidFill>
                <a:latin typeface="NVIDIA Sans" panose="020B0503020203020204" pitchFamily="34" charset="0"/>
                <a:cs typeface="NVIDIA Sans" panose="020B0503020203020204" pitchFamily="34" charset="0"/>
              </a:defRPr>
            </a:lvl5pPr>
          </a:lstStyle>
          <a:p>
            <a:pPr lvl="0"/>
            <a:r>
              <a:rPr lang="en-US" dirty="0"/>
              <a:t>Click to edit text styles</a:t>
            </a:r>
          </a:p>
        </p:txBody>
      </p:sp>
    </p:spTree>
    <p:extLst>
      <p:ext uri="{BB962C8B-B14F-4D97-AF65-F5344CB8AC3E}">
        <p14:creationId xmlns:p14="http://schemas.microsoft.com/office/powerpoint/2010/main" val="103944192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A4ED154-5FFA-3349-E601-C5300B67371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57545933-CFED-CEA2-1D6E-C227DD9272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95372972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FIDENTIAL">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B5A3B7-671E-C83C-D30C-891E7AC206A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 name="Text Placeholder 7">
            <a:extLst>
              <a:ext uri="{FF2B5EF4-FFF2-40B4-BE49-F238E27FC236}">
                <a16:creationId xmlns:a16="http://schemas.microsoft.com/office/drawing/2014/main" id="{B591E553-3F88-CE75-0B41-84F0FCE66A2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9" name="Content Placeholder 2">
            <a:extLst>
              <a:ext uri="{FF2B5EF4-FFF2-40B4-BE49-F238E27FC236}">
                <a16:creationId xmlns:a16="http://schemas.microsoft.com/office/drawing/2014/main" id="{D74C6155-7E24-522A-D9BC-0187CC5320D6}"/>
              </a:ext>
            </a:extLst>
          </p:cNvPr>
          <p:cNvSpPr>
            <a:spLocks noGrp="1"/>
          </p:cNvSpPr>
          <p:nvPr>
            <p:ph idx="1" hasCustomPrompt="1"/>
          </p:nvPr>
        </p:nvSpPr>
        <p:spPr>
          <a:xfrm>
            <a:off x="2514600" y="4846320"/>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Box 9">
            <a:extLst>
              <a:ext uri="{FF2B5EF4-FFF2-40B4-BE49-F238E27FC236}">
                <a16:creationId xmlns:a16="http://schemas.microsoft.com/office/drawing/2014/main" id="{76E4777A-F626-7644-27B7-BFAC0B981393}"/>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65545982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248F5163-CB61-79FB-F160-F5D40ECCE6F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6" name="Content Placeholder 2">
            <a:extLst>
              <a:ext uri="{FF2B5EF4-FFF2-40B4-BE49-F238E27FC236}">
                <a16:creationId xmlns:a16="http://schemas.microsoft.com/office/drawing/2014/main" id="{0A4DE4CF-0F8A-C449-EB63-E6FB16955E7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7">
            <a:extLst>
              <a:ext uri="{FF2B5EF4-FFF2-40B4-BE49-F238E27FC236}">
                <a16:creationId xmlns:a16="http://schemas.microsoft.com/office/drawing/2014/main" id="{EB67495D-7B41-2537-BC39-7393489E5BF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84427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65395354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CD6812F5-ABE3-E984-84D2-2BCF62F74953}"/>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C8D5FFB6-C6A8-037E-5413-097EB66C5C6C}"/>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22EAC335-6BA5-09DF-D45A-2D1E4919D600}"/>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587F3906-FA1F-F5DB-AEEC-275E973390EF}"/>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80037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FIDENTIAL_Two Colum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02BC1FA-1DB5-2C7E-04B8-FED750886E98}"/>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Text Placeholder 7">
            <a:extLst>
              <a:ext uri="{FF2B5EF4-FFF2-40B4-BE49-F238E27FC236}">
                <a16:creationId xmlns:a16="http://schemas.microsoft.com/office/drawing/2014/main" id="{A2AEF98B-5FB8-3A4F-796B-DD99AF3F272A}"/>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2" name="Content Placeholder 2">
            <a:extLst>
              <a:ext uri="{FF2B5EF4-FFF2-40B4-BE49-F238E27FC236}">
                <a16:creationId xmlns:a16="http://schemas.microsoft.com/office/drawing/2014/main" id="{8251F2F2-6278-B4DF-1110-A1875E182B4B}"/>
              </a:ext>
            </a:extLst>
          </p:cNvPr>
          <p:cNvSpPr>
            <a:spLocks noGrp="1"/>
          </p:cNvSpPr>
          <p:nvPr>
            <p:ph idx="1" hasCustomPrompt="1"/>
          </p:nvPr>
        </p:nvSpPr>
        <p:spPr>
          <a:xfrm>
            <a:off x="2514600"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7B4011BA-8847-33A7-3882-701220150547}"/>
              </a:ext>
            </a:extLst>
          </p:cNvPr>
          <p:cNvSpPr>
            <a:spLocks noGrp="1"/>
          </p:cNvSpPr>
          <p:nvPr>
            <p:ph idx="12" hasCustomPrompt="1"/>
          </p:nvPr>
        </p:nvSpPr>
        <p:spPr>
          <a:xfrm>
            <a:off x="18845785" y="4846320"/>
            <a:ext cx="15215615"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B4AC74-E8E5-AA23-89B3-FDB8D3DEFA54}"/>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296951727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Left - Text Right">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9ECDE791-270C-BF8C-81C1-76A0831C1A19}"/>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4" name="Title 1">
            <a:extLst>
              <a:ext uri="{FF2B5EF4-FFF2-40B4-BE49-F238E27FC236}">
                <a16:creationId xmlns:a16="http://schemas.microsoft.com/office/drawing/2014/main" id="{B145783C-AD8B-1C6E-6189-2C6A7ED49ED5}"/>
              </a:ext>
            </a:extLst>
          </p:cNvPr>
          <p:cNvSpPr>
            <a:spLocks noGrp="1"/>
          </p:cNvSpPr>
          <p:nvPr>
            <p:ph type="title" hasCustomPrompt="1"/>
          </p:nvPr>
        </p:nvSpPr>
        <p:spPr>
          <a:xfrm>
            <a:off x="19129248"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5" name="Content Placeholder 2">
            <a:extLst>
              <a:ext uri="{FF2B5EF4-FFF2-40B4-BE49-F238E27FC236}">
                <a16:creationId xmlns:a16="http://schemas.microsoft.com/office/drawing/2014/main" id="{27C7C90A-73D6-E171-33CA-4E89BA293C60}"/>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7">
            <a:extLst>
              <a:ext uri="{FF2B5EF4-FFF2-40B4-BE49-F238E27FC236}">
                <a16:creationId xmlns:a16="http://schemas.microsoft.com/office/drawing/2014/main" id="{293474C4-48DE-3777-A7E6-66A14FC6BB37}"/>
              </a:ext>
            </a:extLst>
          </p:cNvPr>
          <p:cNvSpPr>
            <a:spLocks noGrp="1"/>
          </p:cNvSpPr>
          <p:nvPr>
            <p:ph type="body" sz="quarter" idx="10" hasCustomPrompt="1"/>
          </p:nvPr>
        </p:nvSpPr>
        <p:spPr>
          <a:xfrm>
            <a:off x="19129248"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cxnSp>
        <p:nvCxnSpPr>
          <p:cNvPr id="17" name="Straight Connector 16">
            <a:extLst>
              <a:ext uri="{FF2B5EF4-FFF2-40B4-BE49-F238E27FC236}">
                <a16:creationId xmlns:a16="http://schemas.microsoft.com/office/drawing/2014/main" id="{71FA87B4-E089-FC07-89C2-EA0620853B79}"/>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494130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Left - Text Right NO SUBTITLE">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0F02E9B9-4BF5-6080-A68D-577B3CFA3984}"/>
              </a:ext>
            </a:extLst>
          </p:cNvPr>
          <p:cNvSpPr>
            <a:spLocks noGrp="1"/>
          </p:cNvSpPr>
          <p:nvPr>
            <p:ph idx="1" hasCustomPrompt="1"/>
          </p:nvPr>
        </p:nvSpPr>
        <p:spPr>
          <a:xfrm>
            <a:off x="19129248"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9" name="Straight Connector 8">
            <a:extLst>
              <a:ext uri="{FF2B5EF4-FFF2-40B4-BE49-F238E27FC236}">
                <a16:creationId xmlns:a16="http://schemas.microsoft.com/office/drawing/2014/main" id="{18D73545-7C20-075B-2C1C-DF7F4214DAD6}"/>
              </a:ext>
            </a:extLst>
          </p:cNvPr>
          <p:cNvCxnSpPr>
            <a:cxnSpLocks/>
          </p:cNvCxnSpPr>
          <p:nvPr userDrawn="1"/>
        </p:nvCxnSpPr>
        <p:spPr>
          <a:xfrm>
            <a:off x="16413162" y="5693228"/>
            <a:ext cx="17282478"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CA42E39E-F558-16B2-B1CE-93D204E3455A}"/>
              </a:ext>
            </a:extLst>
          </p:cNvPr>
          <p:cNvSpPr>
            <a:spLocks noGrp="1"/>
          </p:cNvSpPr>
          <p:nvPr>
            <p:ph type="title" hasCustomPrompt="1"/>
          </p:nvPr>
        </p:nvSpPr>
        <p:spPr>
          <a:xfrm>
            <a:off x="19129248"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 name="Picture Placeholder 5">
            <a:extLst>
              <a:ext uri="{FF2B5EF4-FFF2-40B4-BE49-F238E27FC236}">
                <a16:creationId xmlns:a16="http://schemas.microsoft.com/office/drawing/2014/main" id="{E16075D2-4650-7EB1-4F7E-447F77C06521}"/>
              </a:ext>
            </a:extLst>
          </p:cNvPr>
          <p:cNvSpPr>
            <a:spLocks noGrp="1"/>
          </p:cNvSpPr>
          <p:nvPr>
            <p:ph type="pic" sz="quarter" idx="12"/>
          </p:nvPr>
        </p:nvSpPr>
        <p:spPr>
          <a:xfrm>
            <a:off x="0"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69024743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Right - Text Lef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B60F29-EAFD-D95F-11A7-522A796CA55D}"/>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Picture Placeholder 5">
            <a:extLst>
              <a:ext uri="{FF2B5EF4-FFF2-40B4-BE49-F238E27FC236}">
                <a16:creationId xmlns:a16="http://schemas.microsoft.com/office/drawing/2014/main" id="{EF5E0159-2062-54D4-B444-4F04EED230CD}"/>
              </a:ext>
            </a:extLst>
          </p:cNvPr>
          <p:cNvSpPr>
            <a:spLocks noGrp="1"/>
          </p:cNvSpPr>
          <p:nvPr>
            <p:ph type="pic" sz="quarter" idx="13"/>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10" name="Title 1">
            <a:extLst>
              <a:ext uri="{FF2B5EF4-FFF2-40B4-BE49-F238E27FC236}">
                <a16:creationId xmlns:a16="http://schemas.microsoft.com/office/drawing/2014/main" id="{51A7D3A0-47E2-AF7B-E89C-6F90C67A8992}"/>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7F9A406-CE29-3A8D-BC16-6BD86203C8EA}"/>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6CCF06A-1AE0-649C-7FD4-A4AD4CCADDBA}"/>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8" name="Group 7">
            <a:extLst>
              <a:ext uri="{FF2B5EF4-FFF2-40B4-BE49-F238E27FC236}">
                <a16:creationId xmlns:a16="http://schemas.microsoft.com/office/drawing/2014/main" id="{9028BF97-25AA-1462-7737-C9F688962248}"/>
              </a:ext>
            </a:extLst>
          </p:cNvPr>
          <p:cNvGrpSpPr/>
          <p:nvPr userDrawn="1"/>
        </p:nvGrpSpPr>
        <p:grpSpPr>
          <a:xfrm>
            <a:off x="0" y="19504414"/>
            <a:ext cx="2330569" cy="1082936"/>
            <a:chOff x="0" y="19504414"/>
            <a:chExt cx="2330569" cy="1082936"/>
          </a:xfrm>
        </p:grpSpPr>
        <p:sp>
          <p:nvSpPr>
            <p:cNvPr id="14" name="Rectangle 13">
              <a:extLst>
                <a:ext uri="{FF2B5EF4-FFF2-40B4-BE49-F238E27FC236}">
                  <a16:creationId xmlns:a16="http://schemas.microsoft.com/office/drawing/2014/main" id="{7DE7F96C-8641-759A-C4B4-91D493A323B7}"/>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D2AD3A61-7583-56FE-D581-B662F99B0A3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8B55D1BC-2F32-1320-2F7E-E97C10EFE149}"/>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1275828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DING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23CD4AC-6599-9139-48AD-37DCAEFC9C0F}"/>
              </a:ext>
            </a:extLst>
          </p:cNvPr>
          <p:cNvSpPr/>
          <p:nvPr userDrawn="1"/>
        </p:nvSpPr>
        <p:spPr>
          <a:xfrm>
            <a:off x="32689800" y="18333715"/>
            <a:ext cx="3886200" cy="22402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AF8CE70B-4A73-2CDA-4106-8F959E357877}"/>
              </a:ext>
            </a:extLst>
          </p:cNvPr>
          <p:cNvSpPr>
            <a:spLocks noGrp="1"/>
          </p:cNvSpPr>
          <p:nvPr>
            <p:ph type="title" hasCustomPrompt="1"/>
          </p:nvPr>
        </p:nvSpPr>
        <p:spPr>
          <a:xfrm>
            <a:off x="2596896" y="302065"/>
            <a:ext cx="14639544" cy="3365695"/>
          </a:xfrm>
        </p:spPr>
        <p:txBody>
          <a:bodyPr>
            <a:normAutofit/>
          </a:bodyPr>
          <a:lstStyle>
            <a:lvl1pPr algn="l">
              <a:spcBef>
                <a:spcPts val="600"/>
              </a:spcBef>
              <a:spcAft>
                <a:spcPts val="600"/>
              </a:spcAft>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5303E50-8A83-54D2-8D06-1904385F2BC8}"/>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21B69A0B-9760-28C1-5DE8-5EE814EF5249}"/>
              </a:ext>
            </a:extLst>
          </p:cNvPr>
          <p:cNvSpPr>
            <a:spLocks noGrp="1"/>
          </p:cNvSpPr>
          <p:nvPr>
            <p:ph type="body" sz="quarter" idx="10" hasCustomPrompt="1"/>
          </p:nvPr>
        </p:nvSpPr>
        <p:spPr>
          <a:xfrm>
            <a:off x="2596896" y="3731768"/>
            <a:ext cx="14639544" cy="1408176"/>
          </a:xfrm>
          <a:prstGeom prst="rect">
            <a:avLst/>
          </a:prstGeom>
        </p:spPr>
        <p:txBody>
          <a:bodyPr/>
          <a:lstStyle>
            <a:lvl1pPr marL="0" indent="0" algn="l">
              <a:spcBef>
                <a:spcPts val="600"/>
              </a:spcBef>
              <a:spcAft>
                <a:spcPts val="600"/>
              </a:spcAft>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sp>
        <p:nvSpPr>
          <p:cNvPr id="14" name="Rectangle 13">
            <a:extLst>
              <a:ext uri="{FF2B5EF4-FFF2-40B4-BE49-F238E27FC236}">
                <a16:creationId xmlns:a16="http://schemas.microsoft.com/office/drawing/2014/main" id="{6265C1B2-04C0-DFB7-6EBD-AB040BF7DEFF}"/>
              </a:ext>
            </a:extLst>
          </p:cNvPr>
          <p:cNvSpPr/>
          <p:nvPr userDrawn="1"/>
        </p:nvSpPr>
        <p:spPr>
          <a:xfrm>
            <a:off x="20162837" y="0"/>
            <a:ext cx="16413163" cy="20573998"/>
          </a:xfrm>
          <a:prstGeom prst="rect">
            <a:avLst/>
          </a:prstGeom>
          <a:solidFill>
            <a:schemeClr val="tx1">
              <a:lumMod val="95000"/>
            </a:schemeClr>
          </a:solidFill>
          <a:ln w="9525">
            <a:noFill/>
          </a:ln>
        </p:spPr>
        <p:txBody>
          <a:bodyPr tIns="2194560" anchor="ctr"/>
          <a:lstStyle/>
          <a:p>
            <a:pPr lvl="0" indent="0" algn="ctr" defTabSz="2743200">
              <a:lnSpc>
                <a:spcPct val="90000"/>
              </a:lnSpc>
              <a:spcBef>
                <a:spcPts val="3000"/>
              </a:spcBef>
              <a:buFontTx/>
              <a:buNone/>
            </a:pPr>
            <a:endParaRPr lang="en-US" sz="4000" dirty="0" err="1">
              <a:solidFill>
                <a:schemeClr val="bg2"/>
              </a:solidFill>
              <a:latin typeface="NVIDIA Sans" panose="020B0503020203020204" pitchFamily="34" charset="0"/>
            </a:endParaRPr>
          </a:p>
        </p:txBody>
      </p:sp>
      <p:grpSp>
        <p:nvGrpSpPr>
          <p:cNvPr id="8" name="Group 7">
            <a:extLst>
              <a:ext uri="{FF2B5EF4-FFF2-40B4-BE49-F238E27FC236}">
                <a16:creationId xmlns:a16="http://schemas.microsoft.com/office/drawing/2014/main" id="{51C472DC-2279-F186-008D-6EC9A40B3DCA}"/>
              </a:ext>
            </a:extLst>
          </p:cNvPr>
          <p:cNvGrpSpPr/>
          <p:nvPr userDrawn="1"/>
        </p:nvGrpSpPr>
        <p:grpSpPr>
          <a:xfrm>
            <a:off x="0" y="19504414"/>
            <a:ext cx="2330569" cy="1082936"/>
            <a:chOff x="0" y="19504414"/>
            <a:chExt cx="2330569" cy="1082936"/>
          </a:xfrm>
        </p:grpSpPr>
        <p:sp>
          <p:nvSpPr>
            <p:cNvPr id="9" name="Rectangle 8">
              <a:extLst>
                <a:ext uri="{FF2B5EF4-FFF2-40B4-BE49-F238E27FC236}">
                  <a16:creationId xmlns:a16="http://schemas.microsoft.com/office/drawing/2014/main" id="{9DF31711-1359-3AFC-3118-FB20395A8CC3}"/>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0C69E3B1-A791-DCBA-5395-FDEBE9D699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6" name="Straight Connector 15">
            <a:extLst>
              <a:ext uri="{FF2B5EF4-FFF2-40B4-BE49-F238E27FC236}">
                <a16:creationId xmlns:a16="http://schemas.microsoft.com/office/drawing/2014/main" id="{2EDC2502-4915-5E9A-D92C-046E02303113}"/>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169820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Left NO SUBTITLE - Image Righ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B94EE8E-8499-E649-9D65-52E13C0DE2CB}"/>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0" name="Title 1">
            <a:extLst>
              <a:ext uri="{FF2B5EF4-FFF2-40B4-BE49-F238E27FC236}">
                <a16:creationId xmlns:a16="http://schemas.microsoft.com/office/drawing/2014/main" id="{D9224051-F6A0-1C68-72F2-09CC08062F0A}"/>
              </a:ext>
            </a:extLst>
          </p:cNvPr>
          <p:cNvSpPr>
            <a:spLocks noGrp="1"/>
          </p:cNvSpPr>
          <p:nvPr>
            <p:ph type="title" hasCustomPrompt="1"/>
          </p:nvPr>
        </p:nvSpPr>
        <p:spPr>
          <a:xfrm>
            <a:off x="2596896" y="1218776"/>
            <a:ext cx="14639544" cy="3365695"/>
          </a:xfrm>
        </p:spPr>
        <p:txBody>
          <a:bodyP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1" name="Content Placeholder 2">
            <a:extLst>
              <a:ext uri="{FF2B5EF4-FFF2-40B4-BE49-F238E27FC236}">
                <a16:creationId xmlns:a16="http://schemas.microsoft.com/office/drawing/2014/main" id="{63684755-C5FC-AC50-65BB-81DB0D4B45CB}"/>
              </a:ext>
            </a:extLst>
          </p:cNvPr>
          <p:cNvSpPr>
            <a:spLocks noGrp="1"/>
          </p:cNvSpPr>
          <p:nvPr>
            <p:ph idx="1" hasCustomPrompt="1"/>
          </p:nvPr>
        </p:nvSpPr>
        <p:spPr>
          <a:xfrm>
            <a:off x="2596896" y="6988192"/>
            <a:ext cx="14639544" cy="11345523"/>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7" name="Group 6">
            <a:extLst>
              <a:ext uri="{FF2B5EF4-FFF2-40B4-BE49-F238E27FC236}">
                <a16:creationId xmlns:a16="http://schemas.microsoft.com/office/drawing/2014/main" id="{A3C3B833-0169-9942-0C34-3173DDB88C15}"/>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D2A304D4-014C-60EE-E0A3-7A7D03BDE871}"/>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3" name="Picture 12" descr="A picture containing shape&#10;&#10;Description automatically generated">
              <a:extLst>
                <a:ext uri="{FF2B5EF4-FFF2-40B4-BE49-F238E27FC236}">
                  <a16:creationId xmlns:a16="http://schemas.microsoft.com/office/drawing/2014/main" id="{56AC6FBB-55BD-E1DC-D634-E645384BD9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cxnSp>
        <p:nvCxnSpPr>
          <p:cNvPr id="14" name="Straight Connector 13">
            <a:extLst>
              <a:ext uri="{FF2B5EF4-FFF2-40B4-BE49-F238E27FC236}">
                <a16:creationId xmlns:a16="http://schemas.microsoft.com/office/drawing/2014/main" id="{9303C766-949A-7CC3-8AB3-538B5C8F7C60}"/>
              </a:ext>
            </a:extLst>
          </p:cNvPr>
          <p:cNvCxnSpPr>
            <a:cxnSpLocks/>
          </p:cNvCxnSpPr>
          <p:nvPr userDrawn="1"/>
        </p:nvCxnSpPr>
        <p:spPr>
          <a:xfrm>
            <a:off x="0" y="5693228"/>
            <a:ext cx="17236440"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sp>
        <p:nvSpPr>
          <p:cNvPr id="15" name="Picture Placeholder 5">
            <a:extLst>
              <a:ext uri="{FF2B5EF4-FFF2-40B4-BE49-F238E27FC236}">
                <a16:creationId xmlns:a16="http://schemas.microsoft.com/office/drawing/2014/main" id="{54F47D23-438F-22E0-F300-A852BA1BDCAE}"/>
              </a:ext>
            </a:extLst>
          </p:cNvPr>
          <p:cNvSpPr>
            <a:spLocks noGrp="1"/>
          </p:cNvSpPr>
          <p:nvPr>
            <p:ph type="pic" sz="quarter" idx="12"/>
          </p:nvPr>
        </p:nvSpPr>
        <p:spPr>
          <a:xfrm>
            <a:off x="20162837" y="0"/>
            <a:ext cx="16413163"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776656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Left TITLE ONLY - Image Righ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F6DF6B-AA28-1E18-7D69-34A1E206799E}"/>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Picture Placeholder 5">
            <a:extLst>
              <a:ext uri="{FF2B5EF4-FFF2-40B4-BE49-F238E27FC236}">
                <a16:creationId xmlns:a16="http://schemas.microsoft.com/office/drawing/2014/main" id="{DF8B1F53-1589-33D7-3C32-077E788C6245}"/>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
        <p:nvSpPr>
          <p:cNvPr id="9" name="Title 1">
            <a:extLst>
              <a:ext uri="{FF2B5EF4-FFF2-40B4-BE49-F238E27FC236}">
                <a16:creationId xmlns:a16="http://schemas.microsoft.com/office/drawing/2014/main" id="{10F4C1EF-D7E4-3702-6092-EFE862FFBFEA}"/>
              </a:ext>
            </a:extLst>
          </p:cNvPr>
          <p:cNvSpPr>
            <a:spLocks noGrp="1"/>
          </p:cNvSpPr>
          <p:nvPr>
            <p:ph type="title" hasCustomPrompt="1"/>
          </p:nvPr>
        </p:nvSpPr>
        <p:spPr>
          <a:xfrm>
            <a:off x="2596896" y="8604153"/>
            <a:ext cx="12179806" cy="3365695"/>
          </a:xfrm>
        </p:spPr>
        <p:txBody>
          <a:bodyPr anchor="ctr">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grpSp>
        <p:nvGrpSpPr>
          <p:cNvPr id="6" name="Group 5">
            <a:extLst>
              <a:ext uri="{FF2B5EF4-FFF2-40B4-BE49-F238E27FC236}">
                <a16:creationId xmlns:a16="http://schemas.microsoft.com/office/drawing/2014/main" id="{5E137DE7-1D7A-32A3-A88D-722BA52766C9}"/>
              </a:ext>
            </a:extLst>
          </p:cNvPr>
          <p:cNvGrpSpPr/>
          <p:nvPr userDrawn="1"/>
        </p:nvGrpSpPr>
        <p:grpSpPr>
          <a:xfrm>
            <a:off x="0" y="19504414"/>
            <a:ext cx="2330569" cy="1082936"/>
            <a:chOff x="0" y="19504414"/>
            <a:chExt cx="2330569" cy="1082936"/>
          </a:xfrm>
        </p:grpSpPr>
        <p:sp>
          <p:nvSpPr>
            <p:cNvPr id="7" name="Rectangle 6">
              <a:extLst>
                <a:ext uri="{FF2B5EF4-FFF2-40B4-BE49-F238E27FC236}">
                  <a16:creationId xmlns:a16="http://schemas.microsoft.com/office/drawing/2014/main" id="{9907B295-1243-2BBD-AC77-7002AC68B56D}"/>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0" name="Picture 9" descr="A picture containing shape&#10;&#10;Description automatically generated">
              <a:extLst>
                <a:ext uri="{FF2B5EF4-FFF2-40B4-BE49-F238E27FC236}">
                  <a16:creationId xmlns:a16="http://schemas.microsoft.com/office/drawing/2014/main" id="{9F124724-C9CF-DF8A-9FE0-CE1C65F9B0D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Tree>
    <p:extLst>
      <p:ext uri="{BB962C8B-B14F-4D97-AF65-F5344CB8AC3E}">
        <p14:creationId xmlns:p14="http://schemas.microsoft.com/office/powerpoint/2010/main" val="327232572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ext Left NO BULLETS - Image Right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C5DADC-C505-F594-3ED9-E07FA6C3859F}"/>
              </a:ext>
            </a:extLst>
          </p:cNvPr>
          <p:cNvSpPr/>
          <p:nvPr userDrawn="1"/>
        </p:nvSpPr>
        <p:spPr>
          <a:xfrm>
            <a:off x="32964120" y="18928080"/>
            <a:ext cx="3611880" cy="16459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1" name="Title 1">
            <a:extLst>
              <a:ext uri="{FF2B5EF4-FFF2-40B4-BE49-F238E27FC236}">
                <a16:creationId xmlns:a16="http://schemas.microsoft.com/office/drawing/2014/main" id="{A21B97FD-6C93-BC60-D63A-B88F2C3C2374}"/>
              </a:ext>
            </a:extLst>
          </p:cNvPr>
          <p:cNvSpPr>
            <a:spLocks noGrp="1"/>
          </p:cNvSpPr>
          <p:nvPr>
            <p:ph type="title" hasCustomPrompt="1"/>
          </p:nvPr>
        </p:nvSpPr>
        <p:spPr>
          <a:xfrm>
            <a:off x="2596896" y="6829593"/>
            <a:ext cx="12143232" cy="3365695"/>
          </a:xfrm>
        </p:spPr>
        <p:txBody>
          <a:bodyPr anchor="b">
            <a:normAutofit/>
          </a:bodyPr>
          <a:lstStyle>
            <a:lvl1pPr algn="l">
              <a:spcBef>
                <a:spcPts val="600"/>
              </a:spcBef>
              <a:spcAft>
                <a:spcPts val="600"/>
              </a:spcAft>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2" name="Text Placeholder 7">
            <a:extLst>
              <a:ext uri="{FF2B5EF4-FFF2-40B4-BE49-F238E27FC236}">
                <a16:creationId xmlns:a16="http://schemas.microsoft.com/office/drawing/2014/main" id="{9BB0DECC-5F4B-7918-876B-2BF2EA6527D5}"/>
              </a:ext>
            </a:extLst>
          </p:cNvPr>
          <p:cNvSpPr>
            <a:spLocks noGrp="1"/>
          </p:cNvSpPr>
          <p:nvPr>
            <p:ph type="body" sz="quarter" idx="10" hasCustomPrompt="1"/>
          </p:nvPr>
        </p:nvSpPr>
        <p:spPr>
          <a:xfrm>
            <a:off x="2596896" y="10283120"/>
            <a:ext cx="12143232" cy="1408176"/>
          </a:xfrm>
          <a:prstGeom prst="rect">
            <a:avLst/>
          </a:prstGeom>
        </p:spPr>
        <p:txBody>
          <a:bodyPr/>
          <a:lstStyle>
            <a:lvl1pPr marL="0" indent="0" algn="l">
              <a:spcBef>
                <a:spcPts val="600"/>
              </a:spcBef>
              <a:spcAft>
                <a:spcPts val="600"/>
              </a:spcAft>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edit text styles</a:t>
            </a:r>
          </a:p>
        </p:txBody>
      </p:sp>
      <p:grpSp>
        <p:nvGrpSpPr>
          <p:cNvPr id="2" name="Group 1">
            <a:extLst>
              <a:ext uri="{FF2B5EF4-FFF2-40B4-BE49-F238E27FC236}">
                <a16:creationId xmlns:a16="http://schemas.microsoft.com/office/drawing/2014/main" id="{34FD8965-93AC-C44D-A13A-AA1A59E48E89}"/>
              </a:ext>
            </a:extLst>
          </p:cNvPr>
          <p:cNvGrpSpPr/>
          <p:nvPr userDrawn="1"/>
        </p:nvGrpSpPr>
        <p:grpSpPr>
          <a:xfrm>
            <a:off x="0" y="19504414"/>
            <a:ext cx="2330569" cy="1082936"/>
            <a:chOff x="0" y="19504414"/>
            <a:chExt cx="2330569" cy="1082936"/>
          </a:xfrm>
        </p:grpSpPr>
        <p:sp>
          <p:nvSpPr>
            <p:cNvPr id="8" name="Rectangle 7">
              <a:extLst>
                <a:ext uri="{FF2B5EF4-FFF2-40B4-BE49-F238E27FC236}">
                  <a16:creationId xmlns:a16="http://schemas.microsoft.com/office/drawing/2014/main" id="{8376025B-4D61-0E71-7F02-BE092B8B6E56}"/>
                </a:ext>
              </a:extLst>
            </p:cNvPr>
            <p:cNvSpPr/>
            <p:nvPr userDrawn="1"/>
          </p:nvSpPr>
          <p:spPr>
            <a:xfrm>
              <a:off x="0" y="19697679"/>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15" name="Picture 14" descr="A picture containing shape&#10;&#10;Description automatically generated">
              <a:extLst>
                <a:ext uri="{FF2B5EF4-FFF2-40B4-BE49-F238E27FC236}">
                  <a16:creationId xmlns:a16="http://schemas.microsoft.com/office/drawing/2014/main" id="{3868D588-6D8B-CDEB-A2E0-D376E5C6CE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7131" y="19504414"/>
              <a:ext cx="2003438" cy="690238"/>
            </a:xfrm>
            <a:prstGeom prst="rect">
              <a:avLst/>
            </a:prstGeom>
          </p:spPr>
        </p:pic>
      </p:grpSp>
      <p:sp>
        <p:nvSpPr>
          <p:cNvPr id="16" name="Picture Placeholder 5">
            <a:extLst>
              <a:ext uri="{FF2B5EF4-FFF2-40B4-BE49-F238E27FC236}">
                <a16:creationId xmlns:a16="http://schemas.microsoft.com/office/drawing/2014/main" id="{822DB8DA-38BC-95A4-39B5-5464378B460A}"/>
              </a:ext>
            </a:extLst>
          </p:cNvPr>
          <p:cNvSpPr>
            <a:spLocks noGrp="1"/>
          </p:cNvSpPr>
          <p:nvPr>
            <p:ph type="pic" sz="quarter" idx="13"/>
          </p:nvPr>
        </p:nvSpPr>
        <p:spPr>
          <a:xfrm>
            <a:off x="16422623" y="0"/>
            <a:ext cx="20153377" cy="20574000"/>
          </a:xfrm>
          <a:prstGeom prst="rect">
            <a:avLst/>
          </a:prstGeom>
          <a:solidFill>
            <a:schemeClr val="tx1">
              <a:lumMod val="95000"/>
              <a:alpha val="61000"/>
            </a:schemeClr>
          </a:solidFill>
          <a:ln w="9525">
            <a:solidFill>
              <a:schemeClr val="accent5"/>
            </a:solidFill>
          </a:ln>
        </p:spPr>
        <p:txBody>
          <a:bodyPr tIns="2194560" anchor="ctr"/>
          <a:lstStyle>
            <a:lvl1pPr marL="0" indent="0" algn="ctr">
              <a:buFontTx/>
              <a:buNone/>
              <a:defRPr lang="en-US" sz="4000">
                <a:solidFill>
                  <a:schemeClr val="bg1"/>
                </a:solidFill>
                <a:latin typeface="NVIDIA Sans" panose="020B0503020203020204" pitchFamily="34" charset="0"/>
              </a:defRPr>
            </a:lvl1pPr>
          </a:lstStyle>
          <a:p>
            <a:pPr marL="685800" lvl="0" indent="-685800" algn="ctr"/>
            <a:r>
              <a:rPr lang="en-US"/>
              <a:t>Click icon to add picture</a:t>
            </a:r>
          </a:p>
        </p:txBody>
      </p:sp>
    </p:spTree>
    <p:extLst>
      <p:ext uri="{BB962C8B-B14F-4D97-AF65-F5344CB8AC3E}">
        <p14:creationId xmlns:p14="http://schemas.microsoft.com/office/powerpoint/2010/main" val="339736857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Layout">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FA34CC3-F5EE-3A8A-AA13-FC23B233BCFE}"/>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1A682B68-3659-B898-36D3-E447501FB6E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59F3285-DAE4-EEAA-1022-7AE1DD168FD5}"/>
              </a:ext>
            </a:extLst>
          </p:cNvPr>
          <p:cNvSpPr>
            <a:spLocks noGrp="1"/>
          </p:cNvSpPr>
          <p:nvPr>
            <p:ph type="pic" sz="quarter" idx="41"/>
          </p:nvPr>
        </p:nvSpPr>
        <p:spPr>
          <a:xfrm>
            <a:off x="6062650" y="4849813"/>
            <a:ext cx="24450701"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3ACFA6DD-1412-CA3C-15F4-ED8AD6B2B859}"/>
              </a:ext>
            </a:extLst>
          </p:cNvPr>
          <p:cNvSpPr>
            <a:spLocks noGrp="1"/>
          </p:cNvSpPr>
          <p:nvPr>
            <p:ph type="body" sz="quarter" idx="71" hasCustomPrompt="1"/>
          </p:nvPr>
        </p:nvSpPr>
        <p:spPr>
          <a:xfrm>
            <a:off x="6062650" y="17063961"/>
            <a:ext cx="2445070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A36BBB72-064F-A97E-FE2D-2916C4D3DAF2}"/>
              </a:ext>
            </a:extLst>
          </p:cNvPr>
          <p:cNvSpPr>
            <a:spLocks noGrp="1"/>
          </p:cNvSpPr>
          <p:nvPr>
            <p:ph type="body" sz="quarter" idx="72" hasCustomPrompt="1"/>
          </p:nvPr>
        </p:nvSpPr>
        <p:spPr>
          <a:xfrm>
            <a:off x="6062650" y="17751568"/>
            <a:ext cx="2445070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9306810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 w/ Text">
    <p:spTree>
      <p:nvGrpSpPr>
        <p:cNvPr id="1" name=""/>
        <p:cNvGrpSpPr/>
        <p:nvPr/>
      </p:nvGrpSpPr>
      <p:grpSpPr>
        <a:xfrm>
          <a:off x="0" y="0"/>
          <a:ext cx="0" cy="0"/>
          <a:chOff x="0" y="0"/>
          <a:chExt cx="0" cy="0"/>
        </a:xfrm>
      </p:grpSpPr>
      <p:sp>
        <p:nvSpPr>
          <p:cNvPr id="19" name="Content Placeholder 2">
            <a:extLst>
              <a:ext uri="{FF2B5EF4-FFF2-40B4-BE49-F238E27FC236}">
                <a16:creationId xmlns:a16="http://schemas.microsoft.com/office/drawing/2014/main" id="{9904B512-77C9-3A9F-0589-67D0C765FDC0}"/>
              </a:ext>
            </a:extLst>
          </p:cNvPr>
          <p:cNvSpPr>
            <a:spLocks noGrp="1"/>
          </p:cNvSpPr>
          <p:nvPr>
            <p:ph idx="31" hasCustomPrompt="1"/>
          </p:nvPr>
        </p:nvSpPr>
        <p:spPr>
          <a:xfrm>
            <a:off x="19354800" y="6919968"/>
            <a:ext cx="15583596"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2">
            <a:extLst>
              <a:ext uri="{FF2B5EF4-FFF2-40B4-BE49-F238E27FC236}">
                <a16:creationId xmlns:a16="http://schemas.microsoft.com/office/drawing/2014/main" id="{FC8AA277-6DD1-2CCF-12CD-C2AD75B0A14F}"/>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4DD79B1E-BCCA-42A9-FF20-7B376772A569}"/>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8FAA03E-2924-5648-AA06-0B8C894A49DD}"/>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itle 1">
            <a:extLst>
              <a:ext uri="{FF2B5EF4-FFF2-40B4-BE49-F238E27FC236}">
                <a16:creationId xmlns:a16="http://schemas.microsoft.com/office/drawing/2014/main" id="{A4A33F69-6DBC-F1DB-EAD6-D5B9002DFD1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30" name="Text Placeholder 7">
            <a:extLst>
              <a:ext uri="{FF2B5EF4-FFF2-40B4-BE49-F238E27FC236}">
                <a16:creationId xmlns:a16="http://schemas.microsoft.com/office/drawing/2014/main" id="{0430B97A-31FA-023E-3290-2B9B63D00591}"/>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428295334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up Image">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9BBA88D4-0997-C5B9-36CF-9B1633F8B55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18" name="Text Placeholder 7">
            <a:extLst>
              <a:ext uri="{FF2B5EF4-FFF2-40B4-BE49-F238E27FC236}">
                <a16:creationId xmlns:a16="http://schemas.microsoft.com/office/drawing/2014/main" id="{CE739272-8253-AD42-BD05-8F666D49821D}"/>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0" name="Picture Placeholder 2">
            <a:extLst>
              <a:ext uri="{FF2B5EF4-FFF2-40B4-BE49-F238E27FC236}">
                <a16:creationId xmlns:a16="http://schemas.microsoft.com/office/drawing/2014/main" id="{278AB0E9-F286-1C40-1AD6-B85103B0AF6E}"/>
              </a:ext>
            </a:extLst>
          </p:cNvPr>
          <p:cNvSpPr>
            <a:spLocks noGrp="1"/>
          </p:cNvSpPr>
          <p:nvPr>
            <p:ph type="pic" sz="quarter" idx="11"/>
          </p:nvPr>
        </p:nvSpPr>
        <p:spPr>
          <a:xfrm>
            <a:off x="1637604"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1" name="Picture Placeholder 2">
            <a:extLst>
              <a:ext uri="{FF2B5EF4-FFF2-40B4-BE49-F238E27FC236}">
                <a16:creationId xmlns:a16="http://schemas.microsoft.com/office/drawing/2014/main" id="{1FC3074C-54D1-DCE0-426E-97BA7CD58B85}"/>
              </a:ext>
            </a:extLst>
          </p:cNvPr>
          <p:cNvSpPr>
            <a:spLocks noGrp="1"/>
          </p:cNvSpPr>
          <p:nvPr>
            <p:ph type="pic" sz="quarter" idx="31"/>
          </p:nvPr>
        </p:nvSpPr>
        <p:spPr>
          <a:xfrm>
            <a:off x="18592799" y="4849813"/>
            <a:ext cx="16345595"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Text Placeholder 7">
            <a:extLst>
              <a:ext uri="{FF2B5EF4-FFF2-40B4-BE49-F238E27FC236}">
                <a16:creationId xmlns:a16="http://schemas.microsoft.com/office/drawing/2014/main" id="{F25477F0-8392-CEDA-19F2-0A29016EECC0}"/>
              </a:ext>
            </a:extLst>
          </p:cNvPr>
          <p:cNvSpPr>
            <a:spLocks noGrp="1"/>
          </p:cNvSpPr>
          <p:nvPr>
            <p:ph type="body" sz="quarter" idx="71" hasCustomPrompt="1"/>
          </p:nvPr>
        </p:nvSpPr>
        <p:spPr>
          <a:xfrm>
            <a:off x="1637604" y="17063961"/>
            <a:ext cx="16345595"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3" name="Text Placeholder 7">
            <a:extLst>
              <a:ext uri="{FF2B5EF4-FFF2-40B4-BE49-F238E27FC236}">
                <a16:creationId xmlns:a16="http://schemas.microsoft.com/office/drawing/2014/main" id="{DA2AF85A-9EEE-C062-1006-74D7741E330F}"/>
              </a:ext>
            </a:extLst>
          </p:cNvPr>
          <p:cNvSpPr>
            <a:spLocks noGrp="1"/>
          </p:cNvSpPr>
          <p:nvPr>
            <p:ph type="body" sz="quarter" idx="72" hasCustomPrompt="1"/>
          </p:nvPr>
        </p:nvSpPr>
        <p:spPr>
          <a:xfrm>
            <a:off x="1637604" y="17751568"/>
            <a:ext cx="16345595"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4" name="Text Placeholder 7">
            <a:extLst>
              <a:ext uri="{FF2B5EF4-FFF2-40B4-BE49-F238E27FC236}">
                <a16:creationId xmlns:a16="http://schemas.microsoft.com/office/drawing/2014/main" id="{39E96633-6475-1F2C-E726-28BE8668FBC5}"/>
              </a:ext>
            </a:extLst>
          </p:cNvPr>
          <p:cNvSpPr>
            <a:spLocks noGrp="1"/>
          </p:cNvSpPr>
          <p:nvPr>
            <p:ph type="body" sz="quarter" idx="73" hasCustomPrompt="1"/>
          </p:nvPr>
        </p:nvSpPr>
        <p:spPr>
          <a:xfrm>
            <a:off x="18592805" y="17063961"/>
            <a:ext cx="1634627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8" name="Text Placeholder 7">
            <a:extLst>
              <a:ext uri="{FF2B5EF4-FFF2-40B4-BE49-F238E27FC236}">
                <a16:creationId xmlns:a16="http://schemas.microsoft.com/office/drawing/2014/main" id="{F2428D4D-F13F-B280-6137-8C32CD9EEF0B}"/>
              </a:ext>
            </a:extLst>
          </p:cNvPr>
          <p:cNvSpPr>
            <a:spLocks noGrp="1"/>
          </p:cNvSpPr>
          <p:nvPr>
            <p:ph type="body" sz="quarter" idx="74" hasCustomPrompt="1"/>
          </p:nvPr>
        </p:nvSpPr>
        <p:spPr>
          <a:xfrm>
            <a:off x="18592805" y="17751568"/>
            <a:ext cx="1634627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8561142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up Image Layout with Bullets">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C16114AB-138A-4EAC-3492-E7D7CA151DB9}"/>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0" name="Text Placeholder 7">
            <a:extLst>
              <a:ext uri="{FF2B5EF4-FFF2-40B4-BE49-F238E27FC236}">
                <a16:creationId xmlns:a16="http://schemas.microsoft.com/office/drawing/2014/main" id="{4B79CE2D-84D0-541E-C116-5E768BBF94D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21" name="Picture Placeholder 2">
            <a:extLst>
              <a:ext uri="{FF2B5EF4-FFF2-40B4-BE49-F238E27FC236}">
                <a16:creationId xmlns:a16="http://schemas.microsoft.com/office/drawing/2014/main" id="{3431A644-F8BA-5000-F78A-9BB8A4809E2A}"/>
              </a:ext>
            </a:extLst>
          </p:cNvPr>
          <p:cNvSpPr>
            <a:spLocks noGrp="1"/>
          </p:cNvSpPr>
          <p:nvPr>
            <p:ph type="pic" sz="quarter" idx="11"/>
          </p:nvPr>
        </p:nvSpPr>
        <p:spPr>
          <a:xfrm>
            <a:off x="1637604"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2" name="Content Placeholder 2">
            <a:extLst>
              <a:ext uri="{FF2B5EF4-FFF2-40B4-BE49-F238E27FC236}">
                <a16:creationId xmlns:a16="http://schemas.microsoft.com/office/drawing/2014/main" id="{B46989B9-88FE-F861-A0B6-8F80720B5C7E}"/>
              </a:ext>
            </a:extLst>
          </p:cNvPr>
          <p:cNvSpPr>
            <a:spLocks noGrp="1"/>
          </p:cNvSpPr>
          <p:nvPr>
            <p:ph idx="31" hasCustomPrompt="1"/>
          </p:nvPr>
        </p:nvSpPr>
        <p:spPr>
          <a:xfrm>
            <a:off x="11058350"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
            <a:extLst>
              <a:ext uri="{FF2B5EF4-FFF2-40B4-BE49-F238E27FC236}">
                <a16:creationId xmlns:a16="http://schemas.microsoft.com/office/drawing/2014/main" id="{973B8B69-1B16-2A38-932F-E517F5C05291}"/>
              </a:ext>
            </a:extLst>
          </p:cNvPr>
          <p:cNvSpPr>
            <a:spLocks noGrp="1"/>
          </p:cNvSpPr>
          <p:nvPr>
            <p:ph type="pic" sz="quarter" idx="32"/>
          </p:nvPr>
        </p:nvSpPr>
        <p:spPr>
          <a:xfrm>
            <a:off x="18592805" y="4849813"/>
            <a:ext cx="8832277" cy="12019835"/>
          </a:xfrm>
          <a:prstGeom prst="rect">
            <a:avLst/>
          </a:prstGeom>
          <a:solidFill>
            <a:srgbClr val="151617">
              <a:alpha val="61000"/>
            </a:srgbClr>
          </a:solidFill>
          <a:ln w="9525">
            <a:solidFill>
              <a:schemeClr val="accent5"/>
            </a:solidFill>
          </a:ln>
        </p:spPr>
        <p:txBody>
          <a:bodyPr tIns="2194560" anchor="ctr"/>
          <a:lstStyle>
            <a:lvl1pPr marL="0" indent="0" algn="ctr">
              <a:buFontTx/>
              <a:buNone/>
              <a:defRPr sz="4000">
                <a:solidFill>
                  <a:schemeClr val="bg2"/>
                </a:solidFill>
                <a:latin typeface="NVIDIA Sans" panose="020B0503020203020204" pitchFamily="34" charset="0"/>
                <a:cs typeface="NVIDIA Sans" panose="020B0503020203020204" pitchFamily="34" charset="0"/>
              </a:defRPr>
            </a:lvl1pPr>
          </a:lstStyle>
          <a:p>
            <a:r>
              <a:rPr lang="en-US"/>
              <a:t>Click icon to add picture</a:t>
            </a:r>
            <a:endParaRPr lang="en-US" dirty="0"/>
          </a:p>
        </p:txBody>
      </p:sp>
      <p:sp>
        <p:nvSpPr>
          <p:cNvPr id="25" name="Content Placeholder 2">
            <a:extLst>
              <a:ext uri="{FF2B5EF4-FFF2-40B4-BE49-F238E27FC236}">
                <a16:creationId xmlns:a16="http://schemas.microsoft.com/office/drawing/2014/main" id="{660E8F47-2868-457B-7861-466422E34231}"/>
              </a:ext>
            </a:extLst>
          </p:cNvPr>
          <p:cNvSpPr>
            <a:spLocks noGrp="1"/>
          </p:cNvSpPr>
          <p:nvPr>
            <p:ph idx="35" hasCustomPrompt="1"/>
          </p:nvPr>
        </p:nvSpPr>
        <p:spPr>
          <a:xfrm>
            <a:off x="28013551" y="6919968"/>
            <a:ext cx="6924849" cy="7879524"/>
          </a:xfrm>
          <a:prstGeom prst="rect">
            <a:avLst/>
          </a:prstGeom>
        </p:spPr>
        <p:txBody>
          <a:bodyPr anchor="ctr"/>
          <a:lstStyle>
            <a:lvl1pPr marL="457200" indent="-457200">
              <a:buClr>
                <a:schemeClr val="tx2"/>
              </a:buClr>
              <a:buFont typeface="NVIDIA Sans" panose="020B0503020203020204" pitchFamily="34" charset="0"/>
              <a:buChar char="•"/>
              <a:defRPr sz="4400">
                <a:solidFill>
                  <a:schemeClr val="bg1"/>
                </a:solidFill>
                <a:latin typeface="NVIDIA Sans" panose="020B0503020203020204" pitchFamily="34"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NVIDIA Sans" panose="020B0503020203020204" pitchFamily="34"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NVIDIA Sans" panose="020B0503020203020204" pitchFamily="34"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NVIDIA Sans" panose="020B0503020203020204" pitchFamily="34"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NVIDIA Sans" panose="020B0503020203020204" pitchFamily="34"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6" name="Text Placeholder 7">
            <a:extLst>
              <a:ext uri="{FF2B5EF4-FFF2-40B4-BE49-F238E27FC236}">
                <a16:creationId xmlns:a16="http://schemas.microsoft.com/office/drawing/2014/main" id="{3B5FB899-4F67-DA8C-A516-B71387137DB8}"/>
              </a:ext>
            </a:extLst>
          </p:cNvPr>
          <p:cNvSpPr>
            <a:spLocks noGrp="1"/>
          </p:cNvSpPr>
          <p:nvPr>
            <p:ph type="body" sz="quarter" idx="71" hasCustomPrompt="1"/>
          </p:nvPr>
        </p:nvSpPr>
        <p:spPr>
          <a:xfrm>
            <a:off x="1637604" y="17063961"/>
            <a:ext cx="883227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7" name="Text Placeholder 7">
            <a:extLst>
              <a:ext uri="{FF2B5EF4-FFF2-40B4-BE49-F238E27FC236}">
                <a16:creationId xmlns:a16="http://schemas.microsoft.com/office/drawing/2014/main" id="{B1A5AAD0-2B0D-F6DE-8C5D-5C0625FD55A7}"/>
              </a:ext>
            </a:extLst>
          </p:cNvPr>
          <p:cNvSpPr>
            <a:spLocks noGrp="1"/>
          </p:cNvSpPr>
          <p:nvPr>
            <p:ph type="body" sz="quarter" idx="72" hasCustomPrompt="1"/>
          </p:nvPr>
        </p:nvSpPr>
        <p:spPr>
          <a:xfrm>
            <a:off x="1637604" y="17751568"/>
            <a:ext cx="883227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8" name="Text Placeholder 7">
            <a:extLst>
              <a:ext uri="{FF2B5EF4-FFF2-40B4-BE49-F238E27FC236}">
                <a16:creationId xmlns:a16="http://schemas.microsoft.com/office/drawing/2014/main" id="{DBD83B1D-F849-2310-DE25-451C7BD75C53}"/>
              </a:ext>
            </a:extLst>
          </p:cNvPr>
          <p:cNvSpPr>
            <a:spLocks noGrp="1"/>
          </p:cNvSpPr>
          <p:nvPr>
            <p:ph type="body" sz="quarter" idx="73" hasCustomPrompt="1"/>
          </p:nvPr>
        </p:nvSpPr>
        <p:spPr>
          <a:xfrm>
            <a:off x="18592805" y="17063961"/>
            <a:ext cx="883264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2" name="Text Placeholder 7">
            <a:extLst>
              <a:ext uri="{FF2B5EF4-FFF2-40B4-BE49-F238E27FC236}">
                <a16:creationId xmlns:a16="http://schemas.microsoft.com/office/drawing/2014/main" id="{E0292527-B9F3-D59F-1575-33C8C564E870}"/>
              </a:ext>
            </a:extLst>
          </p:cNvPr>
          <p:cNvSpPr>
            <a:spLocks noGrp="1"/>
          </p:cNvSpPr>
          <p:nvPr>
            <p:ph type="body" sz="quarter" idx="74" hasCustomPrompt="1"/>
          </p:nvPr>
        </p:nvSpPr>
        <p:spPr>
          <a:xfrm>
            <a:off x="18592805" y="17751568"/>
            <a:ext cx="883264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80117705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up Image">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06EC4D90-EA3E-9A18-FEA5-3EEF5071539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8" name="Text Placeholder 7">
            <a:extLst>
              <a:ext uri="{FF2B5EF4-FFF2-40B4-BE49-F238E27FC236}">
                <a16:creationId xmlns:a16="http://schemas.microsoft.com/office/drawing/2014/main" id="{3BFC61ED-E368-EADF-A0C1-3AE9904C789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5FE98CD1-AB1E-1E7B-2FF4-F7E242CBAB87}"/>
              </a:ext>
            </a:extLst>
          </p:cNvPr>
          <p:cNvSpPr>
            <a:spLocks noGrp="1"/>
          </p:cNvSpPr>
          <p:nvPr>
            <p:ph type="pic" sz="quarter" idx="24"/>
          </p:nvPr>
        </p:nvSpPr>
        <p:spPr>
          <a:xfrm>
            <a:off x="24148473"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Picture Placeholder 2">
            <a:extLst>
              <a:ext uri="{FF2B5EF4-FFF2-40B4-BE49-F238E27FC236}">
                <a16:creationId xmlns:a16="http://schemas.microsoft.com/office/drawing/2014/main" id="{CCCE8B13-298C-67A4-073D-4636A3BCE7A9}"/>
              </a:ext>
            </a:extLst>
          </p:cNvPr>
          <p:cNvSpPr>
            <a:spLocks noGrp="1"/>
          </p:cNvSpPr>
          <p:nvPr>
            <p:ph type="pic" sz="quarter" idx="20"/>
          </p:nvPr>
        </p:nvSpPr>
        <p:spPr>
          <a:xfrm>
            <a:off x="12893038"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3" name="Picture Placeholder 2">
            <a:extLst>
              <a:ext uri="{FF2B5EF4-FFF2-40B4-BE49-F238E27FC236}">
                <a16:creationId xmlns:a16="http://schemas.microsoft.com/office/drawing/2014/main" id="{F9FA27DB-2E4D-388B-2F4A-FE708B1D264C}"/>
              </a:ext>
            </a:extLst>
          </p:cNvPr>
          <p:cNvSpPr>
            <a:spLocks noGrp="1"/>
          </p:cNvSpPr>
          <p:nvPr>
            <p:ph type="pic" sz="quarter" idx="25"/>
          </p:nvPr>
        </p:nvSpPr>
        <p:spPr>
          <a:xfrm>
            <a:off x="1637604" y="4849813"/>
            <a:ext cx="10789920" cy="12019835"/>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4" name="Text Placeholder 7">
            <a:extLst>
              <a:ext uri="{FF2B5EF4-FFF2-40B4-BE49-F238E27FC236}">
                <a16:creationId xmlns:a16="http://schemas.microsoft.com/office/drawing/2014/main" id="{C5E18C58-3C84-ECE1-A164-6A5FF953635E}"/>
              </a:ext>
            </a:extLst>
          </p:cNvPr>
          <p:cNvSpPr>
            <a:spLocks noGrp="1"/>
          </p:cNvSpPr>
          <p:nvPr>
            <p:ph type="body" sz="quarter" idx="67" hasCustomPrompt="1"/>
          </p:nvPr>
        </p:nvSpPr>
        <p:spPr>
          <a:xfrm>
            <a:off x="165311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6D55A3EC-8AF3-3222-5E82-1A74FA5AB0D5}"/>
              </a:ext>
            </a:extLst>
          </p:cNvPr>
          <p:cNvSpPr>
            <a:spLocks noGrp="1"/>
          </p:cNvSpPr>
          <p:nvPr>
            <p:ph type="body" sz="quarter" idx="69" hasCustomPrompt="1"/>
          </p:nvPr>
        </p:nvSpPr>
        <p:spPr>
          <a:xfrm>
            <a:off x="165311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5F9A555E-B5A7-F2B9-6D6D-E24CAD68B927}"/>
              </a:ext>
            </a:extLst>
          </p:cNvPr>
          <p:cNvSpPr>
            <a:spLocks noGrp="1"/>
          </p:cNvSpPr>
          <p:nvPr>
            <p:ph type="body" sz="quarter" idx="71" hasCustomPrompt="1"/>
          </p:nvPr>
        </p:nvSpPr>
        <p:spPr>
          <a:xfrm>
            <a:off x="12893040" y="17063961"/>
            <a:ext cx="1078992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EFC4CC4C-42B6-5D87-37D6-FE779B1ABFEB}"/>
              </a:ext>
            </a:extLst>
          </p:cNvPr>
          <p:cNvSpPr>
            <a:spLocks noGrp="1"/>
          </p:cNvSpPr>
          <p:nvPr>
            <p:ph type="body" sz="quarter" idx="72" hasCustomPrompt="1"/>
          </p:nvPr>
        </p:nvSpPr>
        <p:spPr>
          <a:xfrm>
            <a:off x="12893040" y="17751568"/>
            <a:ext cx="1078992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Text Placeholder 7">
            <a:extLst>
              <a:ext uri="{FF2B5EF4-FFF2-40B4-BE49-F238E27FC236}">
                <a16:creationId xmlns:a16="http://schemas.microsoft.com/office/drawing/2014/main" id="{E4DE79F6-DE99-BDFD-033A-5AB8981A3A0E}"/>
              </a:ext>
            </a:extLst>
          </p:cNvPr>
          <p:cNvSpPr>
            <a:spLocks noGrp="1"/>
          </p:cNvSpPr>
          <p:nvPr>
            <p:ph type="body" sz="quarter" idx="73" hasCustomPrompt="1"/>
          </p:nvPr>
        </p:nvSpPr>
        <p:spPr>
          <a:xfrm>
            <a:off x="24132970" y="17063961"/>
            <a:ext cx="1079037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9" name="Text Placeholder 7">
            <a:extLst>
              <a:ext uri="{FF2B5EF4-FFF2-40B4-BE49-F238E27FC236}">
                <a16:creationId xmlns:a16="http://schemas.microsoft.com/office/drawing/2014/main" id="{E6F712D3-EAE3-8A7F-010B-AFEF00AE6B00}"/>
              </a:ext>
            </a:extLst>
          </p:cNvPr>
          <p:cNvSpPr>
            <a:spLocks noGrp="1"/>
          </p:cNvSpPr>
          <p:nvPr>
            <p:ph type="body" sz="quarter" idx="74" hasCustomPrompt="1"/>
          </p:nvPr>
        </p:nvSpPr>
        <p:spPr>
          <a:xfrm>
            <a:off x="24132970" y="17751568"/>
            <a:ext cx="1079037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06806224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up Image">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459D9FFB-F331-2BA3-76DB-D0D67666F296}"/>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23" name="Text Placeholder 7">
            <a:extLst>
              <a:ext uri="{FF2B5EF4-FFF2-40B4-BE49-F238E27FC236}">
                <a16:creationId xmlns:a16="http://schemas.microsoft.com/office/drawing/2014/main" id="{4737A17E-9A03-1AA3-D59C-3833F19EFE44}"/>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30" name="Picture Placeholder 2">
            <a:extLst>
              <a:ext uri="{FF2B5EF4-FFF2-40B4-BE49-F238E27FC236}">
                <a16:creationId xmlns:a16="http://schemas.microsoft.com/office/drawing/2014/main" id="{7FF59CD9-73FD-415B-F082-C27D3FC74CC5}"/>
              </a:ext>
            </a:extLst>
          </p:cNvPr>
          <p:cNvSpPr>
            <a:spLocks noGrp="1"/>
          </p:cNvSpPr>
          <p:nvPr>
            <p:ph type="pic" sz="quarter" idx="24"/>
          </p:nvPr>
        </p:nvSpPr>
        <p:spPr>
          <a:xfrm>
            <a:off x="18520757"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1" name="Picture Placeholder 2">
            <a:extLst>
              <a:ext uri="{FF2B5EF4-FFF2-40B4-BE49-F238E27FC236}">
                <a16:creationId xmlns:a16="http://schemas.microsoft.com/office/drawing/2014/main" id="{90082BEB-34AF-6104-9172-84A9393C73A1}"/>
              </a:ext>
            </a:extLst>
          </p:cNvPr>
          <p:cNvSpPr>
            <a:spLocks noGrp="1"/>
          </p:cNvSpPr>
          <p:nvPr>
            <p:ph type="pic" sz="quarter" idx="20"/>
          </p:nvPr>
        </p:nvSpPr>
        <p:spPr>
          <a:xfrm>
            <a:off x="10072254" y="4849813"/>
            <a:ext cx="7982985"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9" name="Picture Placeholder 2">
            <a:extLst>
              <a:ext uri="{FF2B5EF4-FFF2-40B4-BE49-F238E27FC236}">
                <a16:creationId xmlns:a16="http://schemas.microsoft.com/office/drawing/2014/main" id="{1ACBD8DD-E9B6-20E0-AF99-F566611D5259}"/>
              </a:ext>
            </a:extLst>
          </p:cNvPr>
          <p:cNvSpPr>
            <a:spLocks noGrp="1"/>
          </p:cNvSpPr>
          <p:nvPr>
            <p:ph type="pic" sz="quarter" idx="28"/>
          </p:nvPr>
        </p:nvSpPr>
        <p:spPr>
          <a:xfrm>
            <a:off x="1637606" y="4849813"/>
            <a:ext cx="7969130"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0" name="Picture Placeholder 2">
            <a:extLst>
              <a:ext uri="{FF2B5EF4-FFF2-40B4-BE49-F238E27FC236}">
                <a16:creationId xmlns:a16="http://schemas.microsoft.com/office/drawing/2014/main" id="{3F34C73B-16DF-6108-33FA-2019F4A18A96}"/>
              </a:ext>
            </a:extLst>
          </p:cNvPr>
          <p:cNvSpPr>
            <a:spLocks noGrp="1"/>
          </p:cNvSpPr>
          <p:nvPr>
            <p:ph type="pic" sz="quarter" idx="29"/>
          </p:nvPr>
        </p:nvSpPr>
        <p:spPr>
          <a:xfrm>
            <a:off x="26969260" y="4849813"/>
            <a:ext cx="7969133" cy="12019835"/>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Text Placeholder 7">
            <a:extLst>
              <a:ext uri="{FF2B5EF4-FFF2-40B4-BE49-F238E27FC236}">
                <a16:creationId xmlns:a16="http://schemas.microsoft.com/office/drawing/2014/main" id="{2A0C0A2B-E05B-6582-22E0-E2FB87D4F5FE}"/>
              </a:ext>
            </a:extLst>
          </p:cNvPr>
          <p:cNvSpPr>
            <a:spLocks noGrp="1"/>
          </p:cNvSpPr>
          <p:nvPr>
            <p:ph type="body" sz="quarter" idx="67" hasCustomPrompt="1"/>
          </p:nvPr>
        </p:nvSpPr>
        <p:spPr>
          <a:xfrm>
            <a:off x="10087333" y="17063961"/>
            <a:ext cx="7967906"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F252818C-30B9-BEAB-C34B-3FDB45B07855}"/>
              </a:ext>
            </a:extLst>
          </p:cNvPr>
          <p:cNvSpPr>
            <a:spLocks noGrp="1"/>
          </p:cNvSpPr>
          <p:nvPr>
            <p:ph type="body" sz="quarter" idx="68" hasCustomPrompt="1"/>
          </p:nvPr>
        </p:nvSpPr>
        <p:spPr>
          <a:xfrm>
            <a:off x="1630527" y="17063961"/>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3" name="Text Placeholder 7">
            <a:extLst>
              <a:ext uri="{FF2B5EF4-FFF2-40B4-BE49-F238E27FC236}">
                <a16:creationId xmlns:a16="http://schemas.microsoft.com/office/drawing/2014/main" id="{E94F7E10-2AF0-1049-A3BD-C3667BA1A7B7}"/>
              </a:ext>
            </a:extLst>
          </p:cNvPr>
          <p:cNvSpPr>
            <a:spLocks noGrp="1"/>
          </p:cNvSpPr>
          <p:nvPr>
            <p:ph type="body" sz="quarter" idx="69" hasCustomPrompt="1"/>
          </p:nvPr>
        </p:nvSpPr>
        <p:spPr>
          <a:xfrm>
            <a:off x="10087333" y="17751568"/>
            <a:ext cx="7967906"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CCE2100E-D959-41B2-929B-D1BC55772019}"/>
              </a:ext>
            </a:extLst>
          </p:cNvPr>
          <p:cNvSpPr>
            <a:spLocks noGrp="1"/>
          </p:cNvSpPr>
          <p:nvPr>
            <p:ph type="body" sz="quarter" idx="70" hasCustomPrompt="1"/>
          </p:nvPr>
        </p:nvSpPr>
        <p:spPr>
          <a:xfrm>
            <a:off x="1630527" y="17751568"/>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F9556000-DFCA-8B90-EBBC-359C95C3B361}"/>
              </a:ext>
            </a:extLst>
          </p:cNvPr>
          <p:cNvSpPr>
            <a:spLocks noGrp="1"/>
          </p:cNvSpPr>
          <p:nvPr>
            <p:ph type="body" sz="quarter" idx="71" hasCustomPrompt="1"/>
          </p:nvPr>
        </p:nvSpPr>
        <p:spPr>
          <a:xfrm>
            <a:off x="18527529" y="17063961"/>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80DB8C8F-25FA-6C95-C2D7-C138BAA32B50}"/>
              </a:ext>
            </a:extLst>
          </p:cNvPr>
          <p:cNvSpPr>
            <a:spLocks noGrp="1"/>
          </p:cNvSpPr>
          <p:nvPr>
            <p:ph type="body" sz="quarter" idx="72" hasCustomPrompt="1"/>
          </p:nvPr>
        </p:nvSpPr>
        <p:spPr>
          <a:xfrm>
            <a:off x="18527529" y="17751568"/>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63D94597-BF94-1410-90DE-B1569E6B339A}"/>
              </a:ext>
            </a:extLst>
          </p:cNvPr>
          <p:cNvSpPr>
            <a:spLocks noGrp="1"/>
          </p:cNvSpPr>
          <p:nvPr>
            <p:ph type="body" sz="quarter" idx="73" hasCustomPrompt="1"/>
          </p:nvPr>
        </p:nvSpPr>
        <p:spPr>
          <a:xfrm>
            <a:off x="26976037" y="17063961"/>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BF06A1A9-1746-181C-9E88-1422CE2DFEC1}"/>
              </a:ext>
            </a:extLst>
          </p:cNvPr>
          <p:cNvSpPr>
            <a:spLocks noGrp="1"/>
          </p:cNvSpPr>
          <p:nvPr>
            <p:ph type="body" sz="quarter" idx="74" hasCustomPrompt="1"/>
          </p:nvPr>
        </p:nvSpPr>
        <p:spPr>
          <a:xfrm>
            <a:off x="26976037" y="17751568"/>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135586295"/>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27" name="Picture Placeholder 2">
            <a:extLst>
              <a:ext uri="{FF2B5EF4-FFF2-40B4-BE49-F238E27FC236}">
                <a16:creationId xmlns:a16="http://schemas.microsoft.com/office/drawing/2014/main" id="{8907B76C-DA4A-68FA-C798-F3D3ED6D3EEF}"/>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28" name="Picture Placeholder 2">
            <a:extLst>
              <a:ext uri="{FF2B5EF4-FFF2-40B4-BE49-F238E27FC236}">
                <a16:creationId xmlns:a16="http://schemas.microsoft.com/office/drawing/2014/main" id="{80A5F7E9-98C2-BE12-2CFF-1D4269C21CEF}"/>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0" name="Picture Placeholder 2">
            <a:extLst>
              <a:ext uri="{FF2B5EF4-FFF2-40B4-BE49-F238E27FC236}">
                <a16:creationId xmlns:a16="http://schemas.microsoft.com/office/drawing/2014/main" id="{C40D16D0-F1BB-6699-BB7A-3010F14B4E5E}"/>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2" name="Text Placeholder 7">
            <a:extLst>
              <a:ext uri="{FF2B5EF4-FFF2-40B4-BE49-F238E27FC236}">
                <a16:creationId xmlns:a16="http://schemas.microsoft.com/office/drawing/2014/main" id="{669BAFFD-DE29-C3FE-3E3D-0742C54E776F}"/>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3" name="Text Placeholder 7">
            <a:extLst>
              <a:ext uri="{FF2B5EF4-FFF2-40B4-BE49-F238E27FC236}">
                <a16:creationId xmlns:a16="http://schemas.microsoft.com/office/drawing/2014/main" id="{6F8CDCB5-2334-0382-7EDF-D6A8C4C37919}"/>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4" name="Text Placeholder 7">
            <a:extLst>
              <a:ext uri="{FF2B5EF4-FFF2-40B4-BE49-F238E27FC236}">
                <a16:creationId xmlns:a16="http://schemas.microsoft.com/office/drawing/2014/main" id="{3E8130F2-A049-2C2C-49C2-814F60E02EF5}"/>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2EF59D26-21AA-0628-FEAE-B2017AD93D46}"/>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FA27073E-24AC-35B6-4579-F3553211D14F}"/>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7" name="Text Placeholder 7">
            <a:extLst>
              <a:ext uri="{FF2B5EF4-FFF2-40B4-BE49-F238E27FC236}">
                <a16:creationId xmlns:a16="http://schemas.microsoft.com/office/drawing/2014/main" id="{B7137105-F7C8-86F9-A19D-CC0280C95516}"/>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8" name="Picture Placeholder 2">
            <a:extLst>
              <a:ext uri="{FF2B5EF4-FFF2-40B4-BE49-F238E27FC236}">
                <a16:creationId xmlns:a16="http://schemas.microsoft.com/office/drawing/2014/main" id="{C215F7B2-F4E2-412D-DB90-96FF4E146F17}"/>
              </a:ext>
            </a:extLst>
          </p:cNvPr>
          <p:cNvSpPr>
            <a:spLocks noGrp="1"/>
          </p:cNvSpPr>
          <p:nvPr>
            <p:ph type="pic" sz="quarter" idx="75"/>
          </p:nvPr>
        </p:nvSpPr>
        <p:spPr>
          <a:xfrm>
            <a:off x="18520757" y="11931888"/>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F6B1B50B-4191-7EA1-DD61-A96EBE2A0C65}"/>
              </a:ext>
            </a:extLst>
          </p:cNvPr>
          <p:cNvSpPr>
            <a:spLocks noGrp="1"/>
          </p:cNvSpPr>
          <p:nvPr>
            <p:ph type="pic" sz="quarter" idx="76"/>
          </p:nvPr>
        </p:nvSpPr>
        <p:spPr>
          <a:xfrm>
            <a:off x="7265320" y="11931888"/>
            <a:ext cx="10789919" cy="4937760"/>
          </a:xfrm>
          <a:prstGeom prst="rect">
            <a:avLst/>
          </a:prstGeom>
          <a:solidFill>
            <a:srgbClr val="151617">
              <a:alpha val="61000"/>
            </a:srgbClr>
          </a:solidFill>
          <a:ln w="9525">
            <a:solidFill>
              <a:schemeClr val="accent5"/>
            </a:solidFill>
          </a:ln>
        </p:spPr>
        <p:txBody>
          <a:bodyPr tIns="2194560" anchor="ctr"/>
          <a:lstStyle>
            <a:lvl1pPr marL="0" indent="0" algn="ctr">
              <a:buFont typeface="NVIDIA Sans" panose="020B0503020203020204" pitchFamily="34" charset="0"/>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65B4C94D-3029-61DE-18DE-8A6472E970BD}"/>
              </a:ext>
            </a:extLst>
          </p:cNvPr>
          <p:cNvSpPr>
            <a:spLocks noGrp="1"/>
          </p:cNvSpPr>
          <p:nvPr>
            <p:ph type="body" sz="quarter" idx="77" hasCustomPrompt="1"/>
          </p:nvPr>
        </p:nvSpPr>
        <p:spPr>
          <a:xfrm>
            <a:off x="7276587" y="17063961"/>
            <a:ext cx="1077865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CE518717-6ECD-F803-EEF8-2B2D7CF9EB49}"/>
              </a:ext>
            </a:extLst>
          </p:cNvPr>
          <p:cNvSpPr>
            <a:spLocks noGrp="1"/>
          </p:cNvSpPr>
          <p:nvPr>
            <p:ph type="body" sz="quarter" idx="78" hasCustomPrompt="1"/>
          </p:nvPr>
        </p:nvSpPr>
        <p:spPr>
          <a:xfrm>
            <a:off x="7276587" y="17751568"/>
            <a:ext cx="1077865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Text Placeholder 7">
            <a:extLst>
              <a:ext uri="{FF2B5EF4-FFF2-40B4-BE49-F238E27FC236}">
                <a16:creationId xmlns:a16="http://schemas.microsoft.com/office/drawing/2014/main" id="{C5D8EE17-AD94-2DE2-C337-573533395DAF}"/>
              </a:ext>
            </a:extLst>
          </p:cNvPr>
          <p:cNvSpPr>
            <a:spLocks noGrp="1"/>
          </p:cNvSpPr>
          <p:nvPr>
            <p:ph type="body" sz="quarter" idx="79" hasCustomPrompt="1"/>
          </p:nvPr>
        </p:nvSpPr>
        <p:spPr>
          <a:xfrm>
            <a:off x="18533554"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2" name="Text Placeholder 7">
            <a:extLst>
              <a:ext uri="{FF2B5EF4-FFF2-40B4-BE49-F238E27FC236}">
                <a16:creationId xmlns:a16="http://schemas.microsoft.com/office/drawing/2014/main" id="{85A95BB1-6B72-7CA5-06BB-430623F1D273}"/>
              </a:ext>
            </a:extLst>
          </p:cNvPr>
          <p:cNvSpPr>
            <a:spLocks noGrp="1"/>
          </p:cNvSpPr>
          <p:nvPr>
            <p:ph type="body" sz="quarter" idx="80" hasCustomPrompt="1"/>
          </p:nvPr>
        </p:nvSpPr>
        <p:spPr>
          <a:xfrm>
            <a:off x="18533554"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3" name="Title 1">
            <a:extLst>
              <a:ext uri="{FF2B5EF4-FFF2-40B4-BE49-F238E27FC236}">
                <a16:creationId xmlns:a16="http://schemas.microsoft.com/office/drawing/2014/main" id="{8DC5F873-F78F-F1B6-1AFB-37B1EE5098FA}"/>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54" name="Text Placeholder 7">
            <a:extLst>
              <a:ext uri="{FF2B5EF4-FFF2-40B4-BE49-F238E27FC236}">
                <a16:creationId xmlns:a16="http://schemas.microsoft.com/office/drawing/2014/main" id="{8631CFA9-583B-6069-2D7A-BD83D75791B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71443038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30" name="Picture Placeholder 2">
            <a:extLst>
              <a:ext uri="{FF2B5EF4-FFF2-40B4-BE49-F238E27FC236}">
                <a16:creationId xmlns:a16="http://schemas.microsoft.com/office/drawing/2014/main" id="{B1953C1A-70BD-1EAA-9874-87A836A8195E}"/>
              </a:ext>
            </a:extLst>
          </p:cNvPr>
          <p:cNvSpPr>
            <a:spLocks noGrp="1"/>
          </p:cNvSpPr>
          <p:nvPr>
            <p:ph type="pic" sz="quarter" idx="24"/>
          </p:nvPr>
        </p:nvSpPr>
        <p:spPr>
          <a:xfrm>
            <a:off x="1289139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1" name="Picture Placeholder 2">
            <a:extLst>
              <a:ext uri="{FF2B5EF4-FFF2-40B4-BE49-F238E27FC236}">
                <a16:creationId xmlns:a16="http://schemas.microsoft.com/office/drawing/2014/main" id="{9252F9A9-D932-EDF6-7A48-D5D93A404550}"/>
              </a:ext>
            </a:extLst>
          </p:cNvPr>
          <p:cNvSpPr>
            <a:spLocks noGrp="1"/>
          </p:cNvSpPr>
          <p:nvPr>
            <p:ph type="pic" sz="quarter" idx="20"/>
          </p:nvPr>
        </p:nvSpPr>
        <p:spPr>
          <a:xfrm>
            <a:off x="164558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D0D95889-F2DB-3BC9-69A2-99832FFC9845}"/>
              </a:ext>
            </a:extLst>
          </p:cNvPr>
          <p:cNvSpPr>
            <a:spLocks noGrp="1"/>
          </p:cNvSpPr>
          <p:nvPr>
            <p:ph type="pic" sz="quarter" idx="28"/>
          </p:nvPr>
        </p:nvSpPr>
        <p:spPr>
          <a:xfrm>
            <a:off x="24148473" y="4849814"/>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Text Placeholder 7">
            <a:extLst>
              <a:ext uri="{FF2B5EF4-FFF2-40B4-BE49-F238E27FC236}">
                <a16:creationId xmlns:a16="http://schemas.microsoft.com/office/drawing/2014/main" id="{20BBE6F4-0357-A4FD-1E64-134C0BB676E5}"/>
              </a:ext>
            </a:extLst>
          </p:cNvPr>
          <p:cNvSpPr>
            <a:spLocks noGrp="1"/>
          </p:cNvSpPr>
          <p:nvPr>
            <p:ph type="body" sz="quarter" idx="59" hasCustomPrompt="1"/>
          </p:nvPr>
        </p:nvSpPr>
        <p:spPr>
          <a:xfrm>
            <a:off x="1656844"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4" name="Text Placeholder 7">
            <a:extLst>
              <a:ext uri="{FF2B5EF4-FFF2-40B4-BE49-F238E27FC236}">
                <a16:creationId xmlns:a16="http://schemas.microsoft.com/office/drawing/2014/main" id="{BFAE3A57-5BF4-79B4-4629-2CC735C71FE5}"/>
              </a:ext>
            </a:extLst>
          </p:cNvPr>
          <p:cNvSpPr>
            <a:spLocks noGrp="1"/>
          </p:cNvSpPr>
          <p:nvPr>
            <p:ph type="body" sz="quarter" idx="63" hasCustomPrompt="1"/>
          </p:nvPr>
        </p:nvSpPr>
        <p:spPr>
          <a:xfrm>
            <a:off x="1656844"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Text Placeholder 7">
            <a:extLst>
              <a:ext uri="{FF2B5EF4-FFF2-40B4-BE49-F238E27FC236}">
                <a16:creationId xmlns:a16="http://schemas.microsoft.com/office/drawing/2014/main" id="{99A50CCA-B5CD-F9AE-216F-C421A1BD9F04}"/>
              </a:ext>
            </a:extLst>
          </p:cNvPr>
          <p:cNvSpPr>
            <a:spLocks noGrp="1"/>
          </p:cNvSpPr>
          <p:nvPr>
            <p:ph type="body" sz="quarter" idx="64" hasCustomPrompt="1"/>
          </p:nvPr>
        </p:nvSpPr>
        <p:spPr>
          <a:xfrm>
            <a:off x="12894348" y="9981886"/>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6" name="Text Placeholder 7">
            <a:extLst>
              <a:ext uri="{FF2B5EF4-FFF2-40B4-BE49-F238E27FC236}">
                <a16:creationId xmlns:a16="http://schemas.microsoft.com/office/drawing/2014/main" id="{757508AA-A2C8-98B6-81F3-50D83C5092CF}"/>
              </a:ext>
            </a:extLst>
          </p:cNvPr>
          <p:cNvSpPr>
            <a:spLocks noGrp="1"/>
          </p:cNvSpPr>
          <p:nvPr>
            <p:ph type="body" sz="quarter" idx="65" hasCustomPrompt="1"/>
          </p:nvPr>
        </p:nvSpPr>
        <p:spPr>
          <a:xfrm>
            <a:off x="12894348" y="10669493"/>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7" name="Text Placeholder 7">
            <a:extLst>
              <a:ext uri="{FF2B5EF4-FFF2-40B4-BE49-F238E27FC236}">
                <a16:creationId xmlns:a16="http://schemas.microsoft.com/office/drawing/2014/main" id="{F4222A90-C423-A76E-E4A1-DC33CE530C35}"/>
              </a:ext>
            </a:extLst>
          </p:cNvPr>
          <p:cNvSpPr>
            <a:spLocks noGrp="1"/>
          </p:cNvSpPr>
          <p:nvPr>
            <p:ph type="body" sz="quarter" idx="66" hasCustomPrompt="1"/>
          </p:nvPr>
        </p:nvSpPr>
        <p:spPr>
          <a:xfrm>
            <a:off x="24151315" y="9981886"/>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4" name="Text Placeholder 7">
            <a:extLst>
              <a:ext uri="{FF2B5EF4-FFF2-40B4-BE49-F238E27FC236}">
                <a16:creationId xmlns:a16="http://schemas.microsoft.com/office/drawing/2014/main" id="{4209A868-D6F4-3E49-A6A2-D0B83BADF3A9}"/>
              </a:ext>
            </a:extLst>
          </p:cNvPr>
          <p:cNvSpPr>
            <a:spLocks noGrp="1"/>
          </p:cNvSpPr>
          <p:nvPr>
            <p:ph type="body" sz="quarter" idx="67" hasCustomPrompt="1"/>
          </p:nvPr>
        </p:nvSpPr>
        <p:spPr>
          <a:xfrm>
            <a:off x="24151315" y="10669493"/>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5" name="Picture Placeholder 2">
            <a:extLst>
              <a:ext uri="{FF2B5EF4-FFF2-40B4-BE49-F238E27FC236}">
                <a16:creationId xmlns:a16="http://schemas.microsoft.com/office/drawing/2014/main" id="{9C37E9B7-863B-6FEB-5E35-885ED1194BFF}"/>
              </a:ext>
            </a:extLst>
          </p:cNvPr>
          <p:cNvSpPr>
            <a:spLocks noGrp="1"/>
          </p:cNvSpPr>
          <p:nvPr>
            <p:ph type="pic" sz="quarter" idx="68"/>
          </p:nvPr>
        </p:nvSpPr>
        <p:spPr>
          <a:xfrm>
            <a:off x="1290265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6" name="Picture Placeholder 2">
            <a:extLst>
              <a:ext uri="{FF2B5EF4-FFF2-40B4-BE49-F238E27FC236}">
                <a16:creationId xmlns:a16="http://schemas.microsoft.com/office/drawing/2014/main" id="{577FA631-E033-ADBD-0DC9-D0DB5E39C199}"/>
              </a:ext>
            </a:extLst>
          </p:cNvPr>
          <p:cNvSpPr>
            <a:spLocks noGrp="1"/>
          </p:cNvSpPr>
          <p:nvPr>
            <p:ph type="pic" sz="quarter" idx="69"/>
          </p:nvPr>
        </p:nvSpPr>
        <p:spPr>
          <a:xfrm>
            <a:off x="165684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381881A2-4556-E0E7-4976-CE4CA8B44BD2}"/>
              </a:ext>
            </a:extLst>
          </p:cNvPr>
          <p:cNvSpPr>
            <a:spLocks noGrp="1"/>
          </p:cNvSpPr>
          <p:nvPr>
            <p:ph type="pic" sz="quarter" idx="70"/>
          </p:nvPr>
        </p:nvSpPr>
        <p:spPr>
          <a:xfrm>
            <a:off x="24159734" y="11931889"/>
            <a:ext cx="1078992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Text Placeholder 7">
            <a:extLst>
              <a:ext uri="{FF2B5EF4-FFF2-40B4-BE49-F238E27FC236}">
                <a16:creationId xmlns:a16="http://schemas.microsoft.com/office/drawing/2014/main" id="{3E8E5407-C49C-0C9D-34F8-F6F0488021F6}"/>
              </a:ext>
            </a:extLst>
          </p:cNvPr>
          <p:cNvSpPr>
            <a:spLocks noGrp="1"/>
          </p:cNvSpPr>
          <p:nvPr>
            <p:ph type="body" sz="quarter" idx="71" hasCustomPrompt="1"/>
          </p:nvPr>
        </p:nvSpPr>
        <p:spPr>
          <a:xfrm>
            <a:off x="1668105"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9" name="Text Placeholder 7">
            <a:extLst>
              <a:ext uri="{FF2B5EF4-FFF2-40B4-BE49-F238E27FC236}">
                <a16:creationId xmlns:a16="http://schemas.microsoft.com/office/drawing/2014/main" id="{22DA5A94-C231-4766-8AC7-EF73C16EBD61}"/>
              </a:ext>
            </a:extLst>
          </p:cNvPr>
          <p:cNvSpPr>
            <a:spLocks noGrp="1"/>
          </p:cNvSpPr>
          <p:nvPr>
            <p:ph type="body" sz="quarter" idx="72" hasCustomPrompt="1"/>
          </p:nvPr>
        </p:nvSpPr>
        <p:spPr>
          <a:xfrm>
            <a:off x="1668105"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0" name="Text Placeholder 7">
            <a:extLst>
              <a:ext uri="{FF2B5EF4-FFF2-40B4-BE49-F238E27FC236}">
                <a16:creationId xmlns:a16="http://schemas.microsoft.com/office/drawing/2014/main" id="{00B4030C-05CF-B466-BA8F-C340617A5787}"/>
              </a:ext>
            </a:extLst>
          </p:cNvPr>
          <p:cNvSpPr>
            <a:spLocks noGrp="1"/>
          </p:cNvSpPr>
          <p:nvPr>
            <p:ph type="body" sz="quarter" idx="73" hasCustomPrompt="1"/>
          </p:nvPr>
        </p:nvSpPr>
        <p:spPr>
          <a:xfrm>
            <a:off x="12905609" y="17063961"/>
            <a:ext cx="1077865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1" name="Text Placeholder 7">
            <a:extLst>
              <a:ext uri="{FF2B5EF4-FFF2-40B4-BE49-F238E27FC236}">
                <a16:creationId xmlns:a16="http://schemas.microsoft.com/office/drawing/2014/main" id="{894CEECC-D038-E547-DC3E-DE08CED8E7DA}"/>
              </a:ext>
            </a:extLst>
          </p:cNvPr>
          <p:cNvSpPr>
            <a:spLocks noGrp="1"/>
          </p:cNvSpPr>
          <p:nvPr>
            <p:ph type="body" sz="quarter" idx="74" hasCustomPrompt="1"/>
          </p:nvPr>
        </p:nvSpPr>
        <p:spPr>
          <a:xfrm>
            <a:off x="12905609" y="17751568"/>
            <a:ext cx="1077865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2" name="Text Placeholder 7">
            <a:extLst>
              <a:ext uri="{FF2B5EF4-FFF2-40B4-BE49-F238E27FC236}">
                <a16:creationId xmlns:a16="http://schemas.microsoft.com/office/drawing/2014/main" id="{194DC10A-126A-4CF6-0FD2-5B6BB2EFDEBD}"/>
              </a:ext>
            </a:extLst>
          </p:cNvPr>
          <p:cNvSpPr>
            <a:spLocks noGrp="1"/>
          </p:cNvSpPr>
          <p:nvPr>
            <p:ph type="body" sz="quarter" idx="75" hasCustomPrompt="1"/>
          </p:nvPr>
        </p:nvSpPr>
        <p:spPr>
          <a:xfrm>
            <a:off x="24162576" y="17063961"/>
            <a:ext cx="107791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57F8B789-2F41-F510-798B-CCE7F38AB05B}"/>
              </a:ext>
            </a:extLst>
          </p:cNvPr>
          <p:cNvSpPr>
            <a:spLocks noGrp="1"/>
          </p:cNvSpPr>
          <p:nvPr>
            <p:ph type="body" sz="quarter" idx="76" hasCustomPrompt="1"/>
          </p:nvPr>
        </p:nvSpPr>
        <p:spPr>
          <a:xfrm>
            <a:off x="24162576" y="17751568"/>
            <a:ext cx="107791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itle 1">
            <a:extLst>
              <a:ext uri="{FF2B5EF4-FFF2-40B4-BE49-F238E27FC236}">
                <a16:creationId xmlns:a16="http://schemas.microsoft.com/office/drawing/2014/main" id="{01540E5A-2872-4A69-C821-D69B87963A67}"/>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65" name="Text Placeholder 7">
            <a:extLst>
              <a:ext uri="{FF2B5EF4-FFF2-40B4-BE49-F238E27FC236}">
                <a16:creationId xmlns:a16="http://schemas.microsoft.com/office/drawing/2014/main" id="{C4FBCAD5-F75E-2024-91A6-AF69090C6A02}"/>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23705060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30" name="Text Placeholder 7">
            <a:extLst>
              <a:ext uri="{FF2B5EF4-FFF2-40B4-BE49-F238E27FC236}">
                <a16:creationId xmlns:a16="http://schemas.microsoft.com/office/drawing/2014/main" id="{544D2068-6849-9B7C-6BC5-5E5F7AA4A629}"/>
              </a:ext>
            </a:extLst>
          </p:cNvPr>
          <p:cNvSpPr>
            <a:spLocks noGrp="1"/>
          </p:cNvSpPr>
          <p:nvPr>
            <p:ph type="body" sz="quarter" idx="37" hasCustomPrompt="1"/>
          </p:nvPr>
        </p:nvSpPr>
        <p:spPr>
          <a:xfrm>
            <a:off x="14335071" y="17059122"/>
            <a:ext cx="795528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CBD648D6-A7DD-1281-7F44-26AAC46ED236}"/>
              </a:ext>
            </a:extLst>
          </p:cNvPr>
          <p:cNvSpPr>
            <a:spLocks noGrp="1"/>
          </p:cNvSpPr>
          <p:nvPr>
            <p:ph type="body" sz="quarter" idx="39" hasCustomPrompt="1"/>
          </p:nvPr>
        </p:nvSpPr>
        <p:spPr>
          <a:xfrm>
            <a:off x="5886573" y="17059122"/>
            <a:ext cx="7970338"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5" name="Text Placeholder 7">
            <a:extLst>
              <a:ext uri="{FF2B5EF4-FFF2-40B4-BE49-F238E27FC236}">
                <a16:creationId xmlns:a16="http://schemas.microsoft.com/office/drawing/2014/main" id="{CA889FC2-EEE4-383A-34F1-AA6640C2BEE9}"/>
              </a:ext>
            </a:extLst>
          </p:cNvPr>
          <p:cNvSpPr>
            <a:spLocks noGrp="1"/>
          </p:cNvSpPr>
          <p:nvPr>
            <p:ph type="body" sz="quarter" idx="40" hasCustomPrompt="1"/>
          </p:nvPr>
        </p:nvSpPr>
        <p:spPr>
          <a:xfrm>
            <a:off x="14335071" y="17727056"/>
            <a:ext cx="795528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6" name="Text Placeholder 7">
            <a:extLst>
              <a:ext uri="{FF2B5EF4-FFF2-40B4-BE49-F238E27FC236}">
                <a16:creationId xmlns:a16="http://schemas.microsoft.com/office/drawing/2014/main" id="{97DD1B20-C6FB-A50F-E2B0-453434ECCBAC}"/>
              </a:ext>
            </a:extLst>
          </p:cNvPr>
          <p:cNvSpPr>
            <a:spLocks noGrp="1"/>
          </p:cNvSpPr>
          <p:nvPr>
            <p:ph type="body" sz="quarter" idx="43" hasCustomPrompt="1"/>
          </p:nvPr>
        </p:nvSpPr>
        <p:spPr>
          <a:xfrm>
            <a:off x="5886573" y="17727056"/>
            <a:ext cx="7970338"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7" name="Picture Placeholder 2">
            <a:extLst>
              <a:ext uri="{FF2B5EF4-FFF2-40B4-BE49-F238E27FC236}">
                <a16:creationId xmlns:a16="http://schemas.microsoft.com/office/drawing/2014/main" id="{AE5F378B-4650-A769-498F-70E97D832944}"/>
              </a:ext>
            </a:extLst>
          </p:cNvPr>
          <p:cNvSpPr>
            <a:spLocks noGrp="1"/>
          </p:cNvSpPr>
          <p:nvPr>
            <p:ph type="pic" sz="quarter" idx="46"/>
          </p:nvPr>
        </p:nvSpPr>
        <p:spPr>
          <a:xfrm>
            <a:off x="588657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38" name="Picture Placeholder 2">
            <a:extLst>
              <a:ext uri="{FF2B5EF4-FFF2-40B4-BE49-F238E27FC236}">
                <a16:creationId xmlns:a16="http://schemas.microsoft.com/office/drawing/2014/main" id="{4D0EBD50-D183-BA46-8F9A-CA94A31E251D}"/>
              </a:ext>
            </a:extLst>
          </p:cNvPr>
          <p:cNvSpPr>
            <a:spLocks noGrp="1"/>
          </p:cNvSpPr>
          <p:nvPr>
            <p:ph type="pic" sz="quarter" idx="47"/>
          </p:nvPr>
        </p:nvSpPr>
        <p:spPr>
          <a:xfrm>
            <a:off x="1433507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8" name="Picture Placeholder 2">
            <a:extLst>
              <a:ext uri="{FF2B5EF4-FFF2-40B4-BE49-F238E27FC236}">
                <a16:creationId xmlns:a16="http://schemas.microsoft.com/office/drawing/2014/main" id="{B28D2A90-D084-131D-BC81-F32026B9D485}"/>
              </a:ext>
            </a:extLst>
          </p:cNvPr>
          <p:cNvSpPr>
            <a:spLocks noGrp="1"/>
          </p:cNvSpPr>
          <p:nvPr>
            <p:ph type="pic" sz="quarter" idx="48"/>
          </p:nvPr>
        </p:nvSpPr>
        <p:spPr>
          <a:xfrm>
            <a:off x="2278357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9" name="Text Placeholder 7">
            <a:extLst>
              <a:ext uri="{FF2B5EF4-FFF2-40B4-BE49-F238E27FC236}">
                <a16:creationId xmlns:a16="http://schemas.microsoft.com/office/drawing/2014/main" id="{C31F641B-69D7-D8F7-664B-8DC4432B48D7}"/>
              </a:ext>
            </a:extLst>
          </p:cNvPr>
          <p:cNvSpPr>
            <a:spLocks noGrp="1"/>
          </p:cNvSpPr>
          <p:nvPr>
            <p:ph type="body" sz="quarter" idx="50" hasCustomPrompt="1"/>
          </p:nvPr>
        </p:nvSpPr>
        <p:spPr>
          <a:xfrm>
            <a:off x="22783575" y="17059122"/>
            <a:ext cx="7951467"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0" name="Text Placeholder 7">
            <a:extLst>
              <a:ext uri="{FF2B5EF4-FFF2-40B4-BE49-F238E27FC236}">
                <a16:creationId xmlns:a16="http://schemas.microsoft.com/office/drawing/2014/main" id="{523F0B05-8C96-0447-48C6-977D2CE10924}"/>
              </a:ext>
            </a:extLst>
          </p:cNvPr>
          <p:cNvSpPr>
            <a:spLocks noGrp="1"/>
          </p:cNvSpPr>
          <p:nvPr>
            <p:ph type="body" sz="quarter" idx="51" hasCustomPrompt="1"/>
          </p:nvPr>
        </p:nvSpPr>
        <p:spPr>
          <a:xfrm>
            <a:off x="22783575" y="17727056"/>
            <a:ext cx="7951467"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1" name="Picture Placeholder 2">
            <a:extLst>
              <a:ext uri="{FF2B5EF4-FFF2-40B4-BE49-F238E27FC236}">
                <a16:creationId xmlns:a16="http://schemas.microsoft.com/office/drawing/2014/main" id="{450F6A7B-55D2-E137-09E7-D5EB0FECCA2C}"/>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36E7E436-EF57-51FD-A8FB-FDA402DAB660}"/>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Picture Placeholder 2">
            <a:extLst>
              <a:ext uri="{FF2B5EF4-FFF2-40B4-BE49-F238E27FC236}">
                <a16:creationId xmlns:a16="http://schemas.microsoft.com/office/drawing/2014/main" id="{11D06D85-EEB0-0A4E-44A0-04EB0FDA4913}"/>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5" name="Picture Placeholder 2">
            <a:extLst>
              <a:ext uri="{FF2B5EF4-FFF2-40B4-BE49-F238E27FC236}">
                <a16:creationId xmlns:a16="http://schemas.microsoft.com/office/drawing/2014/main" id="{9CAB601B-BE03-84B9-C2D3-F9A9DD36F0DA}"/>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6" name="Text Placeholder 7">
            <a:extLst>
              <a:ext uri="{FF2B5EF4-FFF2-40B4-BE49-F238E27FC236}">
                <a16:creationId xmlns:a16="http://schemas.microsoft.com/office/drawing/2014/main" id="{2901EEFF-A05E-86EF-2959-BEBE7506CE37}"/>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7" name="Text Placeholder 7">
            <a:extLst>
              <a:ext uri="{FF2B5EF4-FFF2-40B4-BE49-F238E27FC236}">
                <a16:creationId xmlns:a16="http://schemas.microsoft.com/office/drawing/2014/main" id="{CA5DE0BE-2247-E600-19F8-62852DE95A34}"/>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8" name="Text Placeholder 7">
            <a:extLst>
              <a:ext uri="{FF2B5EF4-FFF2-40B4-BE49-F238E27FC236}">
                <a16:creationId xmlns:a16="http://schemas.microsoft.com/office/drawing/2014/main" id="{7D33E875-82FA-EFBA-E610-7A1BB8D8E0D0}"/>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9" name="Text Placeholder 7">
            <a:extLst>
              <a:ext uri="{FF2B5EF4-FFF2-40B4-BE49-F238E27FC236}">
                <a16:creationId xmlns:a16="http://schemas.microsoft.com/office/drawing/2014/main" id="{16E04D83-5D56-3ED0-0106-291190FF16C1}"/>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0" name="Text Placeholder 7">
            <a:extLst>
              <a:ext uri="{FF2B5EF4-FFF2-40B4-BE49-F238E27FC236}">
                <a16:creationId xmlns:a16="http://schemas.microsoft.com/office/drawing/2014/main" id="{B72D7370-4F41-FFA7-2106-37908325FCCD}"/>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1" name="Text Placeholder 7">
            <a:extLst>
              <a:ext uri="{FF2B5EF4-FFF2-40B4-BE49-F238E27FC236}">
                <a16:creationId xmlns:a16="http://schemas.microsoft.com/office/drawing/2014/main" id="{AFF43D71-DEF4-2B0C-C6B4-BCAFBD852717}"/>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2" name="Text Placeholder 7">
            <a:extLst>
              <a:ext uri="{FF2B5EF4-FFF2-40B4-BE49-F238E27FC236}">
                <a16:creationId xmlns:a16="http://schemas.microsoft.com/office/drawing/2014/main" id="{F818D8AD-CFB5-A8CB-CABB-19C1B1AFE5BA}"/>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23409FA5-2A41-C5C8-6575-A607630F90FC}"/>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itle 1">
            <a:extLst>
              <a:ext uri="{FF2B5EF4-FFF2-40B4-BE49-F238E27FC236}">
                <a16:creationId xmlns:a16="http://schemas.microsoft.com/office/drawing/2014/main" id="{3B193957-7130-A79D-273C-851474BDCDC0}"/>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75" name="Text Placeholder 7">
            <a:extLst>
              <a:ext uri="{FF2B5EF4-FFF2-40B4-BE49-F238E27FC236}">
                <a16:creationId xmlns:a16="http://schemas.microsoft.com/office/drawing/2014/main" id="{DA822B21-EE98-CD37-EC99-C8836B3004D5}"/>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59005909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41" name="Picture Placeholder 2">
            <a:extLst>
              <a:ext uri="{FF2B5EF4-FFF2-40B4-BE49-F238E27FC236}">
                <a16:creationId xmlns:a16="http://schemas.microsoft.com/office/drawing/2014/main" id="{5EA57D4F-DD4C-CA06-8F17-B354B7AF0AE5}"/>
              </a:ext>
            </a:extLst>
          </p:cNvPr>
          <p:cNvSpPr>
            <a:spLocks noGrp="1"/>
          </p:cNvSpPr>
          <p:nvPr>
            <p:ph type="pic" sz="quarter" idx="46"/>
          </p:nvPr>
        </p:nvSpPr>
        <p:spPr>
          <a:xfrm>
            <a:off x="1637603"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2" name="Picture Placeholder 2">
            <a:extLst>
              <a:ext uri="{FF2B5EF4-FFF2-40B4-BE49-F238E27FC236}">
                <a16:creationId xmlns:a16="http://schemas.microsoft.com/office/drawing/2014/main" id="{06F88D93-EC5D-0F4F-2D03-D40CFF157D49}"/>
              </a:ext>
            </a:extLst>
          </p:cNvPr>
          <p:cNvSpPr>
            <a:spLocks noGrp="1"/>
          </p:cNvSpPr>
          <p:nvPr>
            <p:ph type="pic" sz="quarter" idx="47"/>
          </p:nvPr>
        </p:nvSpPr>
        <p:spPr>
          <a:xfrm>
            <a:off x="10086104"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3" name="Picture Placeholder 2">
            <a:extLst>
              <a:ext uri="{FF2B5EF4-FFF2-40B4-BE49-F238E27FC236}">
                <a16:creationId xmlns:a16="http://schemas.microsoft.com/office/drawing/2014/main" id="{E2460103-C7AD-1E73-A79D-2130A59BA43E}"/>
              </a:ext>
            </a:extLst>
          </p:cNvPr>
          <p:cNvSpPr>
            <a:spLocks noGrp="1"/>
          </p:cNvSpPr>
          <p:nvPr>
            <p:ph type="pic" sz="quarter" idx="48"/>
          </p:nvPr>
        </p:nvSpPr>
        <p:spPr>
          <a:xfrm>
            <a:off x="18534606"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4" name="Picture Placeholder 2">
            <a:extLst>
              <a:ext uri="{FF2B5EF4-FFF2-40B4-BE49-F238E27FC236}">
                <a16:creationId xmlns:a16="http://schemas.microsoft.com/office/drawing/2014/main" id="{CB4626F4-FF48-A6FD-42A0-87CB9D35E8BB}"/>
              </a:ext>
            </a:extLst>
          </p:cNvPr>
          <p:cNvSpPr>
            <a:spLocks noGrp="1"/>
          </p:cNvSpPr>
          <p:nvPr>
            <p:ph type="pic" sz="quarter" idx="24"/>
          </p:nvPr>
        </p:nvSpPr>
        <p:spPr>
          <a:xfrm>
            <a:off x="18534610"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5" name="Picture Placeholder 2">
            <a:extLst>
              <a:ext uri="{FF2B5EF4-FFF2-40B4-BE49-F238E27FC236}">
                <a16:creationId xmlns:a16="http://schemas.microsoft.com/office/drawing/2014/main" id="{EBBF469D-EB9A-C1CD-A4E0-EFCD4EF63ED8}"/>
              </a:ext>
            </a:extLst>
          </p:cNvPr>
          <p:cNvSpPr>
            <a:spLocks noGrp="1"/>
          </p:cNvSpPr>
          <p:nvPr>
            <p:ph type="pic" sz="quarter" idx="20"/>
          </p:nvPr>
        </p:nvSpPr>
        <p:spPr>
          <a:xfrm>
            <a:off x="10086108"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398E7A27-AB90-AE4B-9C41-537061139935}"/>
              </a:ext>
            </a:extLst>
          </p:cNvPr>
          <p:cNvSpPr>
            <a:spLocks noGrp="1"/>
          </p:cNvSpPr>
          <p:nvPr>
            <p:ph type="pic" sz="quarter" idx="52"/>
          </p:nvPr>
        </p:nvSpPr>
        <p:spPr>
          <a:xfrm>
            <a:off x="1637606"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375CDD23-925E-31A1-C3FF-2D6ED9D05AAB}"/>
              </a:ext>
            </a:extLst>
          </p:cNvPr>
          <p:cNvSpPr>
            <a:spLocks noGrp="1"/>
          </p:cNvSpPr>
          <p:nvPr>
            <p:ph type="pic" sz="quarter" idx="28"/>
          </p:nvPr>
        </p:nvSpPr>
        <p:spPr>
          <a:xfrm>
            <a:off x="26983113" y="4849814"/>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Picture Placeholder 2">
            <a:extLst>
              <a:ext uri="{FF2B5EF4-FFF2-40B4-BE49-F238E27FC236}">
                <a16:creationId xmlns:a16="http://schemas.microsoft.com/office/drawing/2014/main" id="{15BDAD05-3EAC-DFAA-EDD1-1D9E9C002116}"/>
              </a:ext>
            </a:extLst>
          </p:cNvPr>
          <p:cNvSpPr>
            <a:spLocks noGrp="1"/>
          </p:cNvSpPr>
          <p:nvPr>
            <p:ph type="pic" sz="quarter" idx="53"/>
          </p:nvPr>
        </p:nvSpPr>
        <p:spPr>
          <a:xfrm>
            <a:off x="26968061" y="11926198"/>
            <a:ext cx="795528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40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5" name="Text Placeholder 7">
            <a:extLst>
              <a:ext uri="{FF2B5EF4-FFF2-40B4-BE49-F238E27FC236}">
                <a16:creationId xmlns:a16="http://schemas.microsoft.com/office/drawing/2014/main" id="{2360B2E4-D618-5423-3E76-F376EBCA0102}"/>
              </a:ext>
            </a:extLst>
          </p:cNvPr>
          <p:cNvSpPr>
            <a:spLocks noGrp="1"/>
          </p:cNvSpPr>
          <p:nvPr>
            <p:ph type="body" sz="quarter" idx="59" hasCustomPrompt="1"/>
          </p:nvPr>
        </p:nvSpPr>
        <p:spPr>
          <a:xfrm>
            <a:off x="10094409"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6" name="Text Placeholder 7">
            <a:extLst>
              <a:ext uri="{FF2B5EF4-FFF2-40B4-BE49-F238E27FC236}">
                <a16:creationId xmlns:a16="http://schemas.microsoft.com/office/drawing/2014/main" id="{AD06D986-4434-AF51-6805-3B97BBB76942}"/>
              </a:ext>
            </a:extLst>
          </p:cNvPr>
          <p:cNvSpPr>
            <a:spLocks noGrp="1"/>
          </p:cNvSpPr>
          <p:nvPr>
            <p:ph type="body" sz="quarter" idx="60" hasCustomPrompt="1"/>
          </p:nvPr>
        </p:nvSpPr>
        <p:spPr>
          <a:xfrm>
            <a:off x="1637603" y="9981886"/>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7" name="Text Placeholder 7">
            <a:extLst>
              <a:ext uri="{FF2B5EF4-FFF2-40B4-BE49-F238E27FC236}">
                <a16:creationId xmlns:a16="http://schemas.microsoft.com/office/drawing/2014/main" id="{1F515353-8B00-746C-A2DE-32E93A0F1A02}"/>
              </a:ext>
            </a:extLst>
          </p:cNvPr>
          <p:cNvSpPr>
            <a:spLocks noGrp="1"/>
          </p:cNvSpPr>
          <p:nvPr>
            <p:ph type="body" sz="quarter" idx="61" hasCustomPrompt="1"/>
          </p:nvPr>
        </p:nvSpPr>
        <p:spPr>
          <a:xfrm>
            <a:off x="10094409"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8" name="Text Placeholder 7">
            <a:extLst>
              <a:ext uri="{FF2B5EF4-FFF2-40B4-BE49-F238E27FC236}">
                <a16:creationId xmlns:a16="http://schemas.microsoft.com/office/drawing/2014/main" id="{5744BB22-B21A-41F1-3AC0-E5405D3F38B9}"/>
              </a:ext>
            </a:extLst>
          </p:cNvPr>
          <p:cNvSpPr>
            <a:spLocks noGrp="1"/>
          </p:cNvSpPr>
          <p:nvPr>
            <p:ph type="body" sz="quarter" idx="62" hasCustomPrompt="1"/>
          </p:nvPr>
        </p:nvSpPr>
        <p:spPr>
          <a:xfrm>
            <a:off x="1637603" y="10669493"/>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9" name="Text Placeholder 7">
            <a:extLst>
              <a:ext uri="{FF2B5EF4-FFF2-40B4-BE49-F238E27FC236}">
                <a16:creationId xmlns:a16="http://schemas.microsoft.com/office/drawing/2014/main" id="{8435F4BE-979D-A31E-822F-BE5B89134C2E}"/>
              </a:ext>
            </a:extLst>
          </p:cNvPr>
          <p:cNvSpPr>
            <a:spLocks noGrp="1"/>
          </p:cNvSpPr>
          <p:nvPr>
            <p:ph type="body" sz="quarter" idx="63" hasCustomPrompt="1"/>
          </p:nvPr>
        </p:nvSpPr>
        <p:spPr>
          <a:xfrm>
            <a:off x="18534605" y="9981886"/>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0" name="Text Placeholder 7">
            <a:extLst>
              <a:ext uri="{FF2B5EF4-FFF2-40B4-BE49-F238E27FC236}">
                <a16:creationId xmlns:a16="http://schemas.microsoft.com/office/drawing/2014/main" id="{677BC232-CE11-33FD-E959-01E1784345E8}"/>
              </a:ext>
            </a:extLst>
          </p:cNvPr>
          <p:cNvSpPr>
            <a:spLocks noGrp="1"/>
          </p:cNvSpPr>
          <p:nvPr>
            <p:ph type="body" sz="quarter" idx="64" hasCustomPrompt="1"/>
          </p:nvPr>
        </p:nvSpPr>
        <p:spPr>
          <a:xfrm>
            <a:off x="18534605" y="10669493"/>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1" name="Text Placeholder 7">
            <a:extLst>
              <a:ext uri="{FF2B5EF4-FFF2-40B4-BE49-F238E27FC236}">
                <a16:creationId xmlns:a16="http://schemas.microsoft.com/office/drawing/2014/main" id="{44F4CD93-1747-0EB8-E78A-72E497AAB234}"/>
              </a:ext>
            </a:extLst>
          </p:cNvPr>
          <p:cNvSpPr>
            <a:spLocks noGrp="1"/>
          </p:cNvSpPr>
          <p:nvPr>
            <p:ph type="body" sz="quarter" idx="65" hasCustomPrompt="1"/>
          </p:nvPr>
        </p:nvSpPr>
        <p:spPr>
          <a:xfrm>
            <a:off x="26983113" y="9981886"/>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2" name="Text Placeholder 7">
            <a:extLst>
              <a:ext uri="{FF2B5EF4-FFF2-40B4-BE49-F238E27FC236}">
                <a16:creationId xmlns:a16="http://schemas.microsoft.com/office/drawing/2014/main" id="{1A697863-003A-44B9-586E-527F58EF7822}"/>
              </a:ext>
            </a:extLst>
          </p:cNvPr>
          <p:cNvSpPr>
            <a:spLocks noGrp="1"/>
          </p:cNvSpPr>
          <p:nvPr>
            <p:ph type="body" sz="quarter" idx="66" hasCustomPrompt="1"/>
          </p:nvPr>
        </p:nvSpPr>
        <p:spPr>
          <a:xfrm>
            <a:off x="26983113" y="10669493"/>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3" name="Text Placeholder 7">
            <a:extLst>
              <a:ext uri="{FF2B5EF4-FFF2-40B4-BE49-F238E27FC236}">
                <a16:creationId xmlns:a16="http://schemas.microsoft.com/office/drawing/2014/main" id="{F51F4D18-0362-FD9E-AC25-A4A81A8B19E3}"/>
              </a:ext>
            </a:extLst>
          </p:cNvPr>
          <p:cNvSpPr>
            <a:spLocks noGrp="1"/>
          </p:cNvSpPr>
          <p:nvPr>
            <p:ph type="body" sz="quarter" idx="67" hasCustomPrompt="1"/>
          </p:nvPr>
        </p:nvSpPr>
        <p:spPr>
          <a:xfrm>
            <a:off x="10087333"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4" name="Text Placeholder 7">
            <a:extLst>
              <a:ext uri="{FF2B5EF4-FFF2-40B4-BE49-F238E27FC236}">
                <a16:creationId xmlns:a16="http://schemas.microsoft.com/office/drawing/2014/main" id="{53B0CD77-A671-31CB-AC75-0C7EC845BB12}"/>
              </a:ext>
            </a:extLst>
          </p:cNvPr>
          <p:cNvSpPr>
            <a:spLocks noGrp="1"/>
          </p:cNvSpPr>
          <p:nvPr>
            <p:ph type="body" sz="quarter" idx="68" hasCustomPrompt="1"/>
          </p:nvPr>
        </p:nvSpPr>
        <p:spPr>
          <a:xfrm>
            <a:off x="1630527" y="17059122"/>
            <a:ext cx="794697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D5373FC8-B0DB-5978-E125-CA5A68C02573}"/>
              </a:ext>
            </a:extLst>
          </p:cNvPr>
          <p:cNvSpPr>
            <a:spLocks noGrp="1"/>
          </p:cNvSpPr>
          <p:nvPr>
            <p:ph type="body" sz="quarter" idx="69" hasCustomPrompt="1"/>
          </p:nvPr>
        </p:nvSpPr>
        <p:spPr>
          <a:xfrm>
            <a:off x="10087333"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6" name="Text Placeholder 7">
            <a:extLst>
              <a:ext uri="{FF2B5EF4-FFF2-40B4-BE49-F238E27FC236}">
                <a16:creationId xmlns:a16="http://schemas.microsoft.com/office/drawing/2014/main" id="{E6B03167-9698-83DC-3B32-0493773EDDC2}"/>
              </a:ext>
            </a:extLst>
          </p:cNvPr>
          <p:cNvSpPr>
            <a:spLocks noGrp="1"/>
          </p:cNvSpPr>
          <p:nvPr>
            <p:ph type="body" sz="quarter" idx="70" hasCustomPrompt="1"/>
          </p:nvPr>
        </p:nvSpPr>
        <p:spPr>
          <a:xfrm>
            <a:off x="1630527" y="17746729"/>
            <a:ext cx="794697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A6B7D653-72EF-B0B1-6654-9E4D6E8DCA75}"/>
              </a:ext>
            </a:extLst>
          </p:cNvPr>
          <p:cNvSpPr>
            <a:spLocks noGrp="1"/>
          </p:cNvSpPr>
          <p:nvPr>
            <p:ph type="body" sz="quarter" idx="71" hasCustomPrompt="1"/>
          </p:nvPr>
        </p:nvSpPr>
        <p:spPr>
          <a:xfrm>
            <a:off x="18527529" y="17059122"/>
            <a:ext cx="794697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8" name="Text Placeholder 7">
            <a:extLst>
              <a:ext uri="{FF2B5EF4-FFF2-40B4-BE49-F238E27FC236}">
                <a16:creationId xmlns:a16="http://schemas.microsoft.com/office/drawing/2014/main" id="{68246EB6-5778-F487-E211-E6E38EDCBD39}"/>
              </a:ext>
            </a:extLst>
          </p:cNvPr>
          <p:cNvSpPr>
            <a:spLocks noGrp="1"/>
          </p:cNvSpPr>
          <p:nvPr>
            <p:ph type="body" sz="quarter" idx="72" hasCustomPrompt="1"/>
          </p:nvPr>
        </p:nvSpPr>
        <p:spPr>
          <a:xfrm>
            <a:off x="18527529" y="17746729"/>
            <a:ext cx="794697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9" name="Text Placeholder 7">
            <a:extLst>
              <a:ext uri="{FF2B5EF4-FFF2-40B4-BE49-F238E27FC236}">
                <a16:creationId xmlns:a16="http://schemas.microsoft.com/office/drawing/2014/main" id="{46E19FE0-274C-8D86-A257-C3C9C6050C55}"/>
              </a:ext>
            </a:extLst>
          </p:cNvPr>
          <p:cNvSpPr>
            <a:spLocks noGrp="1"/>
          </p:cNvSpPr>
          <p:nvPr>
            <p:ph type="body" sz="quarter" idx="73" hasCustomPrompt="1"/>
          </p:nvPr>
        </p:nvSpPr>
        <p:spPr>
          <a:xfrm>
            <a:off x="26976037" y="17059122"/>
            <a:ext cx="7947304"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0" name="Text Placeholder 7">
            <a:extLst>
              <a:ext uri="{FF2B5EF4-FFF2-40B4-BE49-F238E27FC236}">
                <a16:creationId xmlns:a16="http://schemas.microsoft.com/office/drawing/2014/main" id="{6EE28B31-BBFD-198B-6E2A-89E9C4CCFA8B}"/>
              </a:ext>
            </a:extLst>
          </p:cNvPr>
          <p:cNvSpPr>
            <a:spLocks noGrp="1"/>
          </p:cNvSpPr>
          <p:nvPr>
            <p:ph type="body" sz="quarter" idx="74" hasCustomPrompt="1"/>
          </p:nvPr>
        </p:nvSpPr>
        <p:spPr>
          <a:xfrm>
            <a:off x="26976037" y="17746729"/>
            <a:ext cx="7947304"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1" name="Title 1">
            <a:extLst>
              <a:ext uri="{FF2B5EF4-FFF2-40B4-BE49-F238E27FC236}">
                <a16:creationId xmlns:a16="http://schemas.microsoft.com/office/drawing/2014/main" id="{7782373E-DEA5-D3FA-DF0B-FC71246BA41C}"/>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82" name="Text Placeholder 7">
            <a:extLst>
              <a:ext uri="{FF2B5EF4-FFF2-40B4-BE49-F238E27FC236}">
                <a16:creationId xmlns:a16="http://schemas.microsoft.com/office/drawing/2014/main" id="{66E4B878-2BFA-C852-759E-04F4BD4E4538}"/>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295906399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37" name="Text Placeholder 7">
            <a:extLst>
              <a:ext uri="{FF2B5EF4-FFF2-40B4-BE49-F238E27FC236}">
                <a16:creationId xmlns:a16="http://schemas.microsoft.com/office/drawing/2014/main" id="{AC8872D6-E3D9-128D-6975-7E43AE049DD0}"/>
              </a:ext>
            </a:extLst>
          </p:cNvPr>
          <p:cNvSpPr>
            <a:spLocks noGrp="1"/>
          </p:cNvSpPr>
          <p:nvPr>
            <p:ph type="body" sz="quarter" idx="37" hasCustomPrompt="1"/>
          </p:nvPr>
        </p:nvSpPr>
        <p:spPr>
          <a:xfrm>
            <a:off x="11782110"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8" name="Text Placeholder 7">
            <a:extLst>
              <a:ext uri="{FF2B5EF4-FFF2-40B4-BE49-F238E27FC236}">
                <a16:creationId xmlns:a16="http://schemas.microsoft.com/office/drawing/2014/main" id="{124D63DA-1ECC-62E5-3223-DD9853116B97}"/>
              </a:ext>
            </a:extLst>
          </p:cNvPr>
          <p:cNvSpPr>
            <a:spLocks noGrp="1"/>
          </p:cNvSpPr>
          <p:nvPr>
            <p:ph type="body" sz="quarter" idx="39" hasCustomPrompt="1"/>
          </p:nvPr>
        </p:nvSpPr>
        <p:spPr>
          <a:xfrm>
            <a:off x="5037420"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8" name="Text Placeholder 7">
            <a:extLst>
              <a:ext uri="{FF2B5EF4-FFF2-40B4-BE49-F238E27FC236}">
                <a16:creationId xmlns:a16="http://schemas.microsoft.com/office/drawing/2014/main" id="{4296C6CE-75C2-58D3-2077-098855EC5071}"/>
              </a:ext>
            </a:extLst>
          </p:cNvPr>
          <p:cNvSpPr>
            <a:spLocks noGrp="1"/>
          </p:cNvSpPr>
          <p:nvPr>
            <p:ph type="body" sz="quarter" idx="40" hasCustomPrompt="1"/>
          </p:nvPr>
        </p:nvSpPr>
        <p:spPr>
          <a:xfrm>
            <a:off x="11782110"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9" name="Text Placeholder 7">
            <a:extLst>
              <a:ext uri="{FF2B5EF4-FFF2-40B4-BE49-F238E27FC236}">
                <a16:creationId xmlns:a16="http://schemas.microsoft.com/office/drawing/2014/main" id="{CB889168-9CA5-7858-11A4-7E282071DDD1}"/>
              </a:ext>
            </a:extLst>
          </p:cNvPr>
          <p:cNvSpPr>
            <a:spLocks noGrp="1"/>
          </p:cNvSpPr>
          <p:nvPr>
            <p:ph type="body" sz="quarter" idx="43" hasCustomPrompt="1"/>
          </p:nvPr>
        </p:nvSpPr>
        <p:spPr>
          <a:xfrm>
            <a:off x="5037420"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0" name="Picture Placeholder 2">
            <a:extLst>
              <a:ext uri="{FF2B5EF4-FFF2-40B4-BE49-F238E27FC236}">
                <a16:creationId xmlns:a16="http://schemas.microsoft.com/office/drawing/2014/main" id="{3F8F5E2E-FAA9-873C-63EB-B4940E3D4908}"/>
              </a:ext>
            </a:extLst>
          </p:cNvPr>
          <p:cNvSpPr>
            <a:spLocks noGrp="1"/>
          </p:cNvSpPr>
          <p:nvPr>
            <p:ph type="pic" sz="quarter" idx="46"/>
          </p:nvPr>
        </p:nvSpPr>
        <p:spPr>
          <a:xfrm>
            <a:off x="5021177"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1" name="Picture Placeholder 2">
            <a:extLst>
              <a:ext uri="{FF2B5EF4-FFF2-40B4-BE49-F238E27FC236}">
                <a16:creationId xmlns:a16="http://schemas.microsoft.com/office/drawing/2014/main" id="{119A3EE3-90A6-60F9-3E78-60D1CE1FB244}"/>
              </a:ext>
            </a:extLst>
          </p:cNvPr>
          <p:cNvSpPr>
            <a:spLocks noGrp="1"/>
          </p:cNvSpPr>
          <p:nvPr>
            <p:ph type="pic" sz="quarter" idx="47"/>
          </p:nvPr>
        </p:nvSpPr>
        <p:spPr>
          <a:xfrm>
            <a:off x="1177971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2" name="Picture Placeholder 2">
            <a:extLst>
              <a:ext uri="{FF2B5EF4-FFF2-40B4-BE49-F238E27FC236}">
                <a16:creationId xmlns:a16="http://schemas.microsoft.com/office/drawing/2014/main" id="{C639A2E5-6B54-F354-C964-79CE29BEB3D6}"/>
              </a:ext>
            </a:extLst>
          </p:cNvPr>
          <p:cNvSpPr>
            <a:spLocks noGrp="1"/>
          </p:cNvSpPr>
          <p:nvPr>
            <p:ph type="pic" sz="quarter" idx="48"/>
          </p:nvPr>
        </p:nvSpPr>
        <p:spPr>
          <a:xfrm>
            <a:off x="2528615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3" name="Text Placeholder 7">
            <a:extLst>
              <a:ext uri="{FF2B5EF4-FFF2-40B4-BE49-F238E27FC236}">
                <a16:creationId xmlns:a16="http://schemas.microsoft.com/office/drawing/2014/main" id="{405A4B4F-FDD8-68B8-BEC0-2C9F5E7703BC}"/>
              </a:ext>
            </a:extLst>
          </p:cNvPr>
          <p:cNvSpPr>
            <a:spLocks noGrp="1"/>
          </p:cNvSpPr>
          <p:nvPr>
            <p:ph type="body" sz="quarter" idx="50" hasCustomPrompt="1"/>
          </p:nvPr>
        </p:nvSpPr>
        <p:spPr>
          <a:xfrm>
            <a:off x="18532409"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5" name="Text Placeholder 7">
            <a:extLst>
              <a:ext uri="{FF2B5EF4-FFF2-40B4-BE49-F238E27FC236}">
                <a16:creationId xmlns:a16="http://schemas.microsoft.com/office/drawing/2014/main" id="{6A9D8994-57AB-FC46-F970-8A9BC7CAD264}"/>
              </a:ext>
            </a:extLst>
          </p:cNvPr>
          <p:cNvSpPr>
            <a:spLocks noGrp="1"/>
          </p:cNvSpPr>
          <p:nvPr>
            <p:ph type="body" sz="quarter" idx="51" hasCustomPrompt="1"/>
          </p:nvPr>
        </p:nvSpPr>
        <p:spPr>
          <a:xfrm>
            <a:off x="18532409"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6" name="Picture Placeholder 2">
            <a:extLst>
              <a:ext uri="{FF2B5EF4-FFF2-40B4-BE49-F238E27FC236}">
                <a16:creationId xmlns:a16="http://schemas.microsoft.com/office/drawing/2014/main" id="{34A2868F-2DD9-684C-4C82-813EEBD15ACA}"/>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7" name="Picture Placeholder 2">
            <a:extLst>
              <a:ext uri="{FF2B5EF4-FFF2-40B4-BE49-F238E27FC236}">
                <a16:creationId xmlns:a16="http://schemas.microsoft.com/office/drawing/2014/main" id="{D2FB10F1-37BA-6882-EBF3-73F1E627FFB6}"/>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8" name="Picture Placeholder 2">
            <a:extLst>
              <a:ext uri="{FF2B5EF4-FFF2-40B4-BE49-F238E27FC236}">
                <a16:creationId xmlns:a16="http://schemas.microsoft.com/office/drawing/2014/main" id="{F7972475-48C0-DE70-4A42-09E610902CE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9" name="Picture Placeholder 2">
            <a:extLst>
              <a:ext uri="{FF2B5EF4-FFF2-40B4-BE49-F238E27FC236}">
                <a16:creationId xmlns:a16="http://schemas.microsoft.com/office/drawing/2014/main" id="{03F70687-E13E-779B-ECD8-584B6FB4FB10}"/>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0" name="Picture Placeholder 2">
            <a:extLst>
              <a:ext uri="{FF2B5EF4-FFF2-40B4-BE49-F238E27FC236}">
                <a16:creationId xmlns:a16="http://schemas.microsoft.com/office/drawing/2014/main" id="{EB21B6ED-31E4-7226-13B1-F2AA1B5EC045}"/>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1" name="Picture Placeholder 2">
            <a:extLst>
              <a:ext uri="{FF2B5EF4-FFF2-40B4-BE49-F238E27FC236}">
                <a16:creationId xmlns:a16="http://schemas.microsoft.com/office/drawing/2014/main" id="{6C21D96F-4A3F-E55C-9A59-55E018F25D9C}"/>
              </a:ext>
            </a:extLst>
          </p:cNvPr>
          <p:cNvSpPr>
            <a:spLocks noGrp="1"/>
          </p:cNvSpPr>
          <p:nvPr>
            <p:ph type="pic" sz="quarter" idx="54"/>
          </p:nvPr>
        </p:nvSpPr>
        <p:spPr>
          <a:xfrm>
            <a:off x="18527620"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72" name="Text Placeholder 7">
            <a:extLst>
              <a:ext uri="{FF2B5EF4-FFF2-40B4-BE49-F238E27FC236}">
                <a16:creationId xmlns:a16="http://schemas.microsoft.com/office/drawing/2014/main" id="{485D12D2-2B06-3201-0659-EE86413C68DB}"/>
              </a:ext>
            </a:extLst>
          </p:cNvPr>
          <p:cNvSpPr>
            <a:spLocks noGrp="1"/>
          </p:cNvSpPr>
          <p:nvPr>
            <p:ph type="body" sz="quarter" idx="55" hasCustomPrompt="1"/>
          </p:nvPr>
        </p:nvSpPr>
        <p:spPr>
          <a:xfrm>
            <a:off x="25307424"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3" name="Text Placeholder 7">
            <a:extLst>
              <a:ext uri="{FF2B5EF4-FFF2-40B4-BE49-F238E27FC236}">
                <a16:creationId xmlns:a16="http://schemas.microsoft.com/office/drawing/2014/main" id="{7241A741-AE7C-3428-6194-0F6E94BF06FB}"/>
              </a:ext>
            </a:extLst>
          </p:cNvPr>
          <p:cNvSpPr>
            <a:spLocks noGrp="1"/>
          </p:cNvSpPr>
          <p:nvPr>
            <p:ph type="body" sz="quarter" idx="56" hasCustomPrompt="1"/>
          </p:nvPr>
        </p:nvSpPr>
        <p:spPr>
          <a:xfrm>
            <a:off x="25307424"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4" name="Text Placeholder 7">
            <a:extLst>
              <a:ext uri="{FF2B5EF4-FFF2-40B4-BE49-F238E27FC236}">
                <a16:creationId xmlns:a16="http://schemas.microsoft.com/office/drawing/2014/main" id="{8D28CF82-511F-AF83-F5D5-77ECB99010E2}"/>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1" name="Text Placeholder 7">
            <a:extLst>
              <a:ext uri="{FF2B5EF4-FFF2-40B4-BE49-F238E27FC236}">
                <a16:creationId xmlns:a16="http://schemas.microsoft.com/office/drawing/2014/main" id="{1439B33F-68A6-6AFE-68C2-8A0B706EE9E2}"/>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2" name="Text Placeholder 7">
            <a:extLst>
              <a:ext uri="{FF2B5EF4-FFF2-40B4-BE49-F238E27FC236}">
                <a16:creationId xmlns:a16="http://schemas.microsoft.com/office/drawing/2014/main" id="{1B9EFC83-50E5-49BB-B838-4F101E95ABDC}"/>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3" name="Text Placeholder 7">
            <a:extLst>
              <a:ext uri="{FF2B5EF4-FFF2-40B4-BE49-F238E27FC236}">
                <a16:creationId xmlns:a16="http://schemas.microsoft.com/office/drawing/2014/main" id="{BFB3F389-B76A-63C4-BC38-E857B1B0979C}"/>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4" name="Text Placeholder 7">
            <a:extLst>
              <a:ext uri="{FF2B5EF4-FFF2-40B4-BE49-F238E27FC236}">
                <a16:creationId xmlns:a16="http://schemas.microsoft.com/office/drawing/2014/main" id="{8AAEBAC8-FBC5-9068-A8B4-AEE29F8FC0A3}"/>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5" name="Text Placeholder 7">
            <a:extLst>
              <a:ext uri="{FF2B5EF4-FFF2-40B4-BE49-F238E27FC236}">
                <a16:creationId xmlns:a16="http://schemas.microsoft.com/office/drawing/2014/main" id="{A17BBB11-F155-8A2D-2741-A48639DDC938}"/>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6" name="Text Placeholder 7">
            <a:extLst>
              <a:ext uri="{FF2B5EF4-FFF2-40B4-BE49-F238E27FC236}">
                <a16:creationId xmlns:a16="http://schemas.microsoft.com/office/drawing/2014/main" id="{74BB25EE-CFA9-E005-5BB1-CAC4EA6436EA}"/>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7" name="Text Placeholder 7">
            <a:extLst>
              <a:ext uri="{FF2B5EF4-FFF2-40B4-BE49-F238E27FC236}">
                <a16:creationId xmlns:a16="http://schemas.microsoft.com/office/drawing/2014/main" id="{3505C59D-AFAD-58D3-4166-F5257E096C44}"/>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8" name="Text Placeholder 7">
            <a:extLst>
              <a:ext uri="{FF2B5EF4-FFF2-40B4-BE49-F238E27FC236}">
                <a16:creationId xmlns:a16="http://schemas.microsoft.com/office/drawing/2014/main" id="{9183A493-96AB-21A4-F2F2-55F4C25B4A32}"/>
              </a:ext>
            </a:extLst>
          </p:cNvPr>
          <p:cNvSpPr>
            <a:spLocks noGrp="1"/>
          </p:cNvSpPr>
          <p:nvPr>
            <p:ph type="body" sz="quarter" idx="65"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89" name="Text Placeholder 7">
            <a:extLst>
              <a:ext uri="{FF2B5EF4-FFF2-40B4-BE49-F238E27FC236}">
                <a16:creationId xmlns:a16="http://schemas.microsoft.com/office/drawing/2014/main" id="{39F09929-49C9-A912-1E78-C37DD2A4005F}"/>
              </a:ext>
            </a:extLst>
          </p:cNvPr>
          <p:cNvSpPr>
            <a:spLocks noGrp="1"/>
          </p:cNvSpPr>
          <p:nvPr>
            <p:ph type="body" sz="quarter" idx="66"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0" name="Title 1">
            <a:extLst>
              <a:ext uri="{FF2B5EF4-FFF2-40B4-BE49-F238E27FC236}">
                <a16:creationId xmlns:a16="http://schemas.microsoft.com/office/drawing/2014/main" id="{2700C3A0-30EC-1996-7732-DE4E1CF959F1}"/>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1" name="Text Placeholder 7">
            <a:extLst>
              <a:ext uri="{FF2B5EF4-FFF2-40B4-BE49-F238E27FC236}">
                <a16:creationId xmlns:a16="http://schemas.microsoft.com/office/drawing/2014/main" id="{A0EDA14A-3243-B144-7B6A-EA7981E5DC1E}"/>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81859197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39" name="Text Placeholder 7">
            <a:extLst>
              <a:ext uri="{FF2B5EF4-FFF2-40B4-BE49-F238E27FC236}">
                <a16:creationId xmlns:a16="http://schemas.microsoft.com/office/drawing/2014/main" id="{E9B94E87-6C45-B9E5-F5AE-D69D71E61652}"/>
              </a:ext>
            </a:extLst>
          </p:cNvPr>
          <p:cNvSpPr>
            <a:spLocks noGrp="1"/>
          </p:cNvSpPr>
          <p:nvPr>
            <p:ph type="body" sz="quarter" idx="37" hasCustomPrompt="1"/>
          </p:nvPr>
        </p:nvSpPr>
        <p:spPr>
          <a:xfrm>
            <a:off x="8382295" y="17059122"/>
            <a:ext cx="626148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0" name="Text Placeholder 7">
            <a:extLst>
              <a:ext uri="{FF2B5EF4-FFF2-40B4-BE49-F238E27FC236}">
                <a16:creationId xmlns:a16="http://schemas.microsoft.com/office/drawing/2014/main" id="{960A4EC5-468D-A3E6-9294-084BA073A235}"/>
              </a:ext>
            </a:extLst>
          </p:cNvPr>
          <p:cNvSpPr>
            <a:spLocks noGrp="1"/>
          </p:cNvSpPr>
          <p:nvPr>
            <p:ph type="body" sz="quarter" idx="39" hasCustomPrompt="1"/>
          </p:nvPr>
        </p:nvSpPr>
        <p:spPr>
          <a:xfrm>
            <a:off x="1637605" y="17059122"/>
            <a:ext cx="625484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42" name="Text Placeholder 7">
            <a:extLst>
              <a:ext uri="{FF2B5EF4-FFF2-40B4-BE49-F238E27FC236}">
                <a16:creationId xmlns:a16="http://schemas.microsoft.com/office/drawing/2014/main" id="{7AB65765-2201-817D-E699-AB8E899F5A05}"/>
              </a:ext>
            </a:extLst>
          </p:cNvPr>
          <p:cNvSpPr>
            <a:spLocks noGrp="1"/>
          </p:cNvSpPr>
          <p:nvPr>
            <p:ph type="body" sz="quarter" idx="40" hasCustomPrompt="1"/>
          </p:nvPr>
        </p:nvSpPr>
        <p:spPr>
          <a:xfrm>
            <a:off x="8382295" y="17727056"/>
            <a:ext cx="626148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4" name="Text Placeholder 7">
            <a:extLst>
              <a:ext uri="{FF2B5EF4-FFF2-40B4-BE49-F238E27FC236}">
                <a16:creationId xmlns:a16="http://schemas.microsoft.com/office/drawing/2014/main" id="{A54B1517-FE34-AAC0-C4EE-52F7D477D2DC}"/>
              </a:ext>
            </a:extLst>
          </p:cNvPr>
          <p:cNvSpPr>
            <a:spLocks noGrp="1"/>
          </p:cNvSpPr>
          <p:nvPr>
            <p:ph type="body" sz="quarter" idx="43" hasCustomPrompt="1"/>
          </p:nvPr>
        </p:nvSpPr>
        <p:spPr>
          <a:xfrm>
            <a:off x="1637605" y="17727056"/>
            <a:ext cx="625484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45" name="Picture Placeholder 2">
            <a:extLst>
              <a:ext uri="{FF2B5EF4-FFF2-40B4-BE49-F238E27FC236}">
                <a16:creationId xmlns:a16="http://schemas.microsoft.com/office/drawing/2014/main" id="{30BC2C71-2AC1-DDC7-734C-63EE3CA218F6}"/>
              </a:ext>
            </a:extLst>
          </p:cNvPr>
          <p:cNvSpPr>
            <a:spLocks noGrp="1"/>
          </p:cNvSpPr>
          <p:nvPr>
            <p:ph type="pic" sz="quarter" idx="46"/>
          </p:nvPr>
        </p:nvSpPr>
        <p:spPr>
          <a:xfrm>
            <a:off x="1637605"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6" name="Picture Placeholder 2">
            <a:extLst>
              <a:ext uri="{FF2B5EF4-FFF2-40B4-BE49-F238E27FC236}">
                <a16:creationId xmlns:a16="http://schemas.microsoft.com/office/drawing/2014/main" id="{4A5495BC-7C50-8C58-B54F-D3C882FECC10}"/>
              </a:ext>
            </a:extLst>
          </p:cNvPr>
          <p:cNvSpPr>
            <a:spLocks noGrp="1"/>
          </p:cNvSpPr>
          <p:nvPr>
            <p:ph type="pic" sz="quarter" idx="47"/>
          </p:nvPr>
        </p:nvSpPr>
        <p:spPr>
          <a:xfrm>
            <a:off x="8396143"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47" name="Picture Placeholder 2">
            <a:extLst>
              <a:ext uri="{FF2B5EF4-FFF2-40B4-BE49-F238E27FC236}">
                <a16:creationId xmlns:a16="http://schemas.microsoft.com/office/drawing/2014/main" id="{48C56C91-18A4-7D8E-94FC-6714566B099C}"/>
              </a:ext>
            </a:extLst>
          </p:cNvPr>
          <p:cNvSpPr>
            <a:spLocks noGrp="1"/>
          </p:cNvSpPr>
          <p:nvPr>
            <p:ph type="pic" sz="quarter" idx="48"/>
          </p:nvPr>
        </p:nvSpPr>
        <p:spPr>
          <a:xfrm>
            <a:off x="21902586"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4" name="Text Placeholder 7">
            <a:extLst>
              <a:ext uri="{FF2B5EF4-FFF2-40B4-BE49-F238E27FC236}">
                <a16:creationId xmlns:a16="http://schemas.microsoft.com/office/drawing/2014/main" id="{528A02C1-AD1D-1EE4-C6AC-3B590D527780}"/>
              </a:ext>
            </a:extLst>
          </p:cNvPr>
          <p:cNvSpPr>
            <a:spLocks noGrp="1"/>
          </p:cNvSpPr>
          <p:nvPr>
            <p:ph type="body" sz="quarter" idx="50" hasCustomPrompt="1"/>
          </p:nvPr>
        </p:nvSpPr>
        <p:spPr>
          <a:xfrm>
            <a:off x="15132594" y="17059122"/>
            <a:ext cx="6263641"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55" name="Text Placeholder 7">
            <a:extLst>
              <a:ext uri="{FF2B5EF4-FFF2-40B4-BE49-F238E27FC236}">
                <a16:creationId xmlns:a16="http://schemas.microsoft.com/office/drawing/2014/main" id="{F1D675D5-3EFF-B8AD-BA35-187E996A9B67}"/>
              </a:ext>
            </a:extLst>
          </p:cNvPr>
          <p:cNvSpPr>
            <a:spLocks noGrp="1"/>
          </p:cNvSpPr>
          <p:nvPr>
            <p:ph type="body" sz="quarter" idx="51" hasCustomPrompt="1"/>
          </p:nvPr>
        </p:nvSpPr>
        <p:spPr>
          <a:xfrm>
            <a:off x="15132594" y="17727056"/>
            <a:ext cx="6263641"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56" name="Picture Placeholder 2">
            <a:extLst>
              <a:ext uri="{FF2B5EF4-FFF2-40B4-BE49-F238E27FC236}">
                <a16:creationId xmlns:a16="http://schemas.microsoft.com/office/drawing/2014/main" id="{F1029ABF-1C3A-2F51-92CB-AA5A3AC353FE}"/>
              </a:ext>
            </a:extLst>
          </p:cNvPr>
          <p:cNvSpPr>
            <a:spLocks noGrp="1"/>
          </p:cNvSpPr>
          <p:nvPr>
            <p:ph type="pic" sz="quarter" idx="24"/>
          </p:nvPr>
        </p:nvSpPr>
        <p:spPr>
          <a:xfrm>
            <a:off x="15152060"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7" name="Picture Placeholder 2">
            <a:extLst>
              <a:ext uri="{FF2B5EF4-FFF2-40B4-BE49-F238E27FC236}">
                <a16:creationId xmlns:a16="http://schemas.microsoft.com/office/drawing/2014/main" id="{8FE2B66F-F99F-570D-A31D-3578C4B3B179}"/>
              </a:ext>
            </a:extLst>
          </p:cNvPr>
          <p:cNvSpPr>
            <a:spLocks noGrp="1"/>
          </p:cNvSpPr>
          <p:nvPr>
            <p:ph type="pic" sz="quarter" idx="20"/>
          </p:nvPr>
        </p:nvSpPr>
        <p:spPr>
          <a:xfrm>
            <a:off x="8394833"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8" name="Picture Placeholder 2">
            <a:extLst>
              <a:ext uri="{FF2B5EF4-FFF2-40B4-BE49-F238E27FC236}">
                <a16:creationId xmlns:a16="http://schemas.microsoft.com/office/drawing/2014/main" id="{42FEAB60-4C6E-41A0-FC52-815836156837}"/>
              </a:ext>
            </a:extLst>
          </p:cNvPr>
          <p:cNvSpPr>
            <a:spLocks noGrp="1"/>
          </p:cNvSpPr>
          <p:nvPr>
            <p:ph type="pic" sz="quarter" idx="52"/>
          </p:nvPr>
        </p:nvSpPr>
        <p:spPr>
          <a:xfrm>
            <a:off x="1637606"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59" name="Picture Placeholder 2">
            <a:extLst>
              <a:ext uri="{FF2B5EF4-FFF2-40B4-BE49-F238E27FC236}">
                <a16:creationId xmlns:a16="http://schemas.microsoft.com/office/drawing/2014/main" id="{A2963118-2A95-082A-4DFF-6C0DA33F59BA}"/>
              </a:ext>
            </a:extLst>
          </p:cNvPr>
          <p:cNvSpPr>
            <a:spLocks noGrp="1"/>
          </p:cNvSpPr>
          <p:nvPr>
            <p:ph type="pic" sz="quarter" idx="28"/>
          </p:nvPr>
        </p:nvSpPr>
        <p:spPr>
          <a:xfrm>
            <a:off x="21909287"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0" name="Picture Placeholder 2">
            <a:extLst>
              <a:ext uri="{FF2B5EF4-FFF2-40B4-BE49-F238E27FC236}">
                <a16:creationId xmlns:a16="http://schemas.microsoft.com/office/drawing/2014/main" id="{F1791F3A-0E82-06A9-0588-000305CD1590}"/>
              </a:ext>
            </a:extLst>
          </p:cNvPr>
          <p:cNvSpPr>
            <a:spLocks noGrp="1"/>
          </p:cNvSpPr>
          <p:nvPr>
            <p:ph type="pic" sz="quarter" idx="53"/>
          </p:nvPr>
        </p:nvSpPr>
        <p:spPr>
          <a:xfrm>
            <a:off x="28666515" y="4848840"/>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1" name="Picture Placeholder 2">
            <a:extLst>
              <a:ext uri="{FF2B5EF4-FFF2-40B4-BE49-F238E27FC236}">
                <a16:creationId xmlns:a16="http://schemas.microsoft.com/office/drawing/2014/main" id="{7E0D42E0-350E-2247-45F3-56D42F8A4B66}"/>
              </a:ext>
            </a:extLst>
          </p:cNvPr>
          <p:cNvSpPr>
            <a:spLocks noGrp="1"/>
          </p:cNvSpPr>
          <p:nvPr>
            <p:ph type="pic" sz="quarter" idx="54"/>
          </p:nvPr>
        </p:nvSpPr>
        <p:spPr>
          <a:xfrm>
            <a:off x="15144048"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62" name="Text Placeholder 7">
            <a:extLst>
              <a:ext uri="{FF2B5EF4-FFF2-40B4-BE49-F238E27FC236}">
                <a16:creationId xmlns:a16="http://schemas.microsoft.com/office/drawing/2014/main" id="{A7640883-7B53-617D-BE12-A19E85F82D74}"/>
              </a:ext>
            </a:extLst>
          </p:cNvPr>
          <p:cNvSpPr>
            <a:spLocks noGrp="1"/>
          </p:cNvSpPr>
          <p:nvPr>
            <p:ph type="body" sz="quarter" idx="55" hasCustomPrompt="1"/>
          </p:nvPr>
        </p:nvSpPr>
        <p:spPr>
          <a:xfrm>
            <a:off x="21907609" y="17059122"/>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63" name="Text Placeholder 7">
            <a:extLst>
              <a:ext uri="{FF2B5EF4-FFF2-40B4-BE49-F238E27FC236}">
                <a16:creationId xmlns:a16="http://schemas.microsoft.com/office/drawing/2014/main" id="{D9B189E3-4BDB-A032-87AD-39D194013B83}"/>
              </a:ext>
            </a:extLst>
          </p:cNvPr>
          <p:cNvSpPr>
            <a:spLocks noGrp="1"/>
          </p:cNvSpPr>
          <p:nvPr>
            <p:ph type="body" sz="quarter" idx="56" hasCustomPrompt="1"/>
          </p:nvPr>
        </p:nvSpPr>
        <p:spPr>
          <a:xfrm>
            <a:off x="21907609" y="17727056"/>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64" name="Text Placeholder 7">
            <a:extLst>
              <a:ext uri="{FF2B5EF4-FFF2-40B4-BE49-F238E27FC236}">
                <a16:creationId xmlns:a16="http://schemas.microsoft.com/office/drawing/2014/main" id="{2A34B9E8-CFB0-ABCC-D2C4-A8F174FDB901}"/>
              </a:ext>
            </a:extLst>
          </p:cNvPr>
          <p:cNvSpPr>
            <a:spLocks noGrp="1"/>
          </p:cNvSpPr>
          <p:nvPr>
            <p:ph type="body" sz="quarter" idx="57" hasCustomPrompt="1"/>
          </p:nvPr>
        </p:nvSpPr>
        <p:spPr>
          <a:xfrm>
            <a:off x="15141913"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5" name="Text Placeholder 7">
            <a:extLst>
              <a:ext uri="{FF2B5EF4-FFF2-40B4-BE49-F238E27FC236}">
                <a16:creationId xmlns:a16="http://schemas.microsoft.com/office/drawing/2014/main" id="{716C5C95-2BC4-4D5A-9F5E-FA8B8CECBF63}"/>
              </a:ext>
            </a:extLst>
          </p:cNvPr>
          <p:cNvSpPr>
            <a:spLocks noGrp="1"/>
          </p:cNvSpPr>
          <p:nvPr>
            <p:ph type="body" sz="quarter" idx="58" hasCustomPrompt="1"/>
          </p:nvPr>
        </p:nvSpPr>
        <p:spPr>
          <a:xfrm>
            <a:off x="8391957"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6" name="Text Placeholder 7">
            <a:extLst>
              <a:ext uri="{FF2B5EF4-FFF2-40B4-BE49-F238E27FC236}">
                <a16:creationId xmlns:a16="http://schemas.microsoft.com/office/drawing/2014/main" id="{471A9256-6A6C-5C2D-1DEA-813569F4D299}"/>
              </a:ext>
            </a:extLst>
          </p:cNvPr>
          <p:cNvSpPr>
            <a:spLocks noGrp="1"/>
          </p:cNvSpPr>
          <p:nvPr>
            <p:ph type="body" sz="quarter" idx="59" hasCustomPrompt="1"/>
          </p:nvPr>
        </p:nvSpPr>
        <p:spPr>
          <a:xfrm>
            <a:off x="15141913"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7" name="Text Placeholder 7">
            <a:extLst>
              <a:ext uri="{FF2B5EF4-FFF2-40B4-BE49-F238E27FC236}">
                <a16:creationId xmlns:a16="http://schemas.microsoft.com/office/drawing/2014/main" id="{43D755B0-CB88-73DF-77BE-F524AF555427}"/>
              </a:ext>
            </a:extLst>
          </p:cNvPr>
          <p:cNvSpPr>
            <a:spLocks noGrp="1"/>
          </p:cNvSpPr>
          <p:nvPr>
            <p:ph type="body" sz="quarter" idx="60" hasCustomPrompt="1"/>
          </p:nvPr>
        </p:nvSpPr>
        <p:spPr>
          <a:xfrm>
            <a:off x="8391957"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78" name="Text Placeholder 7">
            <a:extLst>
              <a:ext uri="{FF2B5EF4-FFF2-40B4-BE49-F238E27FC236}">
                <a16:creationId xmlns:a16="http://schemas.microsoft.com/office/drawing/2014/main" id="{3198CB65-E1BB-0862-2BBA-EDF38803C3B4}"/>
              </a:ext>
            </a:extLst>
          </p:cNvPr>
          <p:cNvSpPr>
            <a:spLocks noGrp="1"/>
          </p:cNvSpPr>
          <p:nvPr>
            <p:ph type="body" sz="quarter" idx="61" hasCustomPrompt="1"/>
          </p:nvPr>
        </p:nvSpPr>
        <p:spPr>
          <a:xfrm>
            <a:off x="21900662" y="9981886"/>
            <a:ext cx="6263640"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79" name="Text Placeholder 7">
            <a:extLst>
              <a:ext uri="{FF2B5EF4-FFF2-40B4-BE49-F238E27FC236}">
                <a16:creationId xmlns:a16="http://schemas.microsoft.com/office/drawing/2014/main" id="{D76AC962-A132-DA02-DE26-644561C88B3B}"/>
              </a:ext>
            </a:extLst>
          </p:cNvPr>
          <p:cNvSpPr>
            <a:spLocks noGrp="1"/>
          </p:cNvSpPr>
          <p:nvPr>
            <p:ph type="body" sz="quarter" idx="62" hasCustomPrompt="1"/>
          </p:nvPr>
        </p:nvSpPr>
        <p:spPr>
          <a:xfrm>
            <a:off x="21900662" y="10669493"/>
            <a:ext cx="6263640"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80" name="Text Placeholder 7">
            <a:extLst>
              <a:ext uri="{FF2B5EF4-FFF2-40B4-BE49-F238E27FC236}">
                <a16:creationId xmlns:a16="http://schemas.microsoft.com/office/drawing/2014/main" id="{7EC2D322-35AF-3168-CAE7-F7242C22DE6D}"/>
              </a:ext>
            </a:extLst>
          </p:cNvPr>
          <p:cNvSpPr>
            <a:spLocks noGrp="1"/>
          </p:cNvSpPr>
          <p:nvPr>
            <p:ph type="body" sz="quarter" idx="63" hasCustomPrompt="1"/>
          </p:nvPr>
        </p:nvSpPr>
        <p:spPr>
          <a:xfrm>
            <a:off x="28666515" y="9981886"/>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0" name="Text Placeholder 7">
            <a:extLst>
              <a:ext uri="{FF2B5EF4-FFF2-40B4-BE49-F238E27FC236}">
                <a16:creationId xmlns:a16="http://schemas.microsoft.com/office/drawing/2014/main" id="{B0179DD1-4F77-A229-F54C-117D786F649E}"/>
              </a:ext>
            </a:extLst>
          </p:cNvPr>
          <p:cNvSpPr>
            <a:spLocks noGrp="1"/>
          </p:cNvSpPr>
          <p:nvPr>
            <p:ph type="body" sz="quarter" idx="64" hasCustomPrompt="1"/>
          </p:nvPr>
        </p:nvSpPr>
        <p:spPr>
          <a:xfrm>
            <a:off x="28666515" y="10669493"/>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1" name="Picture Placeholder 2">
            <a:extLst>
              <a:ext uri="{FF2B5EF4-FFF2-40B4-BE49-F238E27FC236}">
                <a16:creationId xmlns:a16="http://schemas.microsoft.com/office/drawing/2014/main" id="{1B3ED7E6-3440-4DEC-6512-E64B9960C25B}"/>
              </a:ext>
            </a:extLst>
          </p:cNvPr>
          <p:cNvSpPr>
            <a:spLocks noGrp="1"/>
          </p:cNvSpPr>
          <p:nvPr>
            <p:ph type="pic" sz="quarter" idx="65"/>
          </p:nvPr>
        </p:nvSpPr>
        <p:spPr>
          <a:xfrm>
            <a:off x="28661124" y="11926198"/>
            <a:ext cx="6263640" cy="4937760"/>
          </a:xfrm>
          <a:prstGeom prst="rect">
            <a:avLst/>
          </a:prstGeom>
          <a:solidFill>
            <a:srgbClr val="151617">
              <a:alpha val="61000"/>
            </a:srgbClr>
          </a:solidFill>
          <a:ln w="9525">
            <a:solidFill>
              <a:schemeClr val="accent5"/>
            </a:solidFill>
          </a:ln>
        </p:spPr>
        <p:txBody>
          <a:bodyPr tIns="2194560" anchor="ctr"/>
          <a:lstStyle>
            <a:lvl1pPr marL="0" indent="0" algn="ctr">
              <a:buNone/>
              <a:defRPr lang="en-US" sz="3600" dirty="0">
                <a:solidFill>
                  <a:schemeClr val="bg2"/>
                </a:solidFill>
                <a:latin typeface="NVIDIA Sans" panose="020B0503020203020204" pitchFamily="34" charset="0"/>
                <a:cs typeface="NVIDIA Sans" panose="020B0503020203020204" pitchFamily="34" charset="0"/>
              </a:defRPr>
            </a:lvl1pPr>
          </a:lstStyle>
          <a:p>
            <a:pPr marL="685800" lvl="0" indent="-685800" algn="ctr"/>
            <a:r>
              <a:rPr lang="en-US"/>
              <a:t>Click icon to add picture</a:t>
            </a:r>
            <a:endParaRPr lang="en-US" dirty="0"/>
          </a:p>
        </p:txBody>
      </p:sp>
      <p:sp>
        <p:nvSpPr>
          <p:cNvPr id="92" name="Text Placeholder 7">
            <a:extLst>
              <a:ext uri="{FF2B5EF4-FFF2-40B4-BE49-F238E27FC236}">
                <a16:creationId xmlns:a16="http://schemas.microsoft.com/office/drawing/2014/main" id="{9C3AE372-0E56-771E-CCB5-C1E77A38D343}"/>
              </a:ext>
            </a:extLst>
          </p:cNvPr>
          <p:cNvSpPr>
            <a:spLocks noGrp="1"/>
          </p:cNvSpPr>
          <p:nvPr>
            <p:ph type="body" sz="quarter" idx="66" hasCustomPrompt="1"/>
          </p:nvPr>
        </p:nvSpPr>
        <p:spPr>
          <a:xfrm>
            <a:off x="28644881" y="17103569"/>
            <a:ext cx="6263902"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3" name="Text Placeholder 7">
            <a:extLst>
              <a:ext uri="{FF2B5EF4-FFF2-40B4-BE49-F238E27FC236}">
                <a16:creationId xmlns:a16="http://schemas.microsoft.com/office/drawing/2014/main" id="{F415D1AB-B98D-8EC8-08B0-3DAD5A3D8CB4}"/>
              </a:ext>
            </a:extLst>
          </p:cNvPr>
          <p:cNvSpPr>
            <a:spLocks noGrp="1"/>
          </p:cNvSpPr>
          <p:nvPr>
            <p:ph type="body" sz="quarter" idx="67" hasCustomPrompt="1"/>
          </p:nvPr>
        </p:nvSpPr>
        <p:spPr>
          <a:xfrm>
            <a:off x="28644881" y="17791176"/>
            <a:ext cx="6263902"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4" name="Text Placeholder 7">
            <a:extLst>
              <a:ext uri="{FF2B5EF4-FFF2-40B4-BE49-F238E27FC236}">
                <a16:creationId xmlns:a16="http://schemas.microsoft.com/office/drawing/2014/main" id="{5A71691E-DD29-C12F-E295-A972376CE117}"/>
              </a:ext>
            </a:extLst>
          </p:cNvPr>
          <p:cNvSpPr>
            <a:spLocks noGrp="1"/>
          </p:cNvSpPr>
          <p:nvPr>
            <p:ph type="body" sz="quarter" idx="68" hasCustomPrompt="1"/>
          </p:nvPr>
        </p:nvSpPr>
        <p:spPr>
          <a:xfrm>
            <a:off x="1637606" y="9981886"/>
            <a:ext cx="6263639" cy="750359"/>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95" name="Text Placeholder 7">
            <a:extLst>
              <a:ext uri="{FF2B5EF4-FFF2-40B4-BE49-F238E27FC236}">
                <a16:creationId xmlns:a16="http://schemas.microsoft.com/office/drawing/2014/main" id="{909DF864-DBFA-F92D-B685-429A430B2601}"/>
              </a:ext>
            </a:extLst>
          </p:cNvPr>
          <p:cNvSpPr>
            <a:spLocks noGrp="1"/>
          </p:cNvSpPr>
          <p:nvPr>
            <p:ph type="body" sz="quarter" idx="69" hasCustomPrompt="1"/>
          </p:nvPr>
        </p:nvSpPr>
        <p:spPr>
          <a:xfrm>
            <a:off x="1637606" y="10669493"/>
            <a:ext cx="6263639" cy="750359"/>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96" name="Title 1">
            <a:extLst>
              <a:ext uri="{FF2B5EF4-FFF2-40B4-BE49-F238E27FC236}">
                <a16:creationId xmlns:a16="http://schemas.microsoft.com/office/drawing/2014/main" id="{4AD4D5AB-34C6-812D-8AD2-BF8272B62835}"/>
              </a:ext>
            </a:extLst>
          </p:cNvPr>
          <p:cNvSpPr>
            <a:spLocks noGrp="1"/>
          </p:cNvSpPr>
          <p:nvPr>
            <p:ph type="title" hasCustomPrompt="1"/>
          </p:nvPr>
        </p:nvSpPr>
        <p:spPr>
          <a:xfrm>
            <a:off x="2514600" y="0"/>
            <a:ext cx="31546800" cy="2514601"/>
          </a:xfrm>
        </p:spPr>
        <p:txBody>
          <a:bodyPr/>
          <a:lstStyle>
            <a:lvl1pPr>
              <a:defRPr sz="7200" b="1" cap="none">
                <a:latin typeface="NVIDIA Sans" panose="020B0503020203020204" pitchFamily="34" charset="0"/>
                <a:cs typeface="NVIDIA Sans" panose="020B0503020203020204" pitchFamily="34" charset="0"/>
              </a:defRPr>
            </a:lvl1pPr>
          </a:lstStyle>
          <a:p>
            <a:r>
              <a:rPr lang="en-US" dirty="0"/>
              <a:t>Click To Add Title</a:t>
            </a:r>
          </a:p>
        </p:txBody>
      </p:sp>
      <p:sp>
        <p:nvSpPr>
          <p:cNvPr id="97" name="Text Placeholder 7">
            <a:extLst>
              <a:ext uri="{FF2B5EF4-FFF2-40B4-BE49-F238E27FC236}">
                <a16:creationId xmlns:a16="http://schemas.microsoft.com/office/drawing/2014/main" id="{B1FCE4BF-7751-CC7B-D446-A5791D382E69}"/>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32241334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 Cas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a:t>
            </a:r>
          </a:p>
        </p:txBody>
      </p:sp>
    </p:spTree>
    <p:extLst>
      <p:ext uri="{BB962C8B-B14F-4D97-AF65-F5344CB8AC3E}">
        <p14:creationId xmlns:p14="http://schemas.microsoft.com/office/powerpoint/2010/main" val="1130100509"/>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Demo - Image Layout">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BFC72E11-DD16-4EAC-A294-E115038AA27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Picture Placeholder 2">
            <a:extLst>
              <a:ext uri="{FF2B5EF4-FFF2-40B4-BE49-F238E27FC236}">
                <a16:creationId xmlns:a16="http://schemas.microsoft.com/office/drawing/2014/main" id="{377920F6-AC26-4611-AAD3-44D6CEA3FBAE}"/>
              </a:ext>
            </a:extLst>
          </p:cNvPr>
          <p:cNvSpPr>
            <a:spLocks noGrp="1"/>
          </p:cNvSpPr>
          <p:nvPr>
            <p:ph type="pic"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sz="7200">
                <a:solidFill>
                  <a:schemeClr val="bg1"/>
                </a:solidFill>
                <a:latin typeface="+mn-lt"/>
              </a:defRPr>
            </a:lvl1pPr>
          </a:lstStyle>
          <a:p>
            <a:r>
              <a:rPr lang="en-US" dirty="0"/>
              <a:t>Click to add image of video/demo</a:t>
            </a:r>
          </a:p>
        </p:txBody>
      </p:sp>
    </p:spTree>
    <p:extLst>
      <p:ext uri="{BB962C8B-B14F-4D97-AF65-F5344CB8AC3E}">
        <p14:creationId xmlns:p14="http://schemas.microsoft.com/office/powerpoint/2010/main" val="339081993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emo - Insert Video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F834EEA-7CA3-4C82-B29B-3EA15B8822C9}"/>
              </a:ext>
            </a:extLst>
          </p:cNvPr>
          <p:cNvSpPr/>
          <p:nvPr userDrawn="1"/>
        </p:nvSpPr>
        <p:spPr>
          <a:xfrm>
            <a:off x="0" y="0"/>
            <a:ext cx="36576000" cy="2057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7" name="Media Placeholder 7">
            <a:extLst>
              <a:ext uri="{FF2B5EF4-FFF2-40B4-BE49-F238E27FC236}">
                <a16:creationId xmlns:a16="http://schemas.microsoft.com/office/drawing/2014/main" id="{95086AA8-FFA8-416F-AD2F-0B7223809227}"/>
              </a:ext>
            </a:extLst>
          </p:cNvPr>
          <p:cNvSpPr>
            <a:spLocks noGrp="1"/>
          </p:cNvSpPr>
          <p:nvPr>
            <p:ph type="media" sz="quarter" idx="11" hasCustomPrompt="1"/>
          </p:nvPr>
        </p:nvSpPr>
        <p:spPr>
          <a:xfrm>
            <a:off x="0" y="0"/>
            <a:ext cx="36576000" cy="20574000"/>
          </a:xfrm>
          <a:prstGeom prst="rect">
            <a:avLst/>
          </a:prstGeom>
          <a:solidFill>
            <a:schemeClr val="tx1">
              <a:lumMod val="95000"/>
            </a:schemeClr>
          </a:solidFill>
          <a:ln w="19050">
            <a:noFill/>
          </a:ln>
        </p:spPr>
        <p:txBody>
          <a:bodyPr tIns="0" bIns="4206240" anchor="ctr"/>
          <a:lstStyle>
            <a:lvl1pPr marL="0" indent="0" algn="ctr">
              <a:buFontTx/>
              <a:buNone/>
              <a:defRPr lang="en-US" sz="8400" b="1" dirty="0">
                <a:solidFill>
                  <a:schemeClr val="bg1"/>
                </a:solidFill>
                <a:latin typeface="+mn-lt"/>
              </a:defRPr>
            </a:lvl1pPr>
          </a:lstStyle>
          <a:p>
            <a:pPr marL="857250" lvl="0" indent="-857250" algn="ctr"/>
            <a:r>
              <a:rPr lang="en-US" dirty="0"/>
              <a:t>Click to add video</a:t>
            </a:r>
          </a:p>
        </p:txBody>
      </p:sp>
    </p:spTree>
    <p:extLst>
      <p:ext uri="{BB962C8B-B14F-4D97-AF65-F5344CB8AC3E}">
        <p14:creationId xmlns:p14="http://schemas.microsoft.com/office/powerpoint/2010/main" val="2602793038"/>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pic>
        <p:nvPicPr>
          <p:cNvPr id="3" name="Picture 2" descr="A green and white background&#10;&#10;Description automatically generated">
            <a:extLst>
              <a:ext uri="{FF2B5EF4-FFF2-40B4-BE49-F238E27FC236}">
                <a16:creationId xmlns:a16="http://schemas.microsoft.com/office/drawing/2014/main" id="{708A9C7D-B92D-A13B-AE0E-7F3EA434A10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6F1316F0-7ADD-BB87-23BE-740C3B3B0100}"/>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cxnSp>
        <p:nvCxnSpPr>
          <p:cNvPr id="6" name="Straight Connector 5">
            <a:extLst>
              <a:ext uri="{FF2B5EF4-FFF2-40B4-BE49-F238E27FC236}">
                <a16:creationId xmlns:a16="http://schemas.microsoft.com/office/drawing/2014/main" id="{CB1478E8-E56F-B47D-1F5A-CBA4655161C3}"/>
              </a:ext>
            </a:extLst>
          </p:cNvPr>
          <p:cNvCxnSpPr/>
          <p:nvPr userDrawn="1"/>
        </p:nvCxnSpPr>
        <p:spPr>
          <a:xfrm>
            <a:off x="0" y="11329275"/>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30660233"/>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lex_Timeline">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868E8BC8-DCAA-6E80-5181-5371045BDE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D046080A-6CDE-3FF2-A128-47CFF5F0C9C5}"/>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Tree>
    <p:extLst>
      <p:ext uri="{BB962C8B-B14F-4D97-AF65-F5344CB8AC3E}">
        <p14:creationId xmlns:p14="http://schemas.microsoft.com/office/powerpoint/2010/main" val="194798549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meline w/ Images Layout">
    <p:spTree>
      <p:nvGrpSpPr>
        <p:cNvPr id="1" name=""/>
        <p:cNvGrpSpPr/>
        <p:nvPr/>
      </p:nvGrpSpPr>
      <p:grpSpPr>
        <a:xfrm>
          <a:off x="0" y="0"/>
          <a:ext cx="0" cy="0"/>
          <a:chOff x="0" y="0"/>
          <a:chExt cx="0" cy="0"/>
        </a:xfrm>
      </p:grpSpPr>
      <p:pic>
        <p:nvPicPr>
          <p:cNvPr id="4" name="Picture 3" descr="A green and white background&#10;&#10;Description automatically generated">
            <a:extLst>
              <a:ext uri="{FF2B5EF4-FFF2-40B4-BE49-F238E27FC236}">
                <a16:creationId xmlns:a16="http://schemas.microsoft.com/office/drawing/2014/main" id="{19281CF6-82C4-D591-C93F-79BF14277CD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Rectangle 4">
            <a:extLst>
              <a:ext uri="{FF2B5EF4-FFF2-40B4-BE49-F238E27FC236}">
                <a16:creationId xmlns:a16="http://schemas.microsoft.com/office/drawing/2014/main" id="{8C0EE250-813A-B3FC-C9DB-11B6E237EC3B}"/>
              </a:ext>
            </a:extLst>
          </p:cNvPr>
          <p:cNvSpPr/>
          <p:nvPr userDrawn="1"/>
        </p:nvSpPr>
        <p:spPr>
          <a:xfrm>
            <a:off x="0" y="6963916"/>
            <a:ext cx="36576000" cy="13610084"/>
          </a:xfrm>
          <a:prstGeom prst="rect">
            <a:avLst/>
          </a:prstGeom>
          <a:gradFill>
            <a:gsLst>
              <a:gs pos="78000">
                <a:srgbClr val="FFFFFF">
                  <a:alpha val="55000"/>
                </a:srgbClr>
              </a:gs>
              <a:gs pos="0">
                <a:schemeClr val="tx1"/>
              </a:gs>
              <a:gs pos="100000">
                <a:schemeClr val="tx1">
                  <a:alpha val="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16" name="Title 1">
            <a:extLst>
              <a:ext uri="{FF2B5EF4-FFF2-40B4-BE49-F238E27FC236}">
                <a16:creationId xmlns:a16="http://schemas.microsoft.com/office/drawing/2014/main" id="{47CCEE02-87E6-1F2B-7676-44BDF77882D3}"/>
              </a:ext>
            </a:extLst>
          </p:cNvPr>
          <p:cNvSpPr>
            <a:spLocks noGrp="1"/>
          </p:cNvSpPr>
          <p:nvPr>
            <p:ph type="title" hasCustomPrompt="1"/>
          </p:nvPr>
        </p:nvSpPr>
        <p:spPr>
          <a:xfrm>
            <a:off x="2514600" y="0"/>
            <a:ext cx="31546800" cy="2514601"/>
          </a:xfrm>
        </p:spPr>
        <p:txBody>
          <a:bodyPr/>
          <a:lstStyle>
            <a:lvl1pPr>
              <a:defRPr sz="7200" b="1" cap="none">
                <a:solidFill>
                  <a:schemeClr val="bg1"/>
                </a:solidFill>
                <a:latin typeface="NVIDIA Sans" panose="020B0503020203020204" pitchFamily="34" charset="0"/>
                <a:cs typeface="NVIDIA Sans" panose="020B0503020203020204" pitchFamily="34" charset="0"/>
              </a:defRPr>
            </a:lvl1pPr>
          </a:lstStyle>
          <a:p>
            <a:r>
              <a:rPr lang="en-US" dirty="0"/>
              <a:t>Click To Add Title</a:t>
            </a:r>
          </a:p>
        </p:txBody>
      </p:sp>
      <p:sp>
        <p:nvSpPr>
          <p:cNvPr id="17" name="Text Placeholder 7">
            <a:extLst>
              <a:ext uri="{FF2B5EF4-FFF2-40B4-BE49-F238E27FC236}">
                <a16:creationId xmlns:a16="http://schemas.microsoft.com/office/drawing/2014/main" id="{CB50D318-3396-F41C-08C9-6F12DDA735CF}"/>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NVIDIA Sans" panose="020B0503020203020204" pitchFamily="34"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cxnSp>
        <p:nvCxnSpPr>
          <p:cNvPr id="12" name="Straight Connector 11">
            <a:extLst>
              <a:ext uri="{FF2B5EF4-FFF2-40B4-BE49-F238E27FC236}">
                <a16:creationId xmlns:a16="http://schemas.microsoft.com/office/drawing/2014/main" id="{B81A4C02-2335-3840-A0B5-647FE4372B5A}"/>
              </a:ext>
            </a:extLst>
          </p:cNvPr>
          <p:cNvCxnSpPr/>
          <p:nvPr userDrawn="1"/>
        </p:nvCxnSpPr>
        <p:spPr>
          <a:xfrm>
            <a:off x="0" y="12517118"/>
            <a:ext cx="36576000" cy="0"/>
          </a:xfrm>
          <a:prstGeom prst="line">
            <a:avLst/>
          </a:prstGeom>
          <a:ln w="50800">
            <a:solidFill>
              <a:schemeClr val="tx2"/>
            </a:solidFill>
          </a:ln>
        </p:spPr>
        <p:style>
          <a:lnRef idx="1">
            <a:schemeClr val="accent1"/>
          </a:lnRef>
          <a:fillRef idx="0">
            <a:schemeClr val="accent1"/>
          </a:fillRef>
          <a:effectRef idx="0">
            <a:schemeClr val="accent1"/>
          </a:effectRef>
          <a:fontRef idx="minor">
            <a:schemeClr val="tx1"/>
          </a:fontRef>
        </p:style>
      </p:cxnSp>
      <p:sp>
        <p:nvSpPr>
          <p:cNvPr id="13" name="Picture Placeholder 2">
            <a:extLst>
              <a:ext uri="{FF2B5EF4-FFF2-40B4-BE49-F238E27FC236}">
                <a16:creationId xmlns:a16="http://schemas.microsoft.com/office/drawing/2014/main" id="{327B64A9-49B7-26AE-EEC1-3DFB7714FDFA}"/>
              </a:ext>
            </a:extLst>
          </p:cNvPr>
          <p:cNvSpPr>
            <a:spLocks noGrp="1"/>
          </p:cNvSpPr>
          <p:nvPr>
            <p:ph type="pic" sz="quarter" idx="11"/>
          </p:nvPr>
        </p:nvSpPr>
        <p:spPr>
          <a:xfrm>
            <a:off x="1104900"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14" name="Text Placeholder 7">
            <a:extLst>
              <a:ext uri="{FF2B5EF4-FFF2-40B4-BE49-F238E27FC236}">
                <a16:creationId xmlns:a16="http://schemas.microsoft.com/office/drawing/2014/main" id="{65B24A7F-7007-8F97-B7C8-699C5938267B}"/>
              </a:ext>
            </a:extLst>
          </p:cNvPr>
          <p:cNvSpPr>
            <a:spLocks noGrp="1"/>
          </p:cNvSpPr>
          <p:nvPr>
            <p:ph type="body" sz="quarter" idx="12" hasCustomPrompt="1"/>
          </p:nvPr>
        </p:nvSpPr>
        <p:spPr>
          <a:xfrm>
            <a:off x="1104901"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18" name="Text Placeholder 7">
            <a:extLst>
              <a:ext uri="{FF2B5EF4-FFF2-40B4-BE49-F238E27FC236}">
                <a16:creationId xmlns:a16="http://schemas.microsoft.com/office/drawing/2014/main" id="{BE9F7FB4-6AA0-B491-27B8-845C8CCE95D1}"/>
              </a:ext>
            </a:extLst>
          </p:cNvPr>
          <p:cNvSpPr>
            <a:spLocks noGrp="1"/>
          </p:cNvSpPr>
          <p:nvPr>
            <p:ph type="body" sz="quarter" idx="30" hasCustomPrompt="1"/>
          </p:nvPr>
        </p:nvSpPr>
        <p:spPr>
          <a:xfrm>
            <a:off x="1104900"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19" name="Text Placeholder 7">
            <a:extLst>
              <a:ext uri="{FF2B5EF4-FFF2-40B4-BE49-F238E27FC236}">
                <a16:creationId xmlns:a16="http://schemas.microsoft.com/office/drawing/2014/main" id="{831C6138-3339-1502-9812-8B9B39AF6DD1}"/>
              </a:ext>
            </a:extLst>
          </p:cNvPr>
          <p:cNvSpPr>
            <a:spLocks noGrp="1"/>
          </p:cNvSpPr>
          <p:nvPr>
            <p:ph type="body" sz="quarter" idx="31" hasCustomPrompt="1"/>
          </p:nvPr>
        </p:nvSpPr>
        <p:spPr>
          <a:xfrm>
            <a:off x="1104901"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0" name="Picture Placeholder 2">
            <a:extLst>
              <a:ext uri="{FF2B5EF4-FFF2-40B4-BE49-F238E27FC236}">
                <a16:creationId xmlns:a16="http://schemas.microsoft.com/office/drawing/2014/main" id="{56B4F135-9336-3722-2593-739C386518BC}"/>
              </a:ext>
            </a:extLst>
          </p:cNvPr>
          <p:cNvSpPr>
            <a:spLocks noGrp="1"/>
          </p:cNvSpPr>
          <p:nvPr>
            <p:ph type="pic" sz="quarter" idx="32"/>
          </p:nvPr>
        </p:nvSpPr>
        <p:spPr>
          <a:xfrm>
            <a:off x="8153396"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1" name="Text Placeholder 7">
            <a:extLst>
              <a:ext uri="{FF2B5EF4-FFF2-40B4-BE49-F238E27FC236}">
                <a16:creationId xmlns:a16="http://schemas.microsoft.com/office/drawing/2014/main" id="{016A6D24-C230-8F9B-A12F-04BF3B073AA1}"/>
              </a:ext>
            </a:extLst>
          </p:cNvPr>
          <p:cNvSpPr>
            <a:spLocks noGrp="1"/>
          </p:cNvSpPr>
          <p:nvPr>
            <p:ph type="body" sz="quarter" idx="33" hasCustomPrompt="1"/>
          </p:nvPr>
        </p:nvSpPr>
        <p:spPr>
          <a:xfrm>
            <a:off x="8153397"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2" name="Text Placeholder 7">
            <a:extLst>
              <a:ext uri="{FF2B5EF4-FFF2-40B4-BE49-F238E27FC236}">
                <a16:creationId xmlns:a16="http://schemas.microsoft.com/office/drawing/2014/main" id="{36F5CC89-1592-52B8-63DE-F83AAF64EBD0}"/>
              </a:ext>
            </a:extLst>
          </p:cNvPr>
          <p:cNvSpPr>
            <a:spLocks noGrp="1"/>
          </p:cNvSpPr>
          <p:nvPr>
            <p:ph type="body" sz="quarter" idx="34" hasCustomPrompt="1"/>
          </p:nvPr>
        </p:nvSpPr>
        <p:spPr>
          <a:xfrm>
            <a:off x="8153396"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3" name="Text Placeholder 7">
            <a:extLst>
              <a:ext uri="{FF2B5EF4-FFF2-40B4-BE49-F238E27FC236}">
                <a16:creationId xmlns:a16="http://schemas.microsoft.com/office/drawing/2014/main" id="{71F14B17-DED6-D507-0F6F-0880EA7DD569}"/>
              </a:ext>
            </a:extLst>
          </p:cNvPr>
          <p:cNvSpPr>
            <a:spLocks noGrp="1"/>
          </p:cNvSpPr>
          <p:nvPr>
            <p:ph type="body" sz="quarter" idx="35" hasCustomPrompt="1"/>
          </p:nvPr>
        </p:nvSpPr>
        <p:spPr>
          <a:xfrm>
            <a:off x="8153397"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4" name="Picture Placeholder 2">
            <a:extLst>
              <a:ext uri="{FF2B5EF4-FFF2-40B4-BE49-F238E27FC236}">
                <a16:creationId xmlns:a16="http://schemas.microsoft.com/office/drawing/2014/main" id="{549A52FF-8F33-D50C-49C1-0A55140F3322}"/>
              </a:ext>
            </a:extLst>
          </p:cNvPr>
          <p:cNvSpPr>
            <a:spLocks noGrp="1"/>
          </p:cNvSpPr>
          <p:nvPr>
            <p:ph type="pic" sz="quarter" idx="36"/>
          </p:nvPr>
        </p:nvSpPr>
        <p:spPr>
          <a:xfrm>
            <a:off x="15163793"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5" name="Text Placeholder 7">
            <a:extLst>
              <a:ext uri="{FF2B5EF4-FFF2-40B4-BE49-F238E27FC236}">
                <a16:creationId xmlns:a16="http://schemas.microsoft.com/office/drawing/2014/main" id="{C5D8802B-FD04-DC3F-D5E6-9A1D927089AB}"/>
              </a:ext>
            </a:extLst>
          </p:cNvPr>
          <p:cNvSpPr>
            <a:spLocks noGrp="1"/>
          </p:cNvSpPr>
          <p:nvPr>
            <p:ph type="body" sz="quarter" idx="37" hasCustomPrompt="1"/>
          </p:nvPr>
        </p:nvSpPr>
        <p:spPr>
          <a:xfrm>
            <a:off x="15163794"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26" name="Text Placeholder 7">
            <a:extLst>
              <a:ext uri="{FF2B5EF4-FFF2-40B4-BE49-F238E27FC236}">
                <a16:creationId xmlns:a16="http://schemas.microsoft.com/office/drawing/2014/main" id="{A4956259-B8C8-1248-4F09-69EFFCCA6C29}"/>
              </a:ext>
            </a:extLst>
          </p:cNvPr>
          <p:cNvSpPr>
            <a:spLocks noGrp="1"/>
          </p:cNvSpPr>
          <p:nvPr>
            <p:ph type="body" sz="quarter" idx="38" hasCustomPrompt="1"/>
          </p:nvPr>
        </p:nvSpPr>
        <p:spPr>
          <a:xfrm>
            <a:off x="15163793"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27" name="Text Placeholder 7">
            <a:extLst>
              <a:ext uri="{FF2B5EF4-FFF2-40B4-BE49-F238E27FC236}">
                <a16:creationId xmlns:a16="http://schemas.microsoft.com/office/drawing/2014/main" id="{3A510AB1-7D48-519B-BE8D-994DD848CCC0}"/>
              </a:ext>
            </a:extLst>
          </p:cNvPr>
          <p:cNvSpPr>
            <a:spLocks noGrp="1"/>
          </p:cNvSpPr>
          <p:nvPr>
            <p:ph type="body" sz="quarter" idx="39" hasCustomPrompt="1"/>
          </p:nvPr>
        </p:nvSpPr>
        <p:spPr>
          <a:xfrm>
            <a:off x="15163794"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28" name="Picture Placeholder 2">
            <a:extLst>
              <a:ext uri="{FF2B5EF4-FFF2-40B4-BE49-F238E27FC236}">
                <a16:creationId xmlns:a16="http://schemas.microsoft.com/office/drawing/2014/main" id="{0F3F011E-890F-E527-A5CB-421C1CE541C0}"/>
              </a:ext>
            </a:extLst>
          </p:cNvPr>
          <p:cNvSpPr>
            <a:spLocks noGrp="1"/>
          </p:cNvSpPr>
          <p:nvPr>
            <p:ph type="pic" sz="quarter" idx="40"/>
          </p:nvPr>
        </p:nvSpPr>
        <p:spPr>
          <a:xfrm>
            <a:off x="22212297" y="12016056"/>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29" name="Text Placeholder 7">
            <a:extLst>
              <a:ext uri="{FF2B5EF4-FFF2-40B4-BE49-F238E27FC236}">
                <a16:creationId xmlns:a16="http://schemas.microsoft.com/office/drawing/2014/main" id="{D1CAB8F0-0055-E057-4C4A-7B3C6F7B9416}"/>
              </a:ext>
            </a:extLst>
          </p:cNvPr>
          <p:cNvSpPr>
            <a:spLocks noGrp="1"/>
          </p:cNvSpPr>
          <p:nvPr>
            <p:ph type="body" sz="quarter" idx="41" hasCustomPrompt="1"/>
          </p:nvPr>
        </p:nvSpPr>
        <p:spPr>
          <a:xfrm>
            <a:off x="22212298" y="10422886"/>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0" name="Text Placeholder 7">
            <a:extLst>
              <a:ext uri="{FF2B5EF4-FFF2-40B4-BE49-F238E27FC236}">
                <a16:creationId xmlns:a16="http://schemas.microsoft.com/office/drawing/2014/main" id="{D8F5B73D-560B-E470-3B25-EAD525666BEB}"/>
              </a:ext>
            </a:extLst>
          </p:cNvPr>
          <p:cNvSpPr>
            <a:spLocks noGrp="1"/>
          </p:cNvSpPr>
          <p:nvPr>
            <p:ph type="body" sz="quarter" idx="42" hasCustomPrompt="1"/>
          </p:nvPr>
        </p:nvSpPr>
        <p:spPr>
          <a:xfrm>
            <a:off x="22212297" y="11134791"/>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1" name="Text Placeholder 7">
            <a:extLst>
              <a:ext uri="{FF2B5EF4-FFF2-40B4-BE49-F238E27FC236}">
                <a16:creationId xmlns:a16="http://schemas.microsoft.com/office/drawing/2014/main" id="{1960F0BA-603E-23D9-F49B-C5B4462632DB}"/>
              </a:ext>
            </a:extLst>
          </p:cNvPr>
          <p:cNvSpPr>
            <a:spLocks noGrp="1"/>
          </p:cNvSpPr>
          <p:nvPr>
            <p:ph type="body" sz="quarter" idx="43" hasCustomPrompt="1"/>
          </p:nvPr>
        </p:nvSpPr>
        <p:spPr>
          <a:xfrm>
            <a:off x="22212298" y="9680157"/>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
        <p:nvSpPr>
          <p:cNvPr id="32" name="Picture Placeholder 2">
            <a:extLst>
              <a:ext uri="{FF2B5EF4-FFF2-40B4-BE49-F238E27FC236}">
                <a16:creationId xmlns:a16="http://schemas.microsoft.com/office/drawing/2014/main" id="{BBA2ABA5-D670-2BB6-7840-47F6198C0D4D}"/>
              </a:ext>
            </a:extLst>
          </p:cNvPr>
          <p:cNvSpPr>
            <a:spLocks noGrp="1"/>
          </p:cNvSpPr>
          <p:nvPr>
            <p:ph type="pic" sz="quarter" idx="44"/>
          </p:nvPr>
        </p:nvSpPr>
        <p:spPr>
          <a:xfrm>
            <a:off x="29298902" y="8828853"/>
            <a:ext cx="6172214" cy="4209393"/>
          </a:xfrm>
          <a:prstGeom prst="rect">
            <a:avLst/>
          </a:prstGeom>
          <a:solidFill>
            <a:schemeClr val="bg2"/>
          </a:solidFill>
          <a:ln w="9525">
            <a:solidFill>
              <a:schemeClr val="accent5"/>
            </a:solidFill>
          </a:ln>
        </p:spPr>
        <p:txBody>
          <a:bodyPr tIns="2194560" anchor="ctr"/>
          <a:lstStyle>
            <a:lvl1pPr marL="0" indent="0" algn="ctr">
              <a:buFontTx/>
              <a:buNone/>
              <a:defRPr sz="4000">
                <a:solidFill>
                  <a:schemeClr val="bg2">
                    <a:lumMod val="50000"/>
                  </a:schemeClr>
                </a:solidFill>
                <a:latin typeface="NVIDIA Sans" panose="020B0503020203020204" pitchFamily="34" charset="0"/>
              </a:defRPr>
            </a:lvl1pPr>
          </a:lstStyle>
          <a:p>
            <a:r>
              <a:rPr lang="en-US"/>
              <a:t>Click icon to add picture</a:t>
            </a:r>
            <a:endParaRPr lang="en-US" dirty="0"/>
          </a:p>
        </p:txBody>
      </p:sp>
      <p:sp>
        <p:nvSpPr>
          <p:cNvPr id="33" name="Text Placeholder 7">
            <a:extLst>
              <a:ext uri="{FF2B5EF4-FFF2-40B4-BE49-F238E27FC236}">
                <a16:creationId xmlns:a16="http://schemas.microsoft.com/office/drawing/2014/main" id="{CBEE0231-5854-76AF-A0C6-70879C2EA774}"/>
              </a:ext>
            </a:extLst>
          </p:cNvPr>
          <p:cNvSpPr>
            <a:spLocks noGrp="1"/>
          </p:cNvSpPr>
          <p:nvPr>
            <p:ph type="body" sz="quarter" idx="45" hasCustomPrompt="1"/>
          </p:nvPr>
        </p:nvSpPr>
        <p:spPr>
          <a:xfrm>
            <a:off x="29298903" y="7235683"/>
            <a:ext cx="6172213" cy="795528"/>
          </a:xfrm>
          <a:prstGeom prst="rect">
            <a:avLst/>
          </a:prstGeom>
        </p:spPr>
        <p:txBody>
          <a:bodyPr anchor="b"/>
          <a:lstStyle>
            <a:lvl1pPr marL="0" indent="0" algn="ctr">
              <a:spcBef>
                <a:spcPts val="1200"/>
              </a:spcBef>
              <a:buFontTx/>
              <a:buNone/>
              <a:defRPr sz="4000" b="0" cap="none" baseline="0">
                <a:solidFill>
                  <a:schemeClr val="bg1"/>
                </a:solidFill>
                <a:latin typeface="+mj-lt"/>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Title</a:t>
            </a:r>
          </a:p>
        </p:txBody>
      </p:sp>
      <p:sp>
        <p:nvSpPr>
          <p:cNvPr id="34" name="Text Placeholder 7">
            <a:extLst>
              <a:ext uri="{FF2B5EF4-FFF2-40B4-BE49-F238E27FC236}">
                <a16:creationId xmlns:a16="http://schemas.microsoft.com/office/drawing/2014/main" id="{0376ABB2-52CB-85AB-C186-532F75164A98}"/>
              </a:ext>
            </a:extLst>
          </p:cNvPr>
          <p:cNvSpPr>
            <a:spLocks noGrp="1"/>
          </p:cNvSpPr>
          <p:nvPr>
            <p:ph type="body" sz="quarter" idx="46" hasCustomPrompt="1"/>
          </p:nvPr>
        </p:nvSpPr>
        <p:spPr>
          <a:xfrm>
            <a:off x="29298902" y="7947588"/>
            <a:ext cx="6172214" cy="679755"/>
          </a:xfrm>
          <a:prstGeom prst="rect">
            <a:avLst/>
          </a:prstGeom>
        </p:spPr>
        <p:txBody>
          <a:bodyPr/>
          <a:lstStyle>
            <a:lvl1pPr marL="0" indent="0" algn="ctr">
              <a:spcBef>
                <a:spcPts val="600"/>
              </a:spcBef>
              <a:buFontTx/>
              <a:buNone/>
              <a:defRPr sz="2800" b="0">
                <a:solidFill>
                  <a:schemeClr val="bg1"/>
                </a:solidFill>
                <a:latin typeface="NVIDIA Sans" panose="020B0503020203020204" pitchFamily="34" charset="0"/>
                <a:cs typeface="NVIDIA Sans" panose="020B05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Click to add subtitle</a:t>
            </a:r>
          </a:p>
        </p:txBody>
      </p:sp>
      <p:sp>
        <p:nvSpPr>
          <p:cNvPr id="35" name="Text Placeholder 7">
            <a:extLst>
              <a:ext uri="{FF2B5EF4-FFF2-40B4-BE49-F238E27FC236}">
                <a16:creationId xmlns:a16="http://schemas.microsoft.com/office/drawing/2014/main" id="{63880F57-14E0-B28C-BF79-E4DCF3B7D679}"/>
              </a:ext>
            </a:extLst>
          </p:cNvPr>
          <p:cNvSpPr>
            <a:spLocks noGrp="1"/>
          </p:cNvSpPr>
          <p:nvPr>
            <p:ph type="body" sz="quarter" idx="47" hasCustomPrompt="1"/>
          </p:nvPr>
        </p:nvSpPr>
        <p:spPr>
          <a:xfrm>
            <a:off x="29298903" y="6492954"/>
            <a:ext cx="6172213" cy="795528"/>
          </a:xfrm>
          <a:prstGeom prst="rect">
            <a:avLst/>
          </a:prstGeom>
        </p:spPr>
        <p:txBody>
          <a:bodyPr anchor="b"/>
          <a:lstStyle>
            <a:lvl1pPr marL="0" indent="0" algn="ctr">
              <a:spcBef>
                <a:spcPts val="1200"/>
              </a:spcBef>
              <a:buFontTx/>
              <a:buNone/>
              <a:defRPr sz="7200" b="0" cap="none" baseline="0">
                <a:solidFill>
                  <a:schemeClr val="bg1"/>
                </a:solidFill>
                <a:latin typeface="NVIDIA Sans Light" panose="020B0303020203020204" pitchFamily="34" charset="0"/>
                <a:cs typeface="NVIDIA Sans Light" panose="020B0303020203020204" pitchFamily="34" charset="0"/>
              </a:defRPr>
            </a:lvl1pPr>
            <a:lvl2pPr marL="2562790" indent="0">
              <a:buFontTx/>
              <a:buNone/>
              <a:defRPr sz="4000" b="1">
                <a:solidFill>
                  <a:schemeClr val="tx1"/>
                </a:solidFill>
                <a:latin typeface="NVIDIA Sans" panose="020B0503020203020204" pitchFamily="34" charset="0"/>
              </a:defRPr>
            </a:lvl2pPr>
            <a:lvl3pPr marL="4883584" indent="0">
              <a:buFontTx/>
              <a:buNone/>
              <a:defRPr sz="4000" b="1">
                <a:solidFill>
                  <a:schemeClr val="tx1"/>
                </a:solidFill>
                <a:latin typeface="NVIDIA Sans" panose="020B0503020203020204" pitchFamily="34" charset="0"/>
              </a:defRPr>
            </a:lvl3pPr>
            <a:lvl4pPr marL="6933729" indent="0">
              <a:buFontTx/>
              <a:buNone/>
              <a:defRPr sz="4000" b="1">
                <a:solidFill>
                  <a:schemeClr val="tx1"/>
                </a:solidFill>
                <a:latin typeface="NVIDIA Sans" panose="020B0503020203020204" pitchFamily="34" charset="0"/>
              </a:defRPr>
            </a:lvl4pPr>
            <a:lvl5pPr marL="8471409" indent="0">
              <a:buFontTx/>
              <a:buNone/>
              <a:defRPr sz="4000" b="1">
                <a:solidFill>
                  <a:schemeClr val="tx1"/>
                </a:solidFill>
                <a:latin typeface="NVIDIA Sans" panose="020B0503020203020204" pitchFamily="34" charset="0"/>
              </a:defRPr>
            </a:lvl5pPr>
          </a:lstStyle>
          <a:p>
            <a:pPr lvl="0"/>
            <a:r>
              <a:rPr lang="en-US" dirty="0"/>
              <a:t>Year</a:t>
            </a:r>
          </a:p>
        </p:txBody>
      </p:sp>
    </p:spTree>
    <p:extLst>
      <p:ext uri="{BB962C8B-B14F-4D97-AF65-F5344CB8AC3E}">
        <p14:creationId xmlns:p14="http://schemas.microsoft.com/office/powerpoint/2010/main" val="58904893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Quote - LONG Layout">
    <p:spTree>
      <p:nvGrpSpPr>
        <p:cNvPr id="1" name=""/>
        <p:cNvGrpSpPr/>
        <p:nvPr/>
      </p:nvGrpSpPr>
      <p:grpSpPr>
        <a:xfrm>
          <a:off x="0" y="0"/>
          <a:ext cx="0" cy="0"/>
          <a:chOff x="0" y="0"/>
          <a:chExt cx="0" cy="0"/>
        </a:xfrm>
      </p:grpSpPr>
      <p:pic>
        <p:nvPicPr>
          <p:cNvPr id="6" name="Picture 5" descr="A green and white background&#10;&#10;Description automatically generated">
            <a:extLst>
              <a:ext uri="{FF2B5EF4-FFF2-40B4-BE49-F238E27FC236}">
                <a16:creationId xmlns:a16="http://schemas.microsoft.com/office/drawing/2014/main" id="{3BFE9B15-7828-3FC3-BCF0-23F89A1309F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5" name="Rectangle 4">
            <a:extLst>
              <a:ext uri="{FF2B5EF4-FFF2-40B4-BE49-F238E27FC236}">
                <a16:creationId xmlns:a16="http://schemas.microsoft.com/office/drawing/2014/main" id="{CD79F16E-B355-8896-6563-603510529C31}"/>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0" name="Rectangle 19">
            <a:extLst>
              <a:ext uri="{FF2B5EF4-FFF2-40B4-BE49-F238E27FC236}">
                <a16:creationId xmlns:a16="http://schemas.microsoft.com/office/drawing/2014/main" id="{EC5A15EA-E928-94AA-543D-8EA2FF0183F9}"/>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9" name="Rectangle 8">
            <a:extLst>
              <a:ext uri="{FF2B5EF4-FFF2-40B4-BE49-F238E27FC236}">
                <a16:creationId xmlns:a16="http://schemas.microsoft.com/office/drawing/2014/main" id="{83F43A3E-D43D-124C-0C49-E1D720395FC6}"/>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Text Placeholder 4">
            <a:extLst>
              <a:ext uri="{FF2B5EF4-FFF2-40B4-BE49-F238E27FC236}">
                <a16:creationId xmlns:a16="http://schemas.microsoft.com/office/drawing/2014/main" id="{7CD9C284-B78C-1241-4B2A-F563F642D070}"/>
              </a:ext>
            </a:extLst>
          </p:cNvPr>
          <p:cNvSpPr>
            <a:spLocks noGrp="1"/>
          </p:cNvSpPr>
          <p:nvPr>
            <p:ph type="body" sz="quarter" idx="13" hasCustomPrompt="1"/>
          </p:nvPr>
        </p:nvSpPr>
        <p:spPr>
          <a:xfrm>
            <a:off x="6158753" y="1343456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8" name="Text Placeholder 4">
            <a:extLst>
              <a:ext uri="{FF2B5EF4-FFF2-40B4-BE49-F238E27FC236}">
                <a16:creationId xmlns:a16="http://schemas.microsoft.com/office/drawing/2014/main" id="{434FF7EA-90ED-54BC-F712-E8CE0FF23DFE}"/>
              </a:ext>
            </a:extLst>
          </p:cNvPr>
          <p:cNvSpPr>
            <a:spLocks noGrp="1"/>
          </p:cNvSpPr>
          <p:nvPr>
            <p:ph type="body" sz="quarter" idx="14" hasCustomPrompt="1"/>
          </p:nvPr>
        </p:nvSpPr>
        <p:spPr>
          <a:xfrm>
            <a:off x="6158754" y="5706208"/>
            <a:ext cx="24258494" cy="730701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sp>
        <p:nvSpPr>
          <p:cNvPr id="10" name="TextBox 9">
            <a:extLst>
              <a:ext uri="{FF2B5EF4-FFF2-40B4-BE49-F238E27FC236}">
                <a16:creationId xmlns:a16="http://schemas.microsoft.com/office/drawing/2014/main" id="{CD9D91CB-444B-B15F-7D27-F8959442EE8D}"/>
              </a:ext>
            </a:extLst>
          </p:cNvPr>
          <p:cNvSpPr txBox="1"/>
          <p:nvPr userDrawn="1"/>
        </p:nvSpPr>
        <p:spPr>
          <a:xfrm rot="10800000">
            <a:off x="17582278" y="12276665"/>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3" name="Straight Connector 12">
            <a:extLst>
              <a:ext uri="{FF2B5EF4-FFF2-40B4-BE49-F238E27FC236}">
                <a16:creationId xmlns:a16="http://schemas.microsoft.com/office/drawing/2014/main" id="{0A168394-A768-2D2C-2FE6-DB4613D6BDFB}"/>
              </a:ext>
            </a:extLst>
          </p:cNvPr>
          <p:cNvCxnSpPr>
            <a:cxnSpLocks/>
          </p:cNvCxnSpPr>
          <p:nvPr userDrawn="1"/>
        </p:nvCxnSpPr>
        <p:spPr>
          <a:xfrm>
            <a:off x="6158753"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CF7CCAE-8B92-5A79-CBAF-C805450DD64B}"/>
              </a:ext>
            </a:extLst>
          </p:cNvPr>
          <p:cNvCxnSpPr>
            <a:cxnSpLocks/>
          </p:cNvCxnSpPr>
          <p:nvPr userDrawn="1"/>
        </p:nvCxnSpPr>
        <p:spPr>
          <a:xfrm>
            <a:off x="19022336" y="15523509"/>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F9A1B02-4A67-4CC9-F283-AC371711F42A}"/>
              </a:ext>
            </a:extLst>
          </p:cNvPr>
          <p:cNvGrpSpPr/>
          <p:nvPr userDrawn="1"/>
        </p:nvGrpSpPr>
        <p:grpSpPr>
          <a:xfrm>
            <a:off x="6158753" y="3796809"/>
            <a:ext cx="24258494" cy="4508927"/>
            <a:chOff x="6158753" y="6234204"/>
            <a:chExt cx="24258494" cy="4508927"/>
          </a:xfrm>
        </p:grpSpPr>
        <p:sp>
          <p:nvSpPr>
            <p:cNvPr id="16" name="TextBox 15">
              <a:extLst>
                <a:ext uri="{FF2B5EF4-FFF2-40B4-BE49-F238E27FC236}">
                  <a16:creationId xmlns:a16="http://schemas.microsoft.com/office/drawing/2014/main" id="{DA3E7C50-8DF7-896F-E1BB-D5842FE7F8E9}"/>
                </a:ext>
              </a:extLst>
            </p:cNvPr>
            <p:cNvSpPr txBox="1"/>
            <p:nvPr userDrawn="1"/>
          </p:nvSpPr>
          <p:spPr>
            <a:xfrm>
              <a:off x="17553664" y="6234204"/>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cxnSp>
          <p:nvCxnSpPr>
            <p:cNvPr id="17" name="Straight Connector 16">
              <a:extLst>
                <a:ext uri="{FF2B5EF4-FFF2-40B4-BE49-F238E27FC236}">
                  <a16:creationId xmlns:a16="http://schemas.microsoft.com/office/drawing/2014/main" id="{0C4E42D4-651A-0018-08AF-103C03C79F4C}"/>
                </a:ext>
              </a:extLst>
            </p:cNvPr>
            <p:cNvCxnSpPr>
              <a:cxnSpLocks/>
            </p:cNvCxnSpPr>
            <p:nvPr userDrawn="1"/>
          </p:nvCxnSpPr>
          <p:spPr>
            <a:xfrm>
              <a:off x="6158753"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85DE2FD7-58D2-230B-D513-D6416CD17B37}"/>
                </a:ext>
              </a:extLst>
            </p:cNvPr>
            <p:cNvCxnSpPr>
              <a:cxnSpLocks/>
            </p:cNvCxnSpPr>
            <p:nvPr userDrawn="1"/>
          </p:nvCxnSpPr>
          <p:spPr>
            <a:xfrm>
              <a:off x="19022336" y="7454586"/>
              <a:ext cx="11394911" cy="0"/>
            </a:xfrm>
            <a:prstGeom prst="line">
              <a:avLst/>
            </a:prstGeom>
            <a:ln w="317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3130377"/>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Quote - SHORT Layout">
    <p:spTree>
      <p:nvGrpSpPr>
        <p:cNvPr id="1" name=""/>
        <p:cNvGrpSpPr/>
        <p:nvPr/>
      </p:nvGrpSpPr>
      <p:grpSpPr>
        <a:xfrm>
          <a:off x="0" y="0"/>
          <a:ext cx="0" cy="0"/>
          <a:chOff x="0" y="0"/>
          <a:chExt cx="0" cy="0"/>
        </a:xfrm>
      </p:grpSpPr>
      <p:pic>
        <p:nvPicPr>
          <p:cNvPr id="2" name="Picture 1" descr="A green and white background&#10;&#10;Description automatically generated">
            <a:extLst>
              <a:ext uri="{FF2B5EF4-FFF2-40B4-BE49-F238E27FC236}">
                <a16:creationId xmlns:a16="http://schemas.microsoft.com/office/drawing/2014/main" id="{61701B74-047D-F92D-ADA0-7BF31D83E2A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36576003" cy="20574001"/>
          </a:xfrm>
          <a:prstGeom prst="rect">
            <a:avLst/>
          </a:prstGeom>
        </p:spPr>
      </p:pic>
      <p:sp>
        <p:nvSpPr>
          <p:cNvPr id="6" name="Rectangle 5">
            <a:extLst>
              <a:ext uri="{FF2B5EF4-FFF2-40B4-BE49-F238E27FC236}">
                <a16:creationId xmlns:a16="http://schemas.microsoft.com/office/drawing/2014/main" id="{A85FB945-6B24-57D3-B359-4FC5884B9E2A}"/>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7" name="Rectangle 6">
            <a:extLst>
              <a:ext uri="{FF2B5EF4-FFF2-40B4-BE49-F238E27FC236}">
                <a16:creationId xmlns:a16="http://schemas.microsoft.com/office/drawing/2014/main" id="{0E0A1354-6E59-B3D9-5AE9-EFF6955F88F2}"/>
              </a:ext>
            </a:extLst>
          </p:cNvPr>
          <p:cNvSpPr/>
          <p:nvPr userDrawn="1"/>
        </p:nvSpPr>
        <p:spPr>
          <a:xfrm flipV="1">
            <a:off x="0" y="1526990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8" name="Rectangle 7">
            <a:extLst>
              <a:ext uri="{FF2B5EF4-FFF2-40B4-BE49-F238E27FC236}">
                <a16:creationId xmlns:a16="http://schemas.microsoft.com/office/drawing/2014/main" id="{F0807B0F-0A81-6159-CB17-9A246F14A280}"/>
              </a:ext>
            </a:extLst>
          </p:cNvPr>
          <p:cNvSpPr/>
          <p:nvPr userDrawn="1"/>
        </p:nvSpPr>
        <p:spPr>
          <a:xfrm>
            <a:off x="0" y="1068230"/>
            <a:ext cx="36576000" cy="4218249"/>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5" name="Rectangle 4">
            <a:extLst>
              <a:ext uri="{FF2B5EF4-FFF2-40B4-BE49-F238E27FC236}">
                <a16:creationId xmlns:a16="http://schemas.microsoft.com/office/drawing/2014/main" id="{A4688F64-F571-BC4C-9D1B-F87497A44084}"/>
              </a:ext>
            </a:extLst>
          </p:cNvPr>
          <p:cNvSpPr/>
          <p:nvPr userDrawn="1"/>
        </p:nvSpPr>
        <p:spPr>
          <a:xfrm>
            <a:off x="0" y="4143768"/>
            <a:ext cx="36576000" cy="2151778"/>
          </a:xfrm>
          <a:prstGeom prst="rect">
            <a:avLst/>
          </a:prstGeom>
          <a:gradFill>
            <a:gsLst>
              <a:gs pos="0">
                <a:schemeClr val="tx1">
                  <a:alpha val="0"/>
                </a:schemeClr>
              </a:gs>
              <a:gs pos="100000">
                <a:schemeClr val="tx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27" name="Text Placeholder 4">
            <a:extLst>
              <a:ext uri="{FF2B5EF4-FFF2-40B4-BE49-F238E27FC236}">
                <a16:creationId xmlns:a16="http://schemas.microsoft.com/office/drawing/2014/main" id="{79BB071F-1DED-7BC0-205E-742D1CC39ADE}"/>
              </a:ext>
            </a:extLst>
          </p:cNvPr>
          <p:cNvSpPr>
            <a:spLocks noGrp="1"/>
          </p:cNvSpPr>
          <p:nvPr>
            <p:ph type="body" sz="quarter" idx="13" hasCustomPrompt="1"/>
          </p:nvPr>
        </p:nvSpPr>
        <p:spPr>
          <a:xfrm>
            <a:off x="6158753" y="11878330"/>
            <a:ext cx="24258494" cy="1043922"/>
          </a:xfrm>
          <a:prstGeom prst="rect">
            <a:avLst/>
          </a:prstGeom>
        </p:spPr>
        <p:txBody>
          <a:bodyPr/>
          <a:lstStyle>
            <a:lvl1pPr marL="0" indent="0" algn="ctr">
              <a:lnSpc>
                <a:spcPct val="90000"/>
              </a:lnSpc>
              <a:spcBef>
                <a:spcPts val="0"/>
              </a:spcBef>
              <a:buFontTx/>
              <a:buNone/>
              <a:defRPr sz="4400" i="1" cap="none" baseline="0">
                <a:solidFill>
                  <a:schemeClr val="tx2"/>
                </a:solidFill>
                <a:latin typeface="NVIDIA Sans" panose="020B0503020203020204" pitchFamily="34" charset="0"/>
                <a:cs typeface="NVIDIA Sans" panose="020B05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 Quote source</a:t>
            </a:r>
          </a:p>
        </p:txBody>
      </p:sp>
      <p:sp>
        <p:nvSpPr>
          <p:cNvPr id="28" name="Text Placeholder 4">
            <a:extLst>
              <a:ext uri="{FF2B5EF4-FFF2-40B4-BE49-F238E27FC236}">
                <a16:creationId xmlns:a16="http://schemas.microsoft.com/office/drawing/2014/main" id="{652C8912-97F2-5FEC-2170-801AFD44E796}"/>
              </a:ext>
            </a:extLst>
          </p:cNvPr>
          <p:cNvSpPr>
            <a:spLocks noGrp="1"/>
          </p:cNvSpPr>
          <p:nvPr>
            <p:ph type="body" sz="quarter" idx="14" hasCustomPrompt="1"/>
          </p:nvPr>
        </p:nvSpPr>
        <p:spPr>
          <a:xfrm>
            <a:off x="6158754" y="7053551"/>
            <a:ext cx="24258494" cy="4403224"/>
          </a:xfrm>
          <a:prstGeom prst="rect">
            <a:avLst/>
          </a:prstGeom>
        </p:spPr>
        <p:txBody>
          <a:bodyPr anchor="ctr"/>
          <a:lstStyle>
            <a:lvl1pPr marL="0" indent="0" algn="ctr">
              <a:lnSpc>
                <a:spcPct val="90000"/>
              </a:lnSpc>
              <a:spcBef>
                <a:spcPts val="0"/>
              </a:spcBef>
              <a:buFontTx/>
              <a:buNone/>
              <a:defRPr sz="12000" cap="none" baseline="0">
                <a:solidFill>
                  <a:schemeClr val="bg1"/>
                </a:solidFill>
                <a:latin typeface="NVIDIA Sans Light" panose="020B0303020203020204" pitchFamily="34" charset="0"/>
                <a:cs typeface="NVIDIA Sans Light" panose="020B03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Click to add quote</a:t>
            </a:r>
          </a:p>
        </p:txBody>
      </p:sp>
      <p:grpSp>
        <p:nvGrpSpPr>
          <p:cNvPr id="29" name="Group 28">
            <a:extLst>
              <a:ext uri="{FF2B5EF4-FFF2-40B4-BE49-F238E27FC236}">
                <a16:creationId xmlns:a16="http://schemas.microsoft.com/office/drawing/2014/main" id="{54182597-2C50-3A4E-9225-0ED4ED207042}"/>
              </a:ext>
            </a:extLst>
          </p:cNvPr>
          <p:cNvGrpSpPr/>
          <p:nvPr userDrawn="1"/>
        </p:nvGrpSpPr>
        <p:grpSpPr>
          <a:xfrm>
            <a:off x="6158753" y="5267062"/>
            <a:ext cx="24258494" cy="10102852"/>
            <a:chOff x="6158753" y="6264684"/>
            <a:chExt cx="24258494" cy="10102852"/>
          </a:xfrm>
        </p:grpSpPr>
        <p:grpSp>
          <p:nvGrpSpPr>
            <p:cNvPr id="30" name="Group 29">
              <a:extLst>
                <a:ext uri="{FF2B5EF4-FFF2-40B4-BE49-F238E27FC236}">
                  <a16:creationId xmlns:a16="http://schemas.microsoft.com/office/drawing/2014/main" id="{09B0E8CB-44E4-719C-A5CF-735DA9699441}"/>
                </a:ext>
              </a:extLst>
            </p:cNvPr>
            <p:cNvGrpSpPr/>
            <p:nvPr userDrawn="1"/>
          </p:nvGrpSpPr>
          <p:grpSpPr>
            <a:xfrm>
              <a:off x="17553664" y="6264684"/>
              <a:ext cx="1497286" cy="10102852"/>
              <a:chOff x="17553664" y="5634063"/>
              <a:chExt cx="1497286" cy="10102852"/>
            </a:xfrm>
          </p:grpSpPr>
          <p:sp>
            <p:nvSpPr>
              <p:cNvPr id="39" name="TextBox 38">
                <a:extLst>
                  <a:ext uri="{FF2B5EF4-FFF2-40B4-BE49-F238E27FC236}">
                    <a16:creationId xmlns:a16="http://schemas.microsoft.com/office/drawing/2014/main" id="{31D0B919-1FC7-23E4-68BE-05C833FAB722}"/>
                  </a:ext>
                </a:extLst>
              </p:cNvPr>
              <p:cNvSpPr txBox="1"/>
              <p:nvPr/>
            </p:nvSpPr>
            <p:spPr>
              <a:xfrm>
                <a:off x="17553664" y="5634063"/>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sp>
            <p:nvSpPr>
              <p:cNvPr id="40" name="TextBox 39">
                <a:extLst>
                  <a:ext uri="{FF2B5EF4-FFF2-40B4-BE49-F238E27FC236}">
                    <a16:creationId xmlns:a16="http://schemas.microsoft.com/office/drawing/2014/main" id="{4BD82AED-32A6-66BD-FAD0-B98CE3AFC77E}"/>
                  </a:ext>
                </a:extLst>
              </p:cNvPr>
              <p:cNvSpPr txBox="1"/>
              <p:nvPr/>
            </p:nvSpPr>
            <p:spPr>
              <a:xfrm rot="10800000">
                <a:off x="17582278" y="11227988"/>
                <a:ext cx="1468672" cy="4508927"/>
              </a:xfrm>
              <a:prstGeom prst="rect">
                <a:avLst/>
              </a:prstGeom>
              <a:noFill/>
            </p:spPr>
            <p:txBody>
              <a:bodyPr wrap="none" rtlCol="0">
                <a:spAutoFit/>
              </a:bodyPr>
              <a:lstStyle/>
              <a:p>
                <a:pPr algn="ctr"/>
                <a:r>
                  <a:rPr lang="en-US" sz="28700" dirty="0">
                    <a:solidFill>
                      <a:schemeClr val="tx2"/>
                    </a:solidFill>
                    <a:latin typeface="NVIDIA Sans Light" panose="020B0303020203020204" pitchFamily="34" charset="0"/>
                    <a:cs typeface="NVIDIA Sans Light" panose="020B0303020203020204" pitchFamily="34" charset="0"/>
                  </a:rPr>
                  <a:t>“</a:t>
                </a:r>
              </a:p>
            </p:txBody>
          </p:sp>
        </p:grpSp>
        <p:cxnSp>
          <p:nvCxnSpPr>
            <p:cNvPr id="31" name="Straight Connector 30">
              <a:extLst>
                <a:ext uri="{FF2B5EF4-FFF2-40B4-BE49-F238E27FC236}">
                  <a16:creationId xmlns:a16="http://schemas.microsoft.com/office/drawing/2014/main" id="{191EC44D-F0B4-790F-3089-A3B3D01B77A7}"/>
                </a:ext>
              </a:extLst>
            </p:cNvPr>
            <p:cNvCxnSpPr>
              <a:cxnSpLocks/>
            </p:cNvCxnSpPr>
            <p:nvPr userDrawn="1"/>
          </p:nvCxnSpPr>
          <p:spPr>
            <a:xfrm>
              <a:off x="6158753"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7DAC6E7-C5E7-D30C-B66F-007182DE7AC2}"/>
                </a:ext>
              </a:extLst>
            </p:cNvPr>
            <p:cNvCxnSpPr>
              <a:cxnSpLocks/>
            </p:cNvCxnSpPr>
            <p:nvPr userDrawn="1"/>
          </p:nvCxnSpPr>
          <p:spPr>
            <a:xfrm>
              <a:off x="19022336" y="7454586"/>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77AA061-58A0-8C4F-C050-0B149A72E614}"/>
                </a:ext>
              </a:extLst>
            </p:cNvPr>
            <p:cNvCxnSpPr>
              <a:cxnSpLocks/>
            </p:cNvCxnSpPr>
            <p:nvPr userDrawn="1"/>
          </p:nvCxnSpPr>
          <p:spPr>
            <a:xfrm>
              <a:off x="6158753"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916F238-457C-1E6C-1D73-143F4C3F6160}"/>
                </a:ext>
              </a:extLst>
            </p:cNvPr>
            <p:cNvCxnSpPr>
              <a:cxnSpLocks/>
            </p:cNvCxnSpPr>
            <p:nvPr userDrawn="1"/>
          </p:nvCxnSpPr>
          <p:spPr>
            <a:xfrm>
              <a:off x="19022336" y="15144241"/>
              <a:ext cx="11394911" cy="0"/>
            </a:xfrm>
            <a:prstGeom prst="line">
              <a:avLst/>
            </a:prstGeom>
            <a:ln w="31750">
              <a:solidFill>
                <a:schemeClr val="accent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44065880"/>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pic>
        <p:nvPicPr>
          <p:cNvPr id="8" name="Picture 7" descr="A green curved lines with a bright light behind them&#10;&#10;Description automatically generated">
            <a:extLst>
              <a:ext uri="{FF2B5EF4-FFF2-40B4-BE49-F238E27FC236}">
                <a16:creationId xmlns:a16="http://schemas.microsoft.com/office/drawing/2014/main" id="{F807122B-A2F6-379E-64FD-A4985E493AF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408" r="51136" b="926"/>
          <a:stretch/>
        </p:blipFill>
        <p:spPr>
          <a:xfrm>
            <a:off x="0" y="0"/>
            <a:ext cx="17150706" cy="20574000"/>
          </a:xfrm>
          <a:prstGeom prst="rect">
            <a:avLst/>
          </a:prstGeom>
        </p:spPr>
      </p:pic>
      <p:sp>
        <p:nvSpPr>
          <p:cNvPr id="3" name="Rectangle 2">
            <a:extLst>
              <a:ext uri="{FF2B5EF4-FFF2-40B4-BE49-F238E27FC236}">
                <a16:creationId xmlns:a16="http://schemas.microsoft.com/office/drawing/2014/main" id="{3EFDB0CE-6D06-5D9D-4F40-64EBE09315DF}"/>
              </a:ext>
            </a:extLst>
          </p:cNvPr>
          <p:cNvSpPr/>
          <p:nvPr userDrawn="1"/>
        </p:nvSpPr>
        <p:spPr>
          <a:xfrm>
            <a:off x="0" y="0"/>
            <a:ext cx="17150706" cy="20574000"/>
          </a:xfrm>
          <a:prstGeom prst="rect">
            <a:avLst/>
          </a:prstGeom>
          <a:solidFill>
            <a:schemeClr val="tx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
        <p:nvSpPr>
          <p:cNvPr id="6" name="Rectangle 5">
            <a:extLst>
              <a:ext uri="{FF2B5EF4-FFF2-40B4-BE49-F238E27FC236}">
                <a16:creationId xmlns:a16="http://schemas.microsoft.com/office/drawing/2014/main" id="{5714B981-6D72-A82B-BB74-685EAD4F2156}"/>
              </a:ext>
            </a:extLst>
          </p:cNvPr>
          <p:cNvSpPr/>
          <p:nvPr userDrawn="1"/>
        </p:nvSpPr>
        <p:spPr>
          <a:xfrm>
            <a:off x="17204620" y="5394960"/>
            <a:ext cx="566928" cy="1517904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3500587989"/>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a16="http://schemas.microsoft.com/office/drawing/2014/main"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pic>
        <p:nvPicPr>
          <p:cNvPr id="4" name="Picture 3" descr="A close-up of green and white&#10;&#10;Description automatically generated">
            <a:extLst>
              <a:ext uri="{FF2B5EF4-FFF2-40B4-BE49-F238E27FC236}">
                <a16:creationId xmlns:a16="http://schemas.microsoft.com/office/drawing/2014/main" id="{F680AE5A-C426-36FD-E875-65C352F89B6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sp>
        <p:nvSpPr>
          <p:cNvPr id="5" name="Text Placeholder 4">
            <a:extLst>
              <a:ext uri="{FF2B5EF4-FFF2-40B4-BE49-F238E27FC236}">
                <a16:creationId xmlns:a16="http://schemas.microsoft.com/office/drawing/2014/main" id="{986AD3F4-3771-EC4B-882B-5E3EA6379A9B}"/>
              </a:ext>
            </a:extLst>
          </p:cNvPr>
          <p:cNvSpPr>
            <a:spLocks noGrp="1"/>
          </p:cNvSpPr>
          <p:nvPr>
            <p:ph type="body" sz="quarter" idx="13" hasCustomPrompt="1"/>
          </p:nvPr>
        </p:nvSpPr>
        <p:spPr>
          <a:xfrm>
            <a:off x="1473866" y="1865236"/>
            <a:ext cx="18476688" cy="5943600"/>
          </a:xfrm>
          <a:prstGeom prst="rect">
            <a:avLst/>
          </a:prstGeom>
        </p:spPr>
        <p:txBody>
          <a:bodyPr anchor="b"/>
          <a:lstStyle>
            <a:lvl1pPr marL="0" indent="0" algn="l">
              <a:spcBef>
                <a:spcPts val="0"/>
              </a:spcBef>
              <a:buFontTx/>
              <a:buNone/>
              <a:defRPr lang="en-US" sz="9000" b="1" kern="0" cap="none" baseline="0" dirty="0" smtClean="0">
                <a:solidFill>
                  <a:schemeClr val="bg1"/>
                </a:solidFill>
                <a:latin typeface="NVIDIA Sans" panose="020B0503020203020204" pitchFamily="34" charset="0"/>
                <a:ea typeface="+mj-ea"/>
                <a:cs typeface="NVIDIA Sans" panose="020B0503020203020204" pitchFamily="34" charset="0"/>
              </a:defRPr>
            </a:lvl1pPr>
            <a:lvl2pPr marL="2562790" indent="0">
              <a:buFontTx/>
              <a:buNone/>
              <a:defRPr lang="en-US" sz="8000" b="1" kern="0" cap="all" baseline="0" dirty="0" smtClean="0">
                <a:solidFill>
                  <a:schemeClr val="tx1"/>
                </a:solidFill>
                <a:latin typeface="NVIDIA Sans" panose="020B0503020203020204" pitchFamily="34" charset="0"/>
                <a:ea typeface="+mj-ea"/>
                <a:cs typeface="+mj-cs"/>
              </a:defRPr>
            </a:lvl2pPr>
            <a:lvl3pPr marL="4883584" indent="0">
              <a:buFontTx/>
              <a:buNone/>
              <a:defRPr lang="en-US" sz="8000" b="1" kern="0" cap="all" baseline="0" dirty="0" smtClean="0">
                <a:solidFill>
                  <a:schemeClr val="tx1"/>
                </a:solidFill>
                <a:latin typeface="NVIDIA Sans" panose="020B0503020203020204" pitchFamily="34" charset="0"/>
                <a:ea typeface="+mj-ea"/>
                <a:cs typeface="+mj-cs"/>
              </a:defRPr>
            </a:lvl3pPr>
            <a:lvl4pPr marL="6933729" indent="0">
              <a:buFontTx/>
              <a:buNone/>
              <a:defRPr lang="en-US" sz="8000" b="1" kern="0" cap="all" baseline="0" dirty="0" smtClean="0">
                <a:solidFill>
                  <a:schemeClr val="tx1"/>
                </a:solidFill>
                <a:latin typeface="NVIDIA Sans" panose="020B0503020203020204" pitchFamily="34" charset="0"/>
                <a:ea typeface="+mj-ea"/>
                <a:cs typeface="+mj-cs"/>
              </a:defRPr>
            </a:lvl4pPr>
            <a:lvl5pPr marL="8471409" indent="0">
              <a:buFontTx/>
              <a:buNone/>
              <a:defRPr lang="en-US" sz="8000" b="1" kern="0" cap="all" baseline="0" dirty="0">
                <a:solidFill>
                  <a:schemeClr val="tx1"/>
                </a:solidFill>
                <a:latin typeface="NVIDIA Sans" panose="020B0503020203020204" pitchFamily="34" charset="0"/>
                <a:ea typeface="+mj-ea"/>
                <a:cs typeface="+mj-cs"/>
              </a:defRPr>
            </a:lvl5pPr>
          </a:lstStyle>
          <a:p>
            <a:pPr lvl="0"/>
            <a:r>
              <a:rPr lang="en-US" dirty="0"/>
              <a:t>Click To Add Text</a:t>
            </a:r>
          </a:p>
        </p:txBody>
      </p:sp>
      <p:sp>
        <p:nvSpPr>
          <p:cNvPr id="8" name="Rectangle 7">
            <a:extLst>
              <a:ext uri="{FF2B5EF4-FFF2-40B4-BE49-F238E27FC236}">
                <a16:creationId xmlns:a16="http://schemas.microsoft.com/office/drawing/2014/main" id="{991690F0-C869-92D8-B1E3-3151C511786C}"/>
              </a:ext>
            </a:extLst>
          </p:cNvPr>
          <p:cNvSpPr/>
          <p:nvPr userDrawn="1"/>
        </p:nvSpPr>
        <p:spPr>
          <a:xfrm>
            <a:off x="-1" y="0"/>
            <a:ext cx="566928" cy="74980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spTree>
    <p:extLst>
      <p:ext uri="{BB962C8B-B14F-4D97-AF65-F5344CB8AC3E}">
        <p14:creationId xmlns:p14="http://schemas.microsoft.com/office/powerpoint/2010/main" val="1553221842"/>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5068417-0A49-4E97-BD32-9EE897037421}"/>
              </a:ext>
            </a:extLst>
          </p:cNvPr>
          <p:cNvSpPr/>
          <p:nvPr userDrawn="1"/>
        </p:nvSpPr>
        <p:spPr>
          <a:xfrm>
            <a:off x="0" y="0"/>
            <a:ext cx="36576000" cy="20574000"/>
          </a:xfrm>
          <a:prstGeom prst="rect">
            <a:avLst/>
          </a:prstGeom>
          <a:solidFill>
            <a:srgbClr val="9E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4">
            <a:extLst>
              <a:ext uri="{FF2B5EF4-FFF2-40B4-BE49-F238E27FC236}">
                <a16:creationId xmlns:a16="http://schemas.microsoft.com/office/drawing/2014/main" id="{5CE798D4-9140-2EC5-6DC9-6C6A5F5737E4}"/>
              </a:ext>
            </a:extLst>
          </p:cNvPr>
          <p:cNvSpPr>
            <a:spLocks noGrp="1"/>
          </p:cNvSpPr>
          <p:nvPr>
            <p:ph type="body" sz="quarter" idx="10" hasCustomPrompt="1"/>
          </p:nvPr>
        </p:nvSpPr>
        <p:spPr>
          <a:xfrm>
            <a:off x="7634260" y="10771999"/>
            <a:ext cx="22733876" cy="5476186"/>
          </a:xfrm>
          <a:prstGeom prst="rect">
            <a:avLst/>
          </a:prstGeom>
        </p:spPr>
        <p:txBody>
          <a:bodyPr/>
          <a:lstStyle>
            <a:lvl1pPr marL="0" indent="0" algn="l">
              <a:lnSpc>
                <a:spcPct val="90000"/>
              </a:lnSpc>
              <a:spcBef>
                <a:spcPts val="0"/>
              </a:spcBef>
              <a:buFontTx/>
              <a:buNone/>
              <a:defRPr sz="4400" cap="none" baseline="0">
                <a:solidFill>
                  <a:schemeClr val="tx1"/>
                </a:solidFill>
                <a:latin typeface="NVIDIA Sans Medium" panose="020B0603020203020204" pitchFamily="34" charset="0"/>
                <a:cs typeface="NVIDIA Sans Medium" panose="020B0603020203020204" pitchFamily="34" charset="0"/>
              </a:defRPr>
            </a:lvl1pPr>
            <a:lvl2pPr marL="2562793" indent="0" algn="l">
              <a:lnSpc>
                <a:spcPct val="90000"/>
              </a:lnSpc>
              <a:buFontTx/>
              <a:buNone/>
              <a:defRPr sz="7539" cap="all" baseline="0">
                <a:solidFill>
                  <a:schemeClr val="tx2"/>
                </a:solidFill>
                <a:latin typeface="NVIDIA Sans" panose="020B0503020203020204" pitchFamily="34" charset="0"/>
              </a:defRPr>
            </a:lvl2pPr>
            <a:lvl3pPr marL="4883581" indent="0" algn="l">
              <a:lnSpc>
                <a:spcPct val="90000"/>
              </a:lnSpc>
              <a:buFontTx/>
              <a:buNone/>
              <a:defRPr sz="7539" cap="all" baseline="0">
                <a:solidFill>
                  <a:schemeClr val="tx2"/>
                </a:solidFill>
                <a:latin typeface="NVIDIA Sans" panose="020B0503020203020204" pitchFamily="34" charset="0"/>
              </a:defRPr>
            </a:lvl3pPr>
            <a:lvl4pPr marL="6933729" indent="0">
              <a:buNone/>
              <a:defRPr/>
            </a:lvl4pPr>
          </a:lstStyle>
          <a:p>
            <a:pPr lvl="0"/>
            <a:r>
              <a:rPr lang="en-US" dirty="0"/>
              <a:t>Edit Text Style</a:t>
            </a:r>
          </a:p>
        </p:txBody>
      </p:sp>
      <p:sp>
        <p:nvSpPr>
          <p:cNvPr id="10" name="Title 1">
            <a:extLst>
              <a:ext uri="{FF2B5EF4-FFF2-40B4-BE49-F238E27FC236}">
                <a16:creationId xmlns:a16="http://schemas.microsoft.com/office/drawing/2014/main" id="{9FAAD9D4-FB4F-9DA0-9C5E-7AD5B9D1B73A}"/>
              </a:ext>
            </a:extLst>
          </p:cNvPr>
          <p:cNvSpPr>
            <a:spLocks noGrp="1"/>
          </p:cNvSpPr>
          <p:nvPr>
            <p:ph type="title" hasCustomPrompt="1"/>
          </p:nvPr>
        </p:nvSpPr>
        <p:spPr>
          <a:xfrm>
            <a:off x="7634260" y="9024760"/>
            <a:ext cx="22733877" cy="1754266"/>
          </a:xfrm>
          <a:prstGeom prst="rect">
            <a:avLst/>
          </a:prstGeom>
        </p:spPr>
        <p:txBody>
          <a:bodyPr/>
          <a:lstStyle>
            <a:lvl1pPr algn="l">
              <a:defRPr sz="12000" b="0" cap="none">
                <a:solidFill>
                  <a:schemeClr val="tx1"/>
                </a:solidFill>
                <a:latin typeface="NVIDIA Sans Light" panose="020B0303020203020204" pitchFamily="34" charset="0"/>
                <a:cs typeface="NVIDIA Sans Light" panose="020B0303020203020204" pitchFamily="34" charset="0"/>
              </a:defRPr>
            </a:lvl1pPr>
          </a:lstStyle>
          <a:p>
            <a:r>
              <a:rPr lang="en-US" dirty="0"/>
              <a:t>Click to add text</a:t>
            </a:r>
          </a:p>
        </p:txBody>
      </p:sp>
      <p:pic>
        <p:nvPicPr>
          <p:cNvPr id="11" name="Picture 10" descr="A close up of a logo&#10;&#10;Description automatically generated">
            <a:extLst>
              <a:ext uri="{FF2B5EF4-FFF2-40B4-BE49-F238E27FC236}">
                <a16:creationId xmlns:a16="http://schemas.microsoft.com/office/drawing/2014/main" id="{71DC9D6B-A1D3-6E9D-3F5B-25ABC3B87F48}"/>
              </a:ext>
            </a:extLst>
          </p:cNvPr>
          <p:cNvPicPr>
            <a:picLocks noChangeAspect="1"/>
          </p:cNvPicPr>
          <p:nvPr userDrawn="1"/>
        </p:nvPicPr>
        <p:blipFill>
          <a:blip r:embed="rId2"/>
          <a:stretch>
            <a:fillRect/>
          </a:stretch>
        </p:blipFill>
        <p:spPr>
          <a:xfrm>
            <a:off x="7193140" y="6248046"/>
            <a:ext cx="2357259" cy="2357256"/>
          </a:xfrm>
          <a:prstGeom prst="rect">
            <a:avLst/>
          </a:prstGeom>
        </p:spPr>
      </p:pic>
    </p:spTree>
    <p:extLst>
      <p:ext uri="{BB962C8B-B14F-4D97-AF65-F5344CB8AC3E}">
        <p14:creationId xmlns:p14="http://schemas.microsoft.com/office/powerpoint/2010/main" val="514405411"/>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5" name="Picture 4" descr="A green and white background&#10;&#10;Description automatically generated">
            <a:extLst>
              <a:ext uri="{FF2B5EF4-FFF2-40B4-BE49-F238E27FC236}">
                <a16:creationId xmlns:a16="http://schemas.microsoft.com/office/drawing/2014/main" id="{59444DC2-EE0C-D166-FB2A-0933A4B046B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36576000" cy="20574000"/>
          </a:xfrm>
          <a:prstGeom prst="rect">
            <a:avLst/>
          </a:prstGeom>
        </p:spPr>
      </p:pic>
      <p:pic>
        <p:nvPicPr>
          <p:cNvPr id="3" name="Picture 2" descr="A picture containing graphics, logo, symbol, graphic design&#10;&#10;Description automatically generated">
            <a:extLst>
              <a:ext uri="{FF2B5EF4-FFF2-40B4-BE49-F238E27FC236}">
                <a16:creationId xmlns:a16="http://schemas.microsoft.com/office/drawing/2014/main" id="{9BB9031F-8728-8968-10CA-E5BDE38FC76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16125" y="773531"/>
            <a:ext cx="8365991" cy="2882310"/>
          </a:xfrm>
          <a:prstGeom prst="rect">
            <a:avLst/>
          </a:prstGeom>
        </p:spPr>
      </p:pic>
    </p:spTree>
    <p:extLst>
      <p:ext uri="{BB962C8B-B14F-4D97-AF65-F5344CB8AC3E}">
        <p14:creationId xmlns:p14="http://schemas.microsoft.com/office/powerpoint/2010/main" val="3577155796"/>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ubtitle, Bullets">
  <p:cSld name="Title, Subtitle, Bullets">
    <p:spTree>
      <p:nvGrpSpPr>
        <p:cNvPr id="1" name="Shape 491"/>
        <p:cNvGrpSpPr/>
        <p:nvPr/>
      </p:nvGrpSpPr>
      <p:grpSpPr>
        <a:xfrm>
          <a:off x="0" y="0"/>
          <a:ext cx="0" cy="0"/>
          <a:chOff x="0" y="0"/>
          <a:chExt cx="0" cy="0"/>
        </a:xfrm>
      </p:grpSpPr>
      <p:sp>
        <p:nvSpPr>
          <p:cNvPr id="492" name="Google Shape;492;p62"/>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493" name="Google Shape;493;p62"/>
          <p:cNvSpPr txBox="1">
            <a:spLocks noGrp="1"/>
          </p:cNvSpPr>
          <p:nvPr>
            <p:ph type="body" idx="1"/>
          </p:nvPr>
        </p:nvSpPr>
        <p:spPr>
          <a:xfrm>
            <a:off x="2514600" y="4846320"/>
            <a:ext cx="315468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193800" algn="l" rtl="0">
              <a:lnSpc>
                <a:spcPct val="90000"/>
              </a:lnSpc>
              <a:spcBef>
                <a:spcPts val="1600"/>
              </a:spcBef>
              <a:spcAft>
                <a:spcPts val="0"/>
              </a:spcAft>
              <a:buClr>
                <a:schemeClr val="dk1"/>
              </a:buClr>
              <a:buSzPts val="1100"/>
              <a:buFont typeface="NVIDIA Sans"/>
              <a:buChar char="•"/>
              <a:defRPr sz="4400" b="0" i="0" u="none" strike="noStrike" cap="none">
                <a:solidFill>
                  <a:schemeClr val="dk1"/>
                </a:solidFill>
                <a:latin typeface="NVIDIA Sans"/>
                <a:ea typeface="NVIDIA Sans"/>
                <a:cs typeface="NVIDIA Sans"/>
                <a:sym typeface="NVIDIA Sans"/>
              </a:defRPr>
            </a:lvl6pPr>
            <a:lvl7pPr marL="12801600" marR="0" lvl="6" indent="-1193800" algn="l" rtl="0">
              <a:lnSpc>
                <a:spcPct val="90000"/>
              </a:lnSpc>
              <a:spcBef>
                <a:spcPts val="1600"/>
              </a:spcBef>
              <a:spcAft>
                <a:spcPts val="0"/>
              </a:spcAft>
              <a:buClr>
                <a:schemeClr val="dk1"/>
              </a:buClr>
              <a:buSzPts val="1100"/>
              <a:buFont typeface="NVIDIA Sans"/>
              <a:buChar char="•"/>
              <a:defRPr sz="4400" b="0" i="0" u="none" strike="noStrike" cap="none">
                <a:solidFill>
                  <a:schemeClr val="dk1"/>
                </a:solidFill>
                <a:latin typeface="NVIDIA Sans"/>
                <a:ea typeface="NVIDIA Sans"/>
                <a:cs typeface="NVIDIA Sans"/>
                <a:sym typeface="NVIDIA Sans"/>
              </a:defRPr>
            </a:lvl7pPr>
            <a:lvl8pPr marL="14630400" marR="0" lvl="7" indent="-1193800" algn="l" rtl="0">
              <a:lnSpc>
                <a:spcPct val="90000"/>
              </a:lnSpc>
              <a:spcBef>
                <a:spcPts val="1600"/>
              </a:spcBef>
              <a:spcAft>
                <a:spcPts val="0"/>
              </a:spcAft>
              <a:buClr>
                <a:schemeClr val="dk1"/>
              </a:buClr>
              <a:buSzPts val="1100"/>
              <a:buFont typeface="NVIDIA Sans"/>
              <a:buChar char="•"/>
              <a:defRPr sz="4400" b="0" i="0" u="none" strike="noStrike" cap="none">
                <a:solidFill>
                  <a:schemeClr val="dk1"/>
                </a:solidFill>
                <a:latin typeface="NVIDIA Sans"/>
                <a:ea typeface="NVIDIA Sans"/>
                <a:cs typeface="NVIDIA Sans"/>
                <a:sym typeface="NVIDIA Sans"/>
              </a:defRPr>
            </a:lvl8pPr>
            <a:lvl9pPr marL="16459200" marR="0" lvl="8" indent="-1193800" algn="l" rtl="0">
              <a:lnSpc>
                <a:spcPct val="90000"/>
              </a:lnSpc>
              <a:spcBef>
                <a:spcPts val="1600"/>
              </a:spcBef>
              <a:spcAft>
                <a:spcPts val="0"/>
              </a:spcAft>
              <a:buClr>
                <a:schemeClr val="dk1"/>
              </a:buClr>
              <a:buSzPts val="1100"/>
              <a:buFont typeface="NVIDIA Sans"/>
              <a:buChar char="•"/>
              <a:defRPr sz="4400" b="0" i="0" u="none" strike="noStrike" cap="none">
                <a:solidFill>
                  <a:schemeClr val="dk1"/>
                </a:solidFill>
                <a:latin typeface="NVIDIA Sans"/>
                <a:ea typeface="NVIDIA Sans"/>
                <a:cs typeface="NVIDIA Sans"/>
                <a:sym typeface="NVIDIA Sans"/>
              </a:defRPr>
            </a:lvl9pPr>
          </a:lstStyle>
          <a:p>
            <a:endParaRPr/>
          </a:p>
        </p:txBody>
      </p:sp>
      <p:sp>
        <p:nvSpPr>
          <p:cNvPr id="494" name="Google Shape;494;p62"/>
          <p:cNvSpPr txBox="1">
            <a:spLocks noGrp="1"/>
          </p:cNvSpPr>
          <p:nvPr>
            <p:ph type="subTitle" idx="2"/>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8195492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Subtitle, Bullets">
  <p:cSld name="1_Title, Subtitle, Bullets">
    <p:spTree>
      <p:nvGrpSpPr>
        <p:cNvPr id="1" name="Shape 495"/>
        <p:cNvGrpSpPr/>
        <p:nvPr/>
      </p:nvGrpSpPr>
      <p:grpSpPr>
        <a:xfrm>
          <a:off x="0" y="0"/>
          <a:ext cx="0" cy="0"/>
          <a:chOff x="0" y="0"/>
          <a:chExt cx="0" cy="0"/>
        </a:xfrm>
      </p:grpSpPr>
      <p:sp>
        <p:nvSpPr>
          <p:cNvPr id="496" name="Google Shape;496;p63"/>
          <p:cNvSpPr txBox="1">
            <a:spLocks noGrp="1"/>
          </p:cNvSpPr>
          <p:nvPr>
            <p:ph type="title"/>
          </p:nvPr>
        </p:nvSpPr>
        <p:spPr>
          <a:xfrm>
            <a:off x="2514600" y="0"/>
            <a:ext cx="31546800" cy="25146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SzPts val="1800"/>
              <a:buNone/>
              <a:defRPr sz="7200" b="1" cap="none">
                <a:latin typeface="NVIDIA Sans"/>
                <a:ea typeface="NVIDIA Sans"/>
                <a:cs typeface="NVIDIA Sans"/>
                <a:sym typeface="NVIDIA Sans"/>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497" name="Google Shape;497;p63"/>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1828800" marR="0" lvl="0" indent="-914400" algn="ctr" rtl="0">
              <a:lnSpc>
                <a:spcPct val="100000"/>
              </a:lnSpc>
              <a:spcBef>
                <a:spcPts val="0"/>
              </a:spcBef>
              <a:spcAft>
                <a:spcPts val="0"/>
              </a:spcAft>
              <a:buClr>
                <a:srgbClr val="000000"/>
              </a:buClr>
              <a:buSzPts val="1200"/>
              <a:buFont typeface="Arial"/>
              <a:buNone/>
              <a:defRPr sz="4800" b="0" i="0" u="none" strike="noStrike" cap="none">
                <a:solidFill>
                  <a:schemeClr val="lt2"/>
                </a:solidFill>
                <a:latin typeface="NVIDIA Sans"/>
                <a:ea typeface="NVIDIA Sans"/>
                <a:cs typeface="NVIDIA Sans"/>
                <a:sym typeface="NVIDIA Sans"/>
              </a:defRPr>
            </a:lvl1pPr>
            <a:lvl2pPr marL="3657600" marR="0" lvl="1"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2pPr>
            <a:lvl3pPr marL="5486400" marR="0" lvl="2"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3pPr>
            <a:lvl4pPr marL="7315200" marR="0" lvl="3"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4pPr>
            <a:lvl5pPr marL="9144000" marR="0" lvl="4"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5pPr>
            <a:lvl6pPr marL="10972800" marR="0" lvl="5"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6pPr>
            <a:lvl7pPr marL="12801600" marR="0" lvl="6"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7pPr>
            <a:lvl8pPr marL="14630400" marR="0" lvl="7"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8pPr>
            <a:lvl9pPr marL="16459200" marR="0" lvl="8"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9pPr>
          </a:lstStyle>
          <a:p>
            <a:endParaRPr/>
          </a:p>
        </p:txBody>
      </p:sp>
      <p:sp>
        <p:nvSpPr>
          <p:cNvPr id="498" name="Google Shape;498;p63"/>
          <p:cNvSpPr txBox="1">
            <a:spLocks noGrp="1"/>
          </p:cNvSpPr>
          <p:nvPr>
            <p:ph type="body" idx="2"/>
          </p:nvPr>
        </p:nvSpPr>
        <p:spPr>
          <a:xfrm>
            <a:off x="2514600" y="4846320"/>
            <a:ext cx="31546800" cy="13651992"/>
          </a:xfrm>
          <a:prstGeom prst="rect">
            <a:avLst/>
          </a:prstGeom>
          <a:noFill/>
          <a:ln>
            <a:noFill/>
          </a:ln>
        </p:spPr>
        <p:txBody>
          <a:bodyPr spcFirstLastPara="1" wrap="square" lIns="91425" tIns="45700" rIns="91425" bIns="45700" anchor="t" anchorCtr="0">
            <a:noAutofit/>
          </a:bodyPr>
          <a:lstStyle>
            <a:lvl1pPr marL="1828800" marR="0" lvl="0" indent="-1193800" algn="l" rtl="0">
              <a:lnSpc>
                <a:spcPct val="100000"/>
              </a:lnSpc>
              <a:spcBef>
                <a:spcPts val="0"/>
              </a:spcBef>
              <a:spcAft>
                <a:spcPts val="0"/>
              </a:spcAft>
              <a:buClr>
                <a:schemeClr val="lt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100000"/>
              </a:lnSpc>
              <a:spcBef>
                <a:spcPts val="0"/>
              </a:spcBef>
              <a:spcAft>
                <a:spcPts val="0"/>
              </a:spcAft>
              <a:buClr>
                <a:schemeClr val="lt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100000"/>
              </a:lnSpc>
              <a:spcBef>
                <a:spcPts val="0"/>
              </a:spcBef>
              <a:spcAft>
                <a:spcPts val="0"/>
              </a:spcAft>
              <a:buClr>
                <a:schemeClr val="lt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100000"/>
              </a:lnSpc>
              <a:spcBef>
                <a:spcPts val="0"/>
              </a:spcBef>
              <a:spcAft>
                <a:spcPts val="0"/>
              </a:spcAft>
              <a:buClr>
                <a:schemeClr val="lt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100000"/>
              </a:lnSpc>
              <a:spcBef>
                <a:spcPts val="0"/>
              </a:spcBef>
              <a:spcAft>
                <a:spcPts val="0"/>
              </a:spcAft>
              <a:buClr>
                <a:schemeClr val="lt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6pPr>
            <a:lvl7pPr marL="12801600" marR="0" lvl="6"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7pPr>
            <a:lvl8pPr marL="14630400" marR="0" lvl="7"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8pPr>
            <a:lvl9pPr marL="16459200" marR="0" lvl="8"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1466826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ransition">
  <p:cSld name="Transition">
    <p:spTree>
      <p:nvGrpSpPr>
        <p:cNvPr id="1" name="Shape 499"/>
        <p:cNvGrpSpPr/>
        <p:nvPr/>
      </p:nvGrpSpPr>
      <p:grpSpPr>
        <a:xfrm>
          <a:off x="0" y="0"/>
          <a:ext cx="0" cy="0"/>
          <a:chOff x="0" y="0"/>
          <a:chExt cx="0" cy="0"/>
        </a:xfrm>
      </p:grpSpPr>
      <p:pic>
        <p:nvPicPr>
          <p:cNvPr id="500" name="Google Shape;500;p64"/>
          <p:cNvPicPr preferRelativeResize="0"/>
          <p:nvPr/>
        </p:nvPicPr>
        <p:blipFill rotWithShape="1">
          <a:blip r:embed="rId2">
            <a:alphaModFix/>
          </a:blip>
          <a:srcRect/>
          <a:stretch/>
        </p:blipFill>
        <p:spPr>
          <a:xfrm>
            <a:off x="-2" y="2"/>
            <a:ext cx="36576012" cy="20574004"/>
          </a:xfrm>
          <a:prstGeom prst="rect">
            <a:avLst/>
          </a:prstGeom>
          <a:noFill/>
          <a:ln>
            <a:noFill/>
          </a:ln>
        </p:spPr>
      </p:pic>
      <p:sp>
        <p:nvSpPr>
          <p:cNvPr id="501" name="Google Shape;501;p64"/>
          <p:cNvSpPr/>
          <p:nvPr/>
        </p:nvSpPr>
        <p:spPr>
          <a:xfrm>
            <a:off x="0" y="0"/>
            <a:ext cx="567600" cy="7498800"/>
          </a:xfrm>
          <a:prstGeom prst="rect">
            <a:avLst/>
          </a:prstGeom>
          <a:solidFill>
            <a:schemeClr val="dk2"/>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502" name="Google Shape;502;p64"/>
          <p:cNvSpPr txBox="1">
            <a:spLocks noGrp="1"/>
          </p:cNvSpPr>
          <p:nvPr>
            <p:ph type="title"/>
          </p:nvPr>
        </p:nvSpPr>
        <p:spPr>
          <a:xfrm>
            <a:off x="1472184" y="1789176"/>
            <a:ext cx="18480000" cy="59436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0"/>
              </a:spcBef>
              <a:spcAft>
                <a:spcPts val="0"/>
              </a:spcAft>
              <a:buSzPts val="2300"/>
              <a:buNone/>
              <a:defRPr sz="9200"/>
            </a:lvl1pPr>
            <a:lvl2pPr lvl="1" algn="l">
              <a:lnSpc>
                <a:spcPct val="100000"/>
              </a:lnSpc>
              <a:spcBef>
                <a:spcPts val="0"/>
              </a:spcBef>
              <a:spcAft>
                <a:spcPts val="0"/>
              </a:spcAft>
              <a:buClr>
                <a:schemeClr val="lt1"/>
              </a:buClr>
              <a:buSzPts val="2300"/>
              <a:buNone/>
              <a:defRPr sz="9200">
                <a:solidFill>
                  <a:schemeClr val="lt1"/>
                </a:solidFill>
              </a:defRPr>
            </a:lvl2pPr>
            <a:lvl3pPr lvl="2" algn="l">
              <a:lnSpc>
                <a:spcPct val="100000"/>
              </a:lnSpc>
              <a:spcBef>
                <a:spcPts val="0"/>
              </a:spcBef>
              <a:spcAft>
                <a:spcPts val="0"/>
              </a:spcAft>
              <a:buClr>
                <a:schemeClr val="lt1"/>
              </a:buClr>
              <a:buSzPts val="2300"/>
              <a:buNone/>
              <a:defRPr sz="9200">
                <a:solidFill>
                  <a:schemeClr val="lt1"/>
                </a:solidFill>
              </a:defRPr>
            </a:lvl3pPr>
            <a:lvl4pPr lvl="3" algn="l">
              <a:lnSpc>
                <a:spcPct val="100000"/>
              </a:lnSpc>
              <a:spcBef>
                <a:spcPts val="0"/>
              </a:spcBef>
              <a:spcAft>
                <a:spcPts val="0"/>
              </a:spcAft>
              <a:buClr>
                <a:schemeClr val="lt1"/>
              </a:buClr>
              <a:buSzPts val="2300"/>
              <a:buNone/>
              <a:defRPr sz="9200">
                <a:solidFill>
                  <a:schemeClr val="lt1"/>
                </a:solidFill>
              </a:defRPr>
            </a:lvl4pPr>
            <a:lvl5pPr lvl="4" algn="l">
              <a:lnSpc>
                <a:spcPct val="100000"/>
              </a:lnSpc>
              <a:spcBef>
                <a:spcPts val="0"/>
              </a:spcBef>
              <a:spcAft>
                <a:spcPts val="0"/>
              </a:spcAft>
              <a:buClr>
                <a:schemeClr val="lt1"/>
              </a:buClr>
              <a:buSzPts val="2300"/>
              <a:buNone/>
              <a:defRPr sz="9200">
                <a:solidFill>
                  <a:schemeClr val="lt1"/>
                </a:solidFill>
              </a:defRPr>
            </a:lvl5pPr>
            <a:lvl6pPr lvl="5" algn="l">
              <a:lnSpc>
                <a:spcPct val="100000"/>
              </a:lnSpc>
              <a:spcBef>
                <a:spcPts val="0"/>
              </a:spcBef>
              <a:spcAft>
                <a:spcPts val="0"/>
              </a:spcAft>
              <a:buClr>
                <a:schemeClr val="lt1"/>
              </a:buClr>
              <a:buSzPts val="2300"/>
              <a:buNone/>
              <a:defRPr sz="9200">
                <a:solidFill>
                  <a:schemeClr val="lt1"/>
                </a:solidFill>
              </a:defRPr>
            </a:lvl6pPr>
            <a:lvl7pPr lvl="6" algn="l">
              <a:lnSpc>
                <a:spcPct val="100000"/>
              </a:lnSpc>
              <a:spcBef>
                <a:spcPts val="0"/>
              </a:spcBef>
              <a:spcAft>
                <a:spcPts val="0"/>
              </a:spcAft>
              <a:buClr>
                <a:schemeClr val="lt1"/>
              </a:buClr>
              <a:buSzPts val="2300"/>
              <a:buNone/>
              <a:defRPr sz="9200">
                <a:solidFill>
                  <a:schemeClr val="lt1"/>
                </a:solidFill>
              </a:defRPr>
            </a:lvl7pPr>
            <a:lvl8pPr lvl="7" algn="l">
              <a:lnSpc>
                <a:spcPct val="100000"/>
              </a:lnSpc>
              <a:spcBef>
                <a:spcPts val="0"/>
              </a:spcBef>
              <a:spcAft>
                <a:spcPts val="0"/>
              </a:spcAft>
              <a:buClr>
                <a:schemeClr val="lt1"/>
              </a:buClr>
              <a:buSzPts val="2300"/>
              <a:buNone/>
              <a:defRPr sz="9200">
                <a:solidFill>
                  <a:schemeClr val="lt1"/>
                </a:solidFill>
              </a:defRPr>
            </a:lvl8pPr>
            <a:lvl9pPr lvl="8" algn="l">
              <a:lnSpc>
                <a:spcPct val="100000"/>
              </a:lnSpc>
              <a:spcBef>
                <a:spcPts val="0"/>
              </a:spcBef>
              <a:spcAft>
                <a:spcPts val="0"/>
              </a:spcAft>
              <a:buClr>
                <a:schemeClr val="lt1"/>
              </a:buClr>
              <a:buSzPts val="2300"/>
              <a:buNone/>
              <a:defRPr sz="9200">
                <a:solidFill>
                  <a:schemeClr val="lt1"/>
                </a:solidFill>
              </a:defRPr>
            </a:lvl9pPr>
          </a:lstStyle>
          <a:p>
            <a:endParaRPr/>
          </a:p>
        </p:txBody>
      </p:sp>
    </p:spTree>
    <p:extLst>
      <p:ext uri="{BB962C8B-B14F-4D97-AF65-F5344CB8AC3E}">
        <p14:creationId xmlns:p14="http://schemas.microsoft.com/office/powerpoint/2010/main" val="354429117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503"/>
        <p:cNvGrpSpPr/>
        <p:nvPr/>
      </p:nvGrpSpPr>
      <p:grpSpPr>
        <a:xfrm>
          <a:off x="0" y="0"/>
          <a:ext cx="0" cy="0"/>
          <a:chOff x="0" y="0"/>
          <a:chExt cx="0" cy="0"/>
        </a:xfrm>
      </p:grpSpPr>
      <p:sp>
        <p:nvSpPr>
          <p:cNvPr id="504" name="Google Shape;504;p65"/>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05" name="Google Shape;505;p65"/>
          <p:cNvSpPr txBox="1">
            <a:spLocks noGrp="1"/>
          </p:cNvSpPr>
          <p:nvPr>
            <p:ph type="body" idx="1"/>
          </p:nvPr>
        </p:nvSpPr>
        <p:spPr>
          <a:xfrm>
            <a:off x="2514600" y="4846320"/>
            <a:ext cx="152160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506" name="Google Shape;506;p65"/>
          <p:cNvSpPr txBox="1">
            <a:spLocks noGrp="1"/>
          </p:cNvSpPr>
          <p:nvPr>
            <p:ph type="body" idx="2"/>
          </p:nvPr>
        </p:nvSpPr>
        <p:spPr>
          <a:xfrm>
            <a:off x="18845784" y="4846320"/>
            <a:ext cx="152160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507" name="Google Shape;507;p65"/>
          <p:cNvSpPr txBox="1">
            <a:spLocks noGrp="1"/>
          </p:cNvSpPr>
          <p:nvPr>
            <p:ph type="subTitle" idx="3"/>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25726381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4-up Image">
  <p:cSld name="4-up Image">
    <p:spTree>
      <p:nvGrpSpPr>
        <p:cNvPr id="1" name="Shape 508"/>
        <p:cNvGrpSpPr/>
        <p:nvPr/>
      </p:nvGrpSpPr>
      <p:grpSpPr>
        <a:xfrm>
          <a:off x="0" y="0"/>
          <a:ext cx="0" cy="0"/>
          <a:chOff x="0" y="0"/>
          <a:chExt cx="0" cy="0"/>
        </a:xfrm>
      </p:grpSpPr>
      <p:sp>
        <p:nvSpPr>
          <p:cNvPr id="509" name="Google Shape;509;p66"/>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10" name="Google Shape;510;p66"/>
          <p:cNvSpPr>
            <a:spLocks noGrp="1"/>
          </p:cNvSpPr>
          <p:nvPr>
            <p:ph type="pic" idx="2"/>
          </p:nvPr>
        </p:nvSpPr>
        <p:spPr>
          <a:xfrm>
            <a:off x="18520756" y="4849812"/>
            <a:ext cx="79836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11" name="Google Shape;511;p66"/>
          <p:cNvSpPr>
            <a:spLocks noGrp="1"/>
          </p:cNvSpPr>
          <p:nvPr>
            <p:ph type="pic" idx="3"/>
          </p:nvPr>
        </p:nvSpPr>
        <p:spPr>
          <a:xfrm>
            <a:off x="10072252" y="4849812"/>
            <a:ext cx="79836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12" name="Google Shape;512;p66"/>
          <p:cNvSpPr>
            <a:spLocks noGrp="1"/>
          </p:cNvSpPr>
          <p:nvPr>
            <p:ph type="pic" idx="4"/>
          </p:nvPr>
        </p:nvSpPr>
        <p:spPr>
          <a:xfrm>
            <a:off x="1637604" y="4849812"/>
            <a:ext cx="7969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13" name="Google Shape;513;p66"/>
          <p:cNvSpPr>
            <a:spLocks noGrp="1"/>
          </p:cNvSpPr>
          <p:nvPr>
            <p:ph type="pic" idx="5"/>
          </p:nvPr>
        </p:nvSpPr>
        <p:spPr>
          <a:xfrm>
            <a:off x="26969260" y="4849812"/>
            <a:ext cx="7969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14" name="Google Shape;514;p66"/>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515" name="Google Shape;515;p66"/>
          <p:cNvSpPr txBox="1">
            <a:spLocks noGrp="1"/>
          </p:cNvSpPr>
          <p:nvPr>
            <p:ph type="subTitle" idx="6"/>
          </p:nvPr>
        </p:nvSpPr>
        <p:spPr>
          <a:xfrm>
            <a:off x="26968060"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16" name="Google Shape;516;p66"/>
          <p:cNvSpPr txBox="1">
            <a:spLocks noGrp="1"/>
          </p:cNvSpPr>
          <p:nvPr>
            <p:ph type="subTitle" idx="7"/>
          </p:nvPr>
        </p:nvSpPr>
        <p:spPr>
          <a:xfrm>
            <a:off x="18534612"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17" name="Google Shape;517;p66"/>
          <p:cNvSpPr txBox="1">
            <a:spLocks noGrp="1"/>
          </p:cNvSpPr>
          <p:nvPr>
            <p:ph type="subTitle" idx="8"/>
          </p:nvPr>
        </p:nvSpPr>
        <p:spPr>
          <a:xfrm>
            <a:off x="10086108" y="17748492"/>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18" name="Google Shape;518;p66"/>
          <p:cNvSpPr txBox="1">
            <a:spLocks noGrp="1"/>
          </p:cNvSpPr>
          <p:nvPr>
            <p:ph type="subTitle" idx="9"/>
          </p:nvPr>
        </p:nvSpPr>
        <p:spPr>
          <a:xfrm>
            <a:off x="1637604"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19" name="Google Shape;519;p66"/>
          <p:cNvSpPr txBox="1">
            <a:spLocks noGrp="1"/>
          </p:cNvSpPr>
          <p:nvPr>
            <p:ph type="title" idx="13"/>
          </p:nvPr>
        </p:nvSpPr>
        <p:spPr>
          <a:xfrm>
            <a:off x="1637600"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520" name="Google Shape;520;p66"/>
          <p:cNvSpPr txBox="1">
            <a:spLocks noGrp="1"/>
          </p:cNvSpPr>
          <p:nvPr>
            <p:ph type="title" idx="14"/>
          </p:nvPr>
        </p:nvSpPr>
        <p:spPr>
          <a:xfrm>
            <a:off x="10072252"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521" name="Google Shape;521;p66"/>
          <p:cNvSpPr txBox="1">
            <a:spLocks noGrp="1"/>
          </p:cNvSpPr>
          <p:nvPr>
            <p:ph type="title" idx="15"/>
          </p:nvPr>
        </p:nvSpPr>
        <p:spPr>
          <a:xfrm>
            <a:off x="18534600"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522" name="Google Shape;522;p66"/>
          <p:cNvSpPr txBox="1">
            <a:spLocks noGrp="1"/>
          </p:cNvSpPr>
          <p:nvPr>
            <p:ph type="title" idx="16"/>
          </p:nvPr>
        </p:nvSpPr>
        <p:spPr>
          <a:xfrm>
            <a:off x="26969252"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23474709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Demo - Insert Video Layout">
  <p:cSld name="Demo - Insert Video Layout">
    <p:spTree>
      <p:nvGrpSpPr>
        <p:cNvPr id="1" name="Shape 523"/>
        <p:cNvGrpSpPr/>
        <p:nvPr/>
      </p:nvGrpSpPr>
      <p:grpSpPr>
        <a:xfrm>
          <a:off x="0" y="0"/>
          <a:ext cx="0" cy="0"/>
          <a:chOff x="0" y="0"/>
          <a:chExt cx="0" cy="0"/>
        </a:xfrm>
      </p:grpSpPr>
      <p:sp>
        <p:nvSpPr>
          <p:cNvPr id="524" name="Google Shape;524;p67"/>
          <p:cNvSpPr/>
          <p:nvPr/>
        </p:nvSpPr>
        <p:spPr>
          <a:xfrm>
            <a:off x="0" y="0"/>
            <a:ext cx="36576000" cy="205740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68078310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3-up Image">
  <p:cSld name="3-up Image">
    <p:spTree>
      <p:nvGrpSpPr>
        <p:cNvPr id="1" name="Shape 525"/>
        <p:cNvGrpSpPr/>
        <p:nvPr/>
      </p:nvGrpSpPr>
      <p:grpSpPr>
        <a:xfrm>
          <a:off x="0" y="0"/>
          <a:ext cx="0" cy="0"/>
          <a:chOff x="0" y="0"/>
          <a:chExt cx="0" cy="0"/>
        </a:xfrm>
      </p:grpSpPr>
      <p:sp>
        <p:nvSpPr>
          <p:cNvPr id="526" name="Google Shape;526;p68"/>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27" name="Google Shape;527;p68"/>
          <p:cNvSpPr>
            <a:spLocks noGrp="1"/>
          </p:cNvSpPr>
          <p:nvPr>
            <p:ph type="pic" idx="2"/>
          </p:nvPr>
        </p:nvSpPr>
        <p:spPr>
          <a:xfrm>
            <a:off x="24148472" y="4849812"/>
            <a:ext cx="107904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28" name="Google Shape;528;p68"/>
          <p:cNvSpPr>
            <a:spLocks noGrp="1"/>
          </p:cNvSpPr>
          <p:nvPr>
            <p:ph type="pic" idx="3"/>
          </p:nvPr>
        </p:nvSpPr>
        <p:spPr>
          <a:xfrm>
            <a:off x="12893040" y="4849812"/>
            <a:ext cx="107904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29" name="Google Shape;529;p68"/>
          <p:cNvSpPr>
            <a:spLocks noGrp="1"/>
          </p:cNvSpPr>
          <p:nvPr>
            <p:ph type="pic" idx="4"/>
          </p:nvPr>
        </p:nvSpPr>
        <p:spPr>
          <a:xfrm>
            <a:off x="1637604" y="4849812"/>
            <a:ext cx="107904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530" name="Google Shape;530;p68"/>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531" name="Google Shape;531;p68"/>
          <p:cNvSpPr txBox="1">
            <a:spLocks noGrp="1"/>
          </p:cNvSpPr>
          <p:nvPr>
            <p:ph type="subTitle" idx="5"/>
          </p:nvPr>
        </p:nvSpPr>
        <p:spPr>
          <a:xfrm>
            <a:off x="24148472"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32" name="Google Shape;532;p68"/>
          <p:cNvSpPr txBox="1">
            <a:spLocks noGrp="1"/>
          </p:cNvSpPr>
          <p:nvPr>
            <p:ph type="subTitle" idx="6"/>
          </p:nvPr>
        </p:nvSpPr>
        <p:spPr>
          <a:xfrm>
            <a:off x="1666096"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33" name="Google Shape;533;p68"/>
          <p:cNvSpPr txBox="1">
            <a:spLocks noGrp="1"/>
          </p:cNvSpPr>
          <p:nvPr>
            <p:ph type="subTitle" idx="7"/>
          </p:nvPr>
        </p:nvSpPr>
        <p:spPr>
          <a:xfrm>
            <a:off x="12918548"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534" name="Google Shape;534;p68"/>
          <p:cNvSpPr txBox="1">
            <a:spLocks noGrp="1"/>
          </p:cNvSpPr>
          <p:nvPr>
            <p:ph type="title" idx="8"/>
          </p:nvPr>
        </p:nvSpPr>
        <p:spPr>
          <a:xfrm>
            <a:off x="1637600" y="168696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535" name="Google Shape;535;p68"/>
          <p:cNvSpPr txBox="1">
            <a:spLocks noGrp="1"/>
          </p:cNvSpPr>
          <p:nvPr>
            <p:ph type="title" idx="9"/>
          </p:nvPr>
        </p:nvSpPr>
        <p:spPr>
          <a:xfrm>
            <a:off x="12918552" y="168696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536" name="Google Shape;536;p68"/>
          <p:cNvSpPr txBox="1">
            <a:spLocks noGrp="1"/>
          </p:cNvSpPr>
          <p:nvPr>
            <p:ph type="title" idx="13"/>
          </p:nvPr>
        </p:nvSpPr>
        <p:spPr>
          <a:xfrm>
            <a:off x="24171000" y="168696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40931676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Subtitle">
  <p:cSld name="Title, Subtitle">
    <p:spTree>
      <p:nvGrpSpPr>
        <p:cNvPr id="1" name="Shape 537"/>
        <p:cNvGrpSpPr/>
        <p:nvPr/>
      </p:nvGrpSpPr>
      <p:grpSpPr>
        <a:xfrm>
          <a:off x="0" y="0"/>
          <a:ext cx="0" cy="0"/>
          <a:chOff x="0" y="0"/>
          <a:chExt cx="0" cy="0"/>
        </a:xfrm>
      </p:grpSpPr>
      <p:sp>
        <p:nvSpPr>
          <p:cNvPr id="538" name="Google Shape;538;p69"/>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39" name="Google Shape;539;p69"/>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77898730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ext Left NO SUBTITLE - Image Right">
  <p:cSld name="Text Left NO SUBTITLE - Image Right">
    <p:spTree>
      <p:nvGrpSpPr>
        <p:cNvPr id="1" name="Shape 540"/>
        <p:cNvGrpSpPr/>
        <p:nvPr/>
      </p:nvGrpSpPr>
      <p:grpSpPr>
        <a:xfrm>
          <a:off x="0" y="0"/>
          <a:ext cx="0" cy="0"/>
          <a:chOff x="0" y="0"/>
          <a:chExt cx="0" cy="0"/>
        </a:xfrm>
      </p:grpSpPr>
      <p:sp>
        <p:nvSpPr>
          <p:cNvPr id="541" name="Google Shape;541;p70"/>
          <p:cNvSpPr/>
          <p:nvPr/>
        </p:nvSpPr>
        <p:spPr>
          <a:xfrm>
            <a:off x="32964120" y="18928080"/>
            <a:ext cx="3612000" cy="16464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542" name="Google Shape;542;p70"/>
          <p:cNvSpPr txBox="1">
            <a:spLocks noGrp="1"/>
          </p:cNvSpPr>
          <p:nvPr>
            <p:ph type="title"/>
          </p:nvPr>
        </p:nvSpPr>
        <p:spPr>
          <a:xfrm>
            <a:off x="2596896" y="1371176"/>
            <a:ext cx="146400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43" name="Google Shape;543;p70"/>
          <p:cNvSpPr txBox="1">
            <a:spLocks noGrp="1"/>
          </p:cNvSpPr>
          <p:nvPr>
            <p:ph type="body" idx="1"/>
          </p:nvPr>
        </p:nvSpPr>
        <p:spPr>
          <a:xfrm>
            <a:off x="2596896" y="6988192"/>
            <a:ext cx="14640000" cy="113460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grpSp>
        <p:nvGrpSpPr>
          <p:cNvPr id="544" name="Google Shape;544;p70"/>
          <p:cNvGrpSpPr/>
          <p:nvPr/>
        </p:nvGrpSpPr>
        <p:grpSpPr>
          <a:xfrm>
            <a:off x="0" y="19504416"/>
            <a:ext cx="2330568" cy="1083064"/>
            <a:chOff x="0" y="19504414"/>
            <a:chExt cx="2330569" cy="1083065"/>
          </a:xfrm>
        </p:grpSpPr>
        <p:sp>
          <p:nvSpPr>
            <p:cNvPr id="545" name="Google Shape;545;p70"/>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546" name="Google Shape;546;p70"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547" name="Google Shape;547;p70"/>
          <p:cNvCxnSpPr/>
          <p:nvPr/>
        </p:nvCxnSpPr>
        <p:spPr>
          <a:xfrm>
            <a:off x="0" y="5693228"/>
            <a:ext cx="17236800" cy="0"/>
          </a:xfrm>
          <a:prstGeom prst="straightConnector1">
            <a:avLst/>
          </a:prstGeom>
          <a:noFill/>
          <a:ln w="31750" cap="flat" cmpd="sng">
            <a:solidFill>
              <a:schemeClr val="accent5"/>
            </a:solidFill>
            <a:prstDash val="solid"/>
            <a:round/>
            <a:headEnd type="none" w="sm" len="sm"/>
            <a:tailEnd type="none" w="sm" len="sm"/>
          </a:ln>
        </p:spPr>
      </p:cxnSp>
      <p:sp>
        <p:nvSpPr>
          <p:cNvPr id="548" name="Google Shape;548;p70"/>
          <p:cNvSpPr>
            <a:spLocks noGrp="1"/>
          </p:cNvSpPr>
          <p:nvPr>
            <p:ph type="pic" idx="2"/>
          </p:nvPr>
        </p:nvSpPr>
        <p:spPr>
          <a:xfrm>
            <a:off x="20162836" y="0"/>
            <a:ext cx="164136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sp>
    </p:spTree>
    <p:extLst>
      <p:ext uri="{BB962C8B-B14F-4D97-AF65-F5344CB8AC3E}">
        <p14:creationId xmlns:p14="http://schemas.microsoft.com/office/powerpoint/2010/main" val="384254897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Right - Text Left">
  <p:cSld name="Image Right - Text Left">
    <p:spTree>
      <p:nvGrpSpPr>
        <p:cNvPr id="1" name="Shape 549"/>
        <p:cNvGrpSpPr/>
        <p:nvPr/>
      </p:nvGrpSpPr>
      <p:grpSpPr>
        <a:xfrm>
          <a:off x="0" y="0"/>
          <a:ext cx="0" cy="0"/>
          <a:chOff x="0" y="0"/>
          <a:chExt cx="0" cy="0"/>
        </a:xfrm>
      </p:grpSpPr>
      <p:sp>
        <p:nvSpPr>
          <p:cNvPr id="550" name="Google Shape;550;p71"/>
          <p:cNvSpPr/>
          <p:nvPr/>
        </p:nvSpPr>
        <p:spPr>
          <a:xfrm>
            <a:off x="32964120" y="18928080"/>
            <a:ext cx="3612000" cy="16464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551" name="Google Shape;551;p71"/>
          <p:cNvSpPr>
            <a:spLocks noGrp="1"/>
          </p:cNvSpPr>
          <p:nvPr>
            <p:ph type="pic" idx="2"/>
          </p:nvPr>
        </p:nvSpPr>
        <p:spPr>
          <a:xfrm>
            <a:off x="20162836" y="0"/>
            <a:ext cx="164136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sp>
      <p:sp>
        <p:nvSpPr>
          <p:cNvPr id="552" name="Google Shape;552;p71"/>
          <p:cNvSpPr txBox="1">
            <a:spLocks noGrp="1"/>
          </p:cNvSpPr>
          <p:nvPr>
            <p:ph type="title"/>
          </p:nvPr>
        </p:nvSpPr>
        <p:spPr>
          <a:xfrm>
            <a:off x="2596896" y="454464"/>
            <a:ext cx="146400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53" name="Google Shape;553;p71"/>
          <p:cNvSpPr txBox="1">
            <a:spLocks noGrp="1"/>
          </p:cNvSpPr>
          <p:nvPr>
            <p:ph type="body" idx="1"/>
          </p:nvPr>
        </p:nvSpPr>
        <p:spPr>
          <a:xfrm>
            <a:off x="2596896" y="6988192"/>
            <a:ext cx="14640000" cy="113460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grpSp>
        <p:nvGrpSpPr>
          <p:cNvPr id="554" name="Google Shape;554;p71"/>
          <p:cNvGrpSpPr/>
          <p:nvPr/>
        </p:nvGrpSpPr>
        <p:grpSpPr>
          <a:xfrm>
            <a:off x="0" y="19504416"/>
            <a:ext cx="2330568" cy="1083064"/>
            <a:chOff x="0" y="19504414"/>
            <a:chExt cx="2330569" cy="1083065"/>
          </a:xfrm>
        </p:grpSpPr>
        <p:sp>
          <p:nvSpPr>
            <p:cNvPr id="555" name="Google Shape;555;p71"/>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556" name="Google Shape;556;p71"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557" name="Google Shape;557;p71"/>
          <p:cNvCxnSpPr/>
          <p:nvPr/>
        </p:nvCxnSpPr>
        <p:spPr>
          <a:xfrm>
            <a:off x="0" y="5693228"/>
            <a:ext cx="17236800" cy="0"/>
          </a:xfrm>
          <a:prstGeom prst="straightConnector1">
            <a:avLst/>
          </a:prstGeom>
          <a:noFill/>
          <a:ln w="31750" cap="flat" cmpd="sng">
            <a:solidFill>
              <a:schemeClr val="accent5"/>
            </a:solidFill>
            <a:prstDash val="solid"/>
            <a:round/>
            <a:headEnd type="none" w="sm" len="sm"/>
            <a:tailEnd type="none" w="sm" len="sm"/>
          </a:ln>
        </p:spPr>
      </p:cxnSp>
      <p:sp>
        <p:nvSpPr>
          <p:cNvPr id="558" name="Google Shape;558;p71"/>
          <p:cNvSpPr txBox="1">
            <a:spLocks noGrp="1"/>
          </p:cNvSpPr>
          <p:nvPr>
            <p:ph type="subTitle" idx="3"/>
          </p:nvPr>
        </p:nvSpPr>
        <p:spPr>
          <a:xfrm>
            <a:off x="2596896" y="3883152"/>
            <a:ext cx="14640000" cy="1408800"/>
          </a:xfrm>
          <a:prstGeom prst="rect">
            <a:avLst/>
          </a:prstGeom>
          <a:noFill/>
          <a:ln>
            <a:noFill/>
          </a:ln>
        </p:spPr>
        <p:txBody>
          <a:bodyPr spcFirstLastPara="1" wrap="square" lIns="22850" tIns="11425" rIns="22850" bIns="11425" anchor="t" anchorCtr="0">
            <a:noAutofit/>
          </a:bodyPr>
          <a:lstStyle>
            <a:lvl1pPr marR="0" lvl="0"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44045579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59"/>
        <p:cNvGrpSpPr/>
        <p:nvPr/>
      </p:nvGrpSpPr>
      <p:grpSpPr>
        <a:xfrm>
          <a:off x="0" y="0"/>
          <a:ext cx="0" cy="0"/>
          <a:chOff x="0" y="0"/>
          <a:chExt cx="0" cy="0"/>
        </a:xfrm>
      </p:grpSpPr>
      <p:pic>
        <p:nvPicPr>
          <p:cNvPr id="560" name="Google Shape;560;p72"/>
          <p:cNvPicPr preferRelativeResize="0"/>
          <p:nvPr/>
        </p:nvPicPr>
        <p:blipFill rotWithShape="1">
          <a:blip r:embed="rId2">
            <a:alphaModFix/>
          </a:blip>
          <a:srcRect/>
          <a:stretch/>
        </p:blipFill>
        <p:spPr>
          <a:xfrm>
            <a:off x="10" y="2"/>
            <a:ext cx="36575988" cy="20574004"/>
          </a:xfrm>
          <a:prstGeom prst="rect">
            <a:avLst/>
          </a:prstGeom>
          <a:noFill/>
          <a:ln>
            <a:noFill/>
          </a:ln>
        </p:spPr>
      </p:pic>
      <p:pic>
        <p:nvPicPr>
          <p:cNvPr id="561" name="Google Shape;561;p72"/>
          <p:cNvPicPr preferRelativeResize="0"/>
          <p:nvPr/>
        </p:nvPicPr>
        <p:blipFill rotWithShape="1">
          <a:blip r:embed="rId3">
            <a:alphaModFix/>
          </a:blip>
          <a:srcRect/>
          <a:stretch/>
        </p:blipFill>
        <p:spPr>
          <a:xfrm>
            <a:off x="748064" y="873002"/>
            <a:ext cx="8431640" cy="2906804"/>
          </a:xfrm>
          <a:prstGeom prst="rect">
            <a:avLst/>
          </a:prstGeom>
          <a:noFill/>
          <a:ln>
            <a:noFill/>
          </a:ln>
        </p:spPr>
      </p:pic>
      <p:sp>
        <p:nvSpPr>
          <p:cNvPr id="562" name="Google Shape;562;p72"/>
          <p:cNvSpPr txBox="1">
            <a:spLocks noGrp="1"/>
          </p:cNvSpPr>
          <p:nvPr>
            <p:ph type="ctrTitle"/>
          </p:nvPr>
        </p:nvSpPr>
        <p:spPr>
          <a:xfrm>
            <a:off x="1513004" y="3030800"/>
            <a:ext cx="19248000" cy="4938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0"/>
              </a:spcBef>
              <a:spcAft>
                <a:spcPts val="0"/>
              </a:spcAft>
              <a:buSzPts val="2200"/>
              <a:buNone/>
              <a:defRPr sz="8800" cap="none"/>
            </a:lvl1pPr>
            <a:lvl2pPr lvl="1" algn="l">
              <a:lnSpc>
                <a:spcPct val="100000"/>
              </a:lnSpc>
              <a:spcBef>
                <a:spcPts val="0"/>
              </a:spcBef>
              <a:spcAft>
                <a:spcPts val="0"/>
              </a:spcAft>
              <a:buClr>
                <a:schemeClr val="lt1"/>
              </a:buClr>
              <a:buSzPts val="1800"/>
              <a:buNone/>
              <a:defRPr>
                <a:solidFill>
                  <a:schemeClr val="lt1"/>
                </a:solidFill>
              </a:defRPr>
            </a:lvl2pPr>
            <a:lvl3pPr lvl="2" algn="l">
              <a:lnSpc>
                <a:spcPct val="100000"/>
              </a:lnSpc>
              <a:spcBef>
                <a:spcPts val="0"/>
              </a:spcBef>
              <a:spcAft>
                <a:spcPts val="0"/>
              </a:spcAft>
              <a:buClr>
                <a:schemeClr val="lt1"/>
              </a:buClr>
              <a:buSzPts val="1800"/>
              <a:buNone/>
              <a:defRPr>
                <a:solidFill>
                  <a:schemeClr val="lt1"/>
                </a:solidFill>
              </a:defRPr>
            </a:lvl3pPr>
            <a:lvl4pPr lvl="3" algn="l">
              <a:lnSpc>
                <a:spcPct val="100000"/>
              </a:lnSpc>
              <a:spcBef>
                <a:spcPts val="0"/>
              </a:spcBef>
              <a:spcAft>
                <a:spcPts val="0"/>
              </a:spcAft>
              <a:buClr>
                <a:schemeClr val="lt1"/>
              </a:buClr>
              <a:buSzPts val="1800"/>
              <a:buNone/>
              <a:defRPr>
                <a:solidFill>
                  <a:schemeClr val="lt1"/>
                </a:solidFill>
              </a:defRPr>
            </a:lvl4pPr>
            <a:lvl5pPr lvl="4" algn="l">
              <a:lnSpc>
                <a:spcPct val="100000"/>
              </a:lnSpc>
              <a:spcBef>
                <a:spcPts val="0"/>
              </a:spcBef>
              <a:spcAft>
                <a:spcPts val="0"/>
              </a:spcAft>
              <a:buClr>
                <a:schemeClr val="lt1"/>
              </a:buClr>
              <a:buSzPts val="1800"/>
              <a:buNone/>
              <a:defRPr>
                <a:solidFill>
                  <a:schemeClr val="lt1"/>
                </a:solidFill>
              </a:defRPr>
            </a:lvl5pPr>
            <a:lvl6pPr lvl="5" algn="l">
              <a:lnSpc>
                <a:spcPct val="100000"/>
              </a:lnSpc>
              <a:spcBef>
                <a:spcPts val="0"/>
              </a:spcBef>
              <a:spcAft>
                <a:spcPts val="0"/>
              </a:spcAft>
              <a:buClr>
                <a:schemeClr val="lt1"/>
              </a:buClr>
              <a:buSzPts val="1800"/>
              <a:buNone/>
              <a:defRPr>
                <a:solidFill>
                  <a:schemeClr val="lt1"/>
                </a:solidFill>
              </a:defRPr>
            </a:lvl6pPr>
            <a:lvl7pPr lvl="6" algn="l">
              <a:lnSpc>
                <a:spcPct val="100000"/>
              </a:lnSpc>
              <a:spcBef>
                <a:spcPts val="0"/>
              </a:spcBef>
              <a:spcAft>
                <a:spcPts val="0"/>
              </a:spcAft>
              <a:buClr>
                <a:schemeClr val="lt1"/>
              </a:buClr>
              <a:buSzPts val="1800"/>
              <a:buNone/>
              <a:defRPr>
                <a:solidFill>
                  <a:schemeClr val="lt1"/>
                </a:solidFill>
              </a:defRPr>
            </a:lvl7pPr>
            <a:lvl8pPr lvl="7" algn="l">
              <a:lnSpc>
                <a:spcPct val="100000"/>
              </a:lnSpc>
              <a:spcBef>
                <a:spcPts val="0"/>
              </a:spcBef>
              <a:spcAft>
                <a:spcPts val="0"/>
              </a:spcAft>
              <a:buClr>
                <a:schemeClr val="lt1"/>
              </a:buClr>
              <a:buSzPts val="1800"/>
              <a:buNone/>
              <a:defRPr>
                <a:solidFill>
                  <a:schemeClr val="lt1"/>
                </a:solidFill>
              </a:defRPr>
            </a:lvl8pPr>
            <a:lvl9pPr lvl="8" algn="l">
              <a:lnSpc>
                <a:spcPct val="100000"/>
              </a:lnSpc>
              <a:spcBef>
                <a:spcPts val="0"/>
              </a:spcBef>
              <a:spcAft>
                <a:spcPts val="0"/>
              </a:spcAft>
              <a:buClr>
                <a:schemeClr val="lt1"/>
              </a:buClr>
              <a:buSzPts val="1800"/>
              <a:buNone/>
              <a:defRPr>
                <a:solidFill>
                  <a:schemeClr val="lt1"/>
                </a:solidFill>
              </a:defRPr>
            </a:lvl9pPr>
          </a:lstStyle>
          <a:p>
            <a:endParaRPr/>
          </a:p>
        </p:txBody>
      </p:sp>
      <p:sp>
        <p:nvSpPr>
          <p:cNvPr id="563" name="Google Shape;563;p72"/>
          <p:cNvSpPr txBox="1">
            <a:spLocks noGrp="1"/>
          </p:cNvSpPr>
          <p:nvPr>
            <p:ph type="subTitle" idx="1"/>
          </p:nvPr>
        </p:nvSpPr>
        <p:spPr>
          <a:xfrm>
            <a:off x="1513004" y="7988952"/>
            <a:ext cx="19248000" cy="1704000"/>
          </a:xfrm>
          <a:prstGeom prst="rect">
            <a:avLst/>
          </a:prstGeom>
          <a:noFill/>
          <a:ln>
            <a:noFill/>
          </a:ln>
        </p:spPr>
        <p:txBody>
          <a:bodyPr spcFirstLastPara="1" wrap="square" lIns="22850" tIns="11425" rIns="22850" bIns="11425" anchor="t" anchorCtr="0">
            <a:normAutofit/>
          </a:bodyPr>
          <a:lstStyle>
            <a:lvl1pPr marR="0" lvl="0" algn="l" rtl="0">
              <a:lnSpc>
                <a:spcPct val="90000"/>
              </a:lnSpc>
              <a:spcBef>
                <a:spcPts val="3200"/>
              </a:spcBef>
              <a:spcAft>
                <a:spcPts val="0"/>
              </a:spcAft>
              <a:buClr>
                <a:schemeClr val="lt1"/>
              </a:buClr>
              <a:buSzPts val="1100"/>
              <a:buFont typeface="NVIDIA Sans"/>
              <a:buNone/>
              <a:defRPr sz="4400" b="0" i="0" u="none" strike="noStrike" cap="none">
                <a:solidFill>
                  <a:schemeClr val="lt1"/>
                </a:solidFill>
                <a:latin typeface="NVIDIA Sans"/>
                <a:ea typeface="NVIDIA Sans"/>
                <a:cs typeface="NVIDIA Sans"/>
                <a:sym typeface="NVIDIA Sans"/>
              </a:defRPr>
            </a:lvl1pPr>
            <a:lvl2pPr marR="0" lvl="1" algn="ctr" rtl="0">
              <a:lnSpc>
                <a:spcPct val="90000"/>
              </a:lnSpc>
              <a:spcBef>
                <a:spcPts val="1600"/>
              </a:spcBef>
              <a:spcAft>
                <a:spcPts val="0"/>
              </a:spcAft>
              <a:buClr>
                <a:schemeClr val="lt1"/>
              </a:buClr>
              <a:buSzPts val="1500"/>
              <a:buFont typeface="NVIDIA Sans"/>
              <a:buNone/>
              <a:defRPr sz="6000" b="0" i="0" u="none" strike="noStrike" cap="none">
                <a:solidFill>
                  <a:schemeClr val="lt1"/>
                </a:solidFill>
                <a:latin typeface="NVIDIA Sans"/>
                <a:ea typeface="NVIDIA Sans"/>
                <a:cs typeface="NVIDIA Sans"/>
                <a:sym typeface="NVIDIA Sans"/>
              </a:defRPr>
            </a:lvl2pPr>
            <a:lvl3pPr marR="0" lvl="2" algn="ctr" rtl="0">
              <a:lnSpc>
                <a:spcPct val="90000"/>
              </a:lnSpc>
              <a:spcBef>
                <a:spcPts val="1600"/>
              </a:spcBef>
              <a:spcAft>
                <a:spcPts val="0"/>
              </a:spcAft>
              <a:buClr>
                <a:schemeClr val="lt1"/>
              </a:buClr>
              <a:buSzPts val="1400"/>
              <a:buFont typeface="NVIDIA Sans"/>
              <a:buNone/>
              <a:defRPr sz="5600" b="0" i="0" u="none" strike="noStrike" cap="none">
                <a:solidFill>
                  <a:schemeClr val="lt1"/>
                </a:solidFill>
                <a:latin typeface="NVIDIA Sans"/>
                <a:ea typeface="NVIDIA Sans"/>
                <a:cs typeface="NVIDIA Sans"/>
                <a:sym typeface="NVIDIA Sans"/>
              </a:defRPr>
            </a:lvl3pPr>
            <a:lvl4pPr marR="0" lvl="3"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4pPr>
            <a:lvl5pPr marR="0" lvl="4"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5pPr>
            <a:lvl6pPr marR="0" lvl="5"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6pPr>
            <a:lvl7pPr marR="0" lvl="6"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7pPr>
            <a:lvl8pPr marR="0" lvl="7"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8pPr>
            <a:lvl9pPr marR="0" lvl="8" algn="ctr" rtl="0">
              <a:lnSpc>
                <a:spcPct val="90000"/>
              </a:lnSpc>
              <a:spcBef>
                <a:spcPts val="1600"/>
              </a:spcBef>
              <a:spcAft>
                <a:spcPts val="0"/>
              </a:spcAft>
              <a:buClr>
                <a:schemeClr val="lt1"/>
              </a:buClr>
              <a:buSzPts val="1200"/>
              <a:buFont typeface="NVIDIA Sans"/>
              <a:buNone/>
              <a:defRPr sz="4800" b="0" i="0" u="none" strike="noStrike" cap="none">
                <a:solidFill>
                  <a:schemeClr val="lt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1969711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CONFIDENTIAL">
  <p:cSld name="CONFIDENTIAL">
    <p:spTree>
      <p:nvGrpSpPr>
        <p:cNvPr id="1" name="Shape 564"/>
        <p:cNvGrpSpPr/>
        <p:nvPr/>
      </p:nvGrpSpPr>
      <p:grpSpPr>
        <a:xfrm>
          <a:off x="0" y="0"/>
          <a:ext cx="0" cy="0"/>
          <a:chOff x="0" y="0"/>
          <a:chExt cx="0" cy="0"/>
        </a:xfrm>
      </p:grpSpPr>
      <p:sp>
        <p:nvSpPr>
          <p:cNvPr id="565" name="Google Shape;565;p73"/>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566" name="Google Shape;566;p73"/>
          <p:cNvSpPr txBox="1">
            <a:spLocks noGrp="1"/>
          </p:cNvSpPr>
          <p:nvPr>
            <p:ph type="body" idx="1"/>
          </p:nvPr>
        </p:nvSpPr>
        <p:spPr>
          <a:xfrm>
            <a:off x="2514600" y="4846320"/>
            <a:ext cx="315468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567" name="Google Shape;567;p73"/>
          <p:cNvSpPr txBox="1"/>
          <p:nvPr/>
        </p:nvSpPr>
        <p:spPr>
          <a:xfrm>
            <a:off x="708484" y="19635788"/>
            <a:ext cx="7315200" cy="4464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2400" b="0" i="0" u="none" strike="noStrike" cap="none">
                <a:solidFill>
                  <a:schemeClr val="lt1"/>
                </a:solidFill>
                <a:latin typeface="NVIDIA Sans"/>
                <a:ea typeface="NVIDIA Sans"/>
                <a:cs typeface="NVIDIA Sans"/>
                <a:sym typeface="NVIDIA Sans"/>
              </a:rPr>
              <a:t>NVIDIA CONFIDENTIAL. DO NOT DISTRIBUTE.</a:t>
            </a:r>
            <a:endParaRPr sz="1600" b="0" i="0" u="none" strike="noStrike" cap="none">
              <a:solidFill>
                <a:srgbClr val="000000"/>
              </a:solidFill>
              <a:latin typeface="NVIDIA Sans"/>
              <a:ea typeface="NVIDIA Sans"/>
              <a:cs typeface="NVIDIA Sans"/>
              <a:sym typeface="NVIDIA Sans"/>
            </a:endParaRPr>
          </a:p>
        </p:txBody>
      </p:sp>
      <p:sp>
        <p:nvSpPr>
          <p:cNvPr id="568" name="Google Shape;568;p73"/>
          <p:cNvSpPr txBox="1">
            <a:spLocks noGrp="1"/>
          </p:cNvSpPr>
          <p:nvPr>
            <p:ph type="subTitle" idx="2"/>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559870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CODING_Title, Subtitle, Bullets">
  <p:cSld name="CODING_Title, Subtitle, Bullets">
    <p:spTree>
      <p:nvGrpSpPr>
        <p:cNvPr id="1" name="Shape 575"/>
        <p:cNvGrpSpPr/>
        <p:nvPr/>
      </p:nvGrpSpPr>
      <p:grpSpPr>
        <a:xfrm>
          <a:off x="0" y="0"/>
          <a:ext cx="0" cy="0"/>
          <a:chOff x="0" y="0"/>
          <a:chExt cx="0" cy="0"/>
        </a:xfrm>
      </p:grpSpPr>
      <p:sp>
        <p:nvSpPr>
          <p:cNvPr id="576" name="Google Shape;576;p75"/>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Font typeface="Roboto Mono"/>
              <a:buNone/>
              <a:defRPr sz="7200" cap="none">
                <a:latin typeface="Roboto Mono"/>
                <a:ea typeface="Roboto Mono"/>
                <a:cs typeface="Roboto Mono"/>
                <a:sym typeface="Roboto Mono"/>
              </a:defRPr>
            </a:lvl1pPr>
            <a:lvl2pPr lvl="1" algn="l">
              <a:lnSpc>
                <a:spcPct val="100000"/>
              </a:lnSpc>
              <a:spcBef>
                <a:spcPts val="0"/>
              </a:spcBef>
              <a:spcAft>
                <a:spcPts val="0"/>
              </a:spcAft>
              <a:buSzPts val="1800"/>
              <a:buFont typeface="Roboto Mono"/>
              <a:buNone/>
              <a:defRPr>
                <a:latin typeface="Roboto Mono"/>
                <a:ea typeface="Roboto Mono"/>
                <a:cs typeface="Roboto Mono"/>
                <a:sym typeface="Roboto Mono"/>
              </a:defRPr>
            </a:lvl2pPr>
            <a:lvl3pPr lvl="2" algn="l">
              <a:lnSpc>
                <a:spcPct val="100000"/>
              </a:lnSpc>
              <a:spcBef>
                <a:spcPts val="0"/>
              </a:spcBef>
              <a:spcAft>
                <a:spcPts val="0"/>
              </a:spcAft>
              <a:buSzPts val="1800"/>
              <a:buFont typeface="Roboto Mono"/>
              <a:buNone/>
              <a:defRPr>
                <a:latin typeface="Roboto Mono"/>
                <a:ea typeface="Roboto Mono"/>
                <a:cs typeface="Roboto Mono"/>
                <a:sym typeface="Roboto Mono"/>
              </a:defRPr>
            </a:lvl3pPr>
            <a:lvl4pPr lvl="3" algn="l">
              <a:lnSpc>
                <a:spcPct val="100000"/>
              </a:lnSpc>
              <a:spcBef>
                <a:spcPts val="0"/>
              </a:spcBef>
              <a:spcAft>
                <a:spcPts val="0"/>
              </a:spcAft>
              <a:buSzPts val="1800"/>
              <a:buFont typeface="Roboto Mono"/>
              <a:buNone/>
              <a:defRPr>
                <a:latin typeface="Roboto Mono"/>
                <a:ea typeface="Roboto Mono"/>
                <a:cs typeface="Roboto Mono"/>
                <a:sym typeface="Roboto Mono"/>
              </a:defRPr>
            </a:lvl4pPr>
            <a:lvl5pPr lvl="4" algn="l">
              <a:lnSpc>
                <a:spcPct val="100000"/>
              </a:lnSpc>
              <a:spcBef>
                <a:spcPts val="0"/>
              </a:spcBef>
              <a:spcAft>
                <a:spcPts val="0"/>
              </a:spcAft>
              <a:buSzPts val="1800"/>
              <a:buFont typeface="Roboto Mono"/>
              <a:buNone/>
              <a:defRPr>
                <a:latin typeface="Roboto Mono"/>
                <a:ea typeface="Roboto Mono"/>
                <a:cs typeface="Roboto Mono"/>
                <a:sym typeface="Roboto Mono"/>
              </a:defRPr>
            </a:lvl5pPr>
            <a:lvl6pPr lvl="5" algn="l">
              <a:lnSpc>
                <a:spcPct val="100000"/>
              </a:lnSpc>
              <a:spcBef>
                <a:spcPts val="0"/>
              </a:spcBef>
              <a:spcAft>
                <a:spcPts val="0"/>
              </a:spcAft>
              <a:buSzPts val="1800"/>
              <a:buFont typeface="Roboto Mono"/>
              <a:buNone/>
              <a:defRPr>
                <a:latin typeface="Roboto Mono"/>
                <a:ea typeface="Roboto Mono"/>
                <a:cs typeface="Roboto Mono"/>
                <a:sym typeface="Roboto Mono"/>
              </a:defRPr>
            </a:lvl6pPr>
            <a:lvl7pPr lvl="6" algn="l">
              <a:lnSpc>
                <a:spcPct val="100000"/>
              </a:lnSpc>
              <a:spcBef>
                <a:spcPts val="0"/>
              </a:spcBef>
              <a:spcAft>
                <a:spcPts val="0"/>
              </a:spcAft>
              <a:buSzPts val="1800"/>
              <a:buFont typeface="Roboto Mono"/>
              <a:buNone/>
              <a:defRPr>
                <a:latin typeface="Roboto Mono"/>
                <a:ea typeface="Roboto Mono"/>
                <a:cs typeface="Roboto Mono"/>
                <a:sym typeface="Roboto Mono"/>
              </a:defRPr>
            </a:lvl7pPr>
            <a:lvl8pPr lvl="7" algn="l">
              <a:lnSpc>
                <a:spcPct val="100000"/>
              </a:lnSpc>
              <a:spcBef>
                <a:spcPts val="0"/>
              </a:spcBef>
              <a:spcAft>
                <a:spcPts val="0"/>
              </a:spcAft>
              <a:buSzPts val="1800"/>
              <a:buFont typeface="Roboto Mono"/>
              <a:buNone/>
              <a:defRPr>
                <a:latin typeface="Roboto Mono"/>
                <a:ea typeface="Roboto Mono"/>
                <a:cs typeface="Roboto Mono"/>
                <a:sym typeface="Roboto Mono"/>
              </a:defRPr>
            </a:lvl8pPr>
            <a:lvl9pPr lvl="8" algn="l">
              <a:lnSpc>
                <a:spcPct val="100000"/>
              </a:lnSpc>
              <a:spcBef>
                <a:spcPts val="0"/>
              </a:spcBef>
              <a:spcAft>
                <a:spcPts val="0"/>
              </a:spcAft>
              <a:buSzPts val="1800"/>
              <a:buFont typeface="Roboto Mono"/>
              <a:buNone/>
              <a:defRPr>
                <a:latin typeface="Roboto Mono"/>
                <a:ea typeface="Roboto Mono"/>
                <a:cs typeface="Roboto Mono"/>
                <a:sym typeface="Roboto Mono"/>
              </a:defRPr>
            </a:lvl9pPr>
          </a:lstStyle>
          <a:p>
            <a:endParaRPr/>
          </a:p>
        </p:txBody>
      </p:sp>
      <p:sp>
        <p:nvSpPr>
          <p:cNvPr id="577" name="Google Shape;577;p75"/>
          <p:cNvSpPr txBox="1">
            <a:spLocks noGrp="1"/>
          </p:cNvSpPr>
          <p:nvPr>
            <p:ph type="body" idx="1"/>
          </p:nvPr>
        </p:nvSpPr>
        <p:spPr>
          <a:xfrm>
            <a:off x="2514600" y="4873752"/>
            <a:ext cx="315468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Roboto Mono"/>
              <a:buChar char="•"/>
              <a:defRPr sz="4400" b="0" i="0" u="none" strike="noStrike" cap="none">
                <a:solidFill>
                  <a:schemeClr val="lt1"/>
                </a:solidFill>
                <a:latin typeface="Roboto Mono"/>
                <a:ea typeface="Roboto Mono"/>
                <a:cs typeface="Roboto Mono"/>
                <a:sym typeface="Roboto Mono"/>
              </a:defRPr>
            </a:lvl1pPr>
            <a:lvl2pPr marL="3657600" marR="0" lvl="1" indent="-1168400" algn="l" rtl="0">
              <a:lnSpc>
                <a:spcPct val="90000"/>
              </a:lnSpc>
              <a:spcBef>
                <a:spcPts val="1600"/>
              </a:spcBef>
              <a:spcAft>
                <a:spcPts val="0"/>
              </a:spcAft>
              <a:buClr>
                <a:schemeClr val="dk2"/>
              </a:buClr>
              <a:buSzPts val="1000"/>
              <a:buFont typeface="Roboto Mono"/>
              <a:buChar char="•"/>
              <a:defRPr sz="4000" b="0" i="0" u="none" strike="noStrike" cap="none">
                <a:solidFill>
                  <a:schemeClr val="lt1"/>
                </a:solidFill>
                <a:latin typeface="Roboto Mono"/>
                <a:ea typeface="Roboto Mono"/>
                <a:cs typeface="Roboto Mono"/>
                <a:sym typeface="Roboto Mono"/>
              </a:defRPr>
            </a:lvl2pPr>
            <a:lvl3pPr marL="5486400" marR="0" lvl="2" indent="-1143000" algn="l" rtl="0">
              <a:lnSpc>
                <a:spcPct val="90000"/>
              </a:lnSpc>
              <a:spcBef>
                <a:spcPts val="1600"/>
              </a:spcBef>
              <a:spcAft>
                <a:spcPts val="0"/>
              </a:spcAft>
              <a:buClr>
                <a:schemeClr val="dk2"/>
              </a:buClr>
              <a:buSzPts val="900"/>
              <a:buFont typeface="Roboto Mono"/>
              <a:buChar char="•"/>
              <a:defRPr sz="3600" b="0" i="0" u="none" strike="noStrike" cap="none">
                <a:solidFill>
                  <a:schemeClr val="lt1"/>
                </a:solidFill>
                <a:latin typeface="Roboto Mono"/>
                <a:ea typeface="Roboto Mono"/>
                <a:cs typeface="Roboto Mono"/>
                <a:sym typeface="Roboto Mono"/>
              </a:defRPr>
            </a:lvl3pPr>
            <a:lvl4pPr marL="7315200" marR="0" lvl="3" indent="-1117600" algn="l" rtl="0">
              <a:lnSpc>
                <a:spcPct val="90000"/>
              </a:lnSpc>
              <a:spcBef>
                <a:spcPts val="1600"/>
              </a:spcBef>
              <a:spcAft>
                <a:spcPts val="0"/>
              </a:spcAft>
              <a:buClr>
                <a:schemeClr val="dk2"/>
              </a:buClr>
              <a:buSzPts val="800"/>
              <a:buFont typeface="Roboto Mono"/>
              <a:buChar char="•"/>
              <a:defRPr sz="3200" b="0" i="0" u="none" strike="noStrike" cap="none">
                <a:solidFill>
                  <a:schemeClr val="lt1"/>
                </a:solidFill>
                <a:latin typeface="Roboto Mono"/>
                <a:ea typeface="Roboto Mono"/>
                <a:cs typeface="Roboto Mono"/>
                <a:sym typeface="Roboto Mono"/>
              </a:defRPr>
            </a:lvl4pPr>
            <a:lvl5pPr marL="9144000" marR="0" lvl="4" indent="-1092200" algn="l" rtl="0">
              <a:lnSpc>
                <a:spcPct val="90000"/>
              </a:lnSpc>
              <a:spcBef>
                <a:spcPts val="1600"/>
              </a:spcBef>
              <a:spcAft>
                <a:spcPts val="0"/>
              </a:spcAft>
              <a:buClr>
                <a:schemeClr val="dk2"/>
              </a:buClr>
              <a:buSzPts val="700"/>
              <a:buFont typeface="Roboto Mono"/>
              <a:buChar char="•"/>
              <a:defRPr sz="2800" b="0" i="0" u="none" strike="noStrike" cap="none">
                <a:solidFill>
                  <a:schemeClr val="lt1"/>
                </a:solidFill>
                <a:latin typeface="Roboto Mono"/>
                <a:ea typeface="Roboto Mono"/>
                <a:cs typeface="Roboto Mono"/>
                <a:sym typeface="Roboto Mono"/>
              </a:defRPr>
            </a:lvl5pPr>
            <a:lvl6pPr marL="10972800" marR="0" lvl="5"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6pPr>
            <a:lvl7pPr marL="12801600" marR="0" lvl="6"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7pPr>
            <a:lvl8pPr marL="14630400" marR="0" lvl="7"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8pPr>
            <a:lvl9pPr marL="16459200" marR="0" lvl="8"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9pPr>
          </a:lstStyle>
          <a:p>
            <a:endParaRPr/>
          </a:p>
        </p:txBody>
      </p:sp>
      <p:sp>
        <p:nvSpPr>
          <p:cNvPr id="578" name="Google Shape;578;p75"/>
          <p:cNvSpPr txBox="1">
            <a:spLocks noGrp="1"/>
          </p:cNvSpPr>
          <p:nvPr>
            <p:ph type="subTitle" idx="2"/>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1pPr>
            <a:lvl2pPr marR="0" lvl="1"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2pPr>
            <a:lvl3pPr marR="0" lvl="2"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3pPr>
            <a:lvl4pPr marR="0" lvl="3"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4pPr>
            <a:lvl5pPr marR="0" lvl="4"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5pPr>
            <a:lvl6pPr marR="0" lvl="5"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6pPr>
            <a:lvl7pPr marR="0" lvl="6"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7pPr>
            <a:lvl8pPr marR="0" lvl="7"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8pPr>
            <a:lvl9pPr marR="0" lvl="8" algn="l" rtl="0">
              <a:lnSpc>
                <a:spcPct val="100000"/>
              </a:lnSpc>
              <a:spcBef>
                <a:spcPts val="0"/>
              </a:spcBef>
              <a:spcAft>
                <a:spcPts val="0"/>
              </a:spcAft>
              <a:buClr>
                <a:srgbClr val="000000"/>
              </a:buClr>
              <a:buSzPts val="1200"/>
              <a:buFont typeface="Roboto Mono"/>
              <a:buNone/>
              <a:defRPr sz="4800" b="0" i="0" u="none" strike="noStrike" cap="none">
                <a:solidFill>
                  <a:srgbClr val="000000"/>
                </a:solidFill>
                <a:latin typeface="Roboto Mono"/>
                <a:ea typeface="Roboto Mono"/>
                <a:cs typeface="Roboto Mono"/>
                <a:sym typeface="Roboto Mono"/>
              </a:defRPr>
            </a:lvl9pPr>
          </a:lstStyle>
          <a:p>
            <a:endParaRPr/>
          </a:p>
        </p:txBody>
      </p:sp>
    </p:spTree>
    <p:extLst>
      <p:ext uri="{BB962C8B-B14F-4D97-AF65-F5344CB8AC3E}">
        <p14:creationId xmlns:p14="http://schemas.microsoft.com/office/powerpoint/2010/main" val="39857403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NFIDENTIAL_Coding">
  <p:cSld name="CONFIDENTIAL_Coding">
    <p:spTree>
      <p:nvGrpSpPr>
        <p:cNvPr id="1" name="Shape 579"/>
        <p:cNvGrpSpPr/>
        <p:nvPr/>
      </p:nvGrpSpPr>
      <p:grpSpPr>
        <a:xfrm>
          <a:off x="0" y="0"/>
          <a:ext cx="0" cy="0"/>
          <a:chOff x="0" y="0"/>
          <a:chExt cx="0" cy="0"/>
        </a:xfrm>
      </p:grpSpPr>
      <p:sp>
        <p:nvSpPr>
          <p:cNvPr id="580" name="Google Shape;580;p76"/>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Font typeface="Roboto Mono"/>
              <a:buNone/>
              <a:defRPr sz="7200" cap="none">
                <a:latin typeface="Roboto Mono"/>
                <a:ea typeface="Roboto Mono"/>
                <a:cs typeface="Roboto Mono"/>
                <a:sym typeface="Roboto Mono"/>
              </a:defRPr>
            </a:lvl1pPr>
            <a:lvl2pPr lvl="1" algn="l">
              <a:lnSpc>
                <a:spcPct val="100000"/>
              </a:lnSpc>
              <a:spcBef>
                <a:spcPts val="0"/>
              </a:spcBef>
              <a:spcAft>
                <a:spcPts val="0"/>
              </a:spcAft>
              <a:buSzPts val="1800"/>
              <a:buFont typeface="Roboto Mono"/>
              <a:buNone/>
              <a:defRPr>
                <a:latin typeface="Roboto Mono"/>
                <a:ea typeface="Roboto Mono"/>
                <a:cs typeface="Roboto Mono"/>
                <a:sym typeface="Roboto Mono"/>
              </a:defRPr>
            </a:lvl2pPr>
            <a:lvl3pPr lvl="2" algn="l">
              <a:lnSpc>
                <a:spcPct val="100000"/>
              </a:lnSpc>
              <a:spcBef>
                <a:spcPts val="0"/>
              </a:spcBef>
              <a:spcAft>
                <a:spcPts val="0"/>
              </a:spcAft>
              <a:buSzPts val="1800"/>
              <a:buFont typeface="Roboto Mono"/>
              <a:buNone/>
              <a:defRPr>
                <a:latin typeface="Roboto Mono"/>
                <a:ea typeface="Roboto Mono"/>
                <a:cs typeface="Roboto Mono"/>
                <a:sym typeface="Roboto Mono"/>
              </a:defRPr>
            </a:lvl3pPr>
            <a:lvl4pPr lvl="3" algn="l">
              <a:lnSpc>
                <a:spcPct val="100000"/>
              </a:lnSpc>
              <a:spcBef>
                <a:spcPts val="0"/>
              </a:spcBef>
              <a:spcAft>
                <a:spcPts val="0"/>
              </a:spcAft>
              <a:buSzPts val="1800"/>
              <a:buFont typeface="Roboto Mono"/>
              <a:buNone/>
              <a:defRPr>
                <a:latin typeface="Roboto Mono"/>
                <a:ea typeface="Roboto Mono"/>
                <a:cs typeface="Roboto Mono"/>
                <a:sym typeface="Roboto Mono"/>
              </a:defRPr>
            </a:lvl4pPr>
            <a:lvl5pPr lvl="4" algn="l">
              <a:lnSpc>
                <a:spcPct val="100000"/>
              </a:lnSpc>
              <a:spcBef>
                <a:spcPts val="0"/>
              </a:spcBef>
              <a:spcAft>
                <a:spcPts val="0"/>
              </a:spcAft>
              <a:buSzPts val="1800"/>
              <a:buFont typeface="Roboto Mono"/>
              <a:buNone/>
              <a:defRPr>
                <a:latin typeface="Roboto Mono"/>
                <a:ea typeface="Roboto Mono"/>
                <a:cs typeface="Roboto Mono"/>
                <a:sym typeface="Roboto Mono"/>
              </a:defRPr>
            </a:lvl5pPr>
            <a:lvl6pPr lvl="5" algn="l">
              <a:lnSpc>
                <a:spcPct val="100000"/>
              </a:lnSpc>
              <a:spcBef>
                <a:spcPts val="0"/>
              </a:spcBef>
              <a:spcAft>
                <a:spcPts val="0"/>
              </a:spcAft>
              <a:buSzPts val="1800"/>
              <a:buFont typeface="Roboto Mono"/>
              <a:buNone/>
              <a:defRPr>
                <a:latin typeface="Roboto Mono"/>
                <a:ea typeface="Roboto Mono"/>
                <a:cs typeface="Roboto Mono"/>
                <a:sym typeface="Roboto Mono"/>
              </a:defRPr>
            </a:lvl6pPr>
            <a:lvl7pPr lvl="6" algn="l">
              <a:lnSpc>
                <a:spcPct val="100000"/>
              </a:lnSpc>
              <a:spcBef>
                <a:spcPts val="0"/>
              </a:spcBef>
              <a:spcAft>
                <a:spcPts val="0"/>
              </a:spcAft>
              <a:buSzPts val="1800"/>
              <a:buFont typeface="Roboto Mono"/>
              <a:buNone/>
              <a:defRPr>
                <a:latin typeface="Roboto Mono"/>
                <a:ea typeface="Roboto Mono"/>
                <a:cs typeface="Roboto Mono"/>
                <a:sym typeface="Roboto Mono"/>
              </a:defRPr>
            </a:lvl7pPr>
            <a:lvl8pPr lvl="7" algn="l">
              <a:lnSpc>
                <a:spcPct val="100000"/>
              </a:lnSpc>
              <a:spcBef>
                <a:spcPts val="0"/>
              </a:spcBef>
              <a:spcAft>
                <a:spcPts val="0"/>
              </a:spcAft>
              <a:buSzPts val="1800"/>
              <a:buFont typeface="Roboto Mono"/>
              <a:buNone/>
              <a:defRPr>
                <a:latin typeface="Roboto Mono"/>
                <a:ea typeface="Roboto Mono"/>
                <a:cs typeface="Roboto Mono"/>
                <a:sym typeface="Roboto Mono"/>
              </a:defRPr>
            </a:lvl8pPr>
            <a:lvl9pPr lvl="8" algn="l">
              <a:lnSpc>
                <a:spcPct val="100000"/>
              </a:lnSpc>
              <a:spcBef>
                <a:spcPts val="0"/>
              </a:spcBef>
              <a:spcAft>
                <a:spcPts val="0"/>
              </a:spcAft>
              <a:buSzPts val="1800"/>
              <a:buFont typeface="Roboto Mono"/>
              <a:buNone/>
              <a:defRPr>
                <a:latin typeface="Roboto Mono"/>
                <a:ea typeface="Roboto Mono"/>
                <a:cs typeface="Roboto Mono"/>
                <a:sym typeface="Roboto Mono"/>
              </a:defRPr>
            </a:lvl9pPr>
          </a:lstStyle>
          <a:p>
            <a:endParaRPr/>
          </a:p>
        </p:txBody>
      </p:sp>
      <p:sp>
        <p:nvSpPr>
          <p:cNvPr id="581" name="Google Shape;581;p76"/>
          <p:cNvSpPr txBox="1">
            <a:spLocks noGrp="1"/>
          </p:cNvSpPr>
          <p:nvPr>
            <p:ph type="body" idx="1"/>
          </p:nvPr>
        </p:nvSpPr>
        <p:spPr>
          <a:xfrm>
            <a:off x="2514600" y="4873752"/>
            <a:ext cx="315468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Arial"/>
              <a:buChar char="•"/>
              <a:defRPr sz="4400" b="0" i="0" u="none" strike="noStrike" cap="none">
                <a:solidFill>
                  <a:schemeClr val="lt1"/>
                </a:solidFill>
                <a:latin typeface="Roboto Mono"/>
                <a:ea typeface="Roboto Mono"/>
                <a:cs typeface="Roboto Mono"/>
                <a:sym typeface="Roboto Mono"/>
              </a:defRPr>
            </a:lvl1pPr>
            <a:lvl2pPr marL="3657600" marR="0" lvl="1" indent="-1168400" algn="l" rtl="0">
              <a:lnSpc>
                <a:spcPct val="90000"/>
              </a:lnSpc>
              <a:spcBef>
                <a:spcPts val="1600"/>
              </a:spcBef>
              <a:spcAft>
                <a:spcPts val="0"/>
              </a:spcAft>
              <a:buClr>
                <a:schemeClr val="dk2"/>
              </a:buClr>
              <a:buSzPts val="1000"/>
              <a:buFont typeface="Arial"/>
              <a:buChar char="•"/>
              <a:defRPr sz="4000" b="0" i="0" u="none" strike="noStrike" cap="none">
                <a:solidFill>
                  <a:schemeClr val="lt1"/>
                </a:solidFill>
                <a:latin typeface="Roboto Mono"/>
                <a:ea typeface="Roboto Mono"/>
                <a:cs typeface="Roboto Mono"/>
                <a:sym typeface="Roboto Mono"/>
              </a:defRPr>
            </a:lvl2pPr>
            <a:lvl3pPr marL="5486400" marR="0" lvl="2" indent="-1143000" algn="l" rtl="0">
              <a:lnSpc>
                <a:spcPct val="90000"/>
              </a:lnSpc>
              <a:spcBef>
                <a:spcPts val="1600"/>
              </a:spcBef>
              <a:spcAft>
                <a:spcPts val="0"/>
              </a:spcAft>
              <a:buClr>
                <a:schemeClr val="dk2"/>
              </a:buClr>
              <a:buSzPts val="900"/>
              <a:buFont typeface="Arial"/>
              <a:buChar char="•"/>
              <a:defRPr sz="3600" b="0" i="0" u="none" strike="noStrike" cap="none">
                <a:solidFill>
                  <a:schemeClr val="lt1"/>
                </a:solidFill>
                <a:latin typeface="Roboto Mono"/>
                <a:ea typeface="Roboto Mono"/>
                <a:cs typeface="Roboto Mono"/>
                <a:sym typeface="Roboto Mono"/>
              </a:defRPr>
            </a:lvl3pPr>
            <a:lvl4pPr marL="7315200" marR="0" lvl="3" indent="-1117600" algn="l" rtl="0">
              <a:lnSpc>
                <a:spcPct val="90000"/>
              </a:lnSpc>
              <a:spcBef>
                <a:spcPts val="1600"/>
              </a:spcBef>
              <a:spcAft>
                <a:spcPts val="0"/>
              </a:spcAft>
              <a:buClr>
                <a:schemeClr val="dk2"/>
              </a:buClr>
              <a:buSzPts val="800"/>
              <a:buFont typeface="Arial"/>
              <a:buChar char="•"/>
              <a:defRPr sz="3200" b="0" i="0" u="none" strike="noStrike" cap="none">
                <a:solidFill>
                  <a:schemeClr val="lt1"/>
                </a:solidFill>
                <a:latin typeface="Roboto Mono"/>
                <a:ea typeface="Roboto Mono"/>
                <a:cs typeface="Roboto Mono"/>
                <a:sym typeface="Roboto Mono"/>
              </a:defRPr>
            </a:lvl4pPr>
            <a:lvl5pPr marL="9144000" marR="0" lvl="4" indent="-1092200" algn="l" rtl="0">
              <a:lnSpc>
                <a:spcPct val="90000"/>
              </a:lnSpc>
              <a:spcBef>
                <a:spcPts val="1600"/>
              </a:spcBef>
              <a:spcAft>
                <a:spcPts val="0"/>
              </a:spcAft>
              <a:buClr>
                <a:schemeClr val="dk2"/>
              </a:buClr>
              <a:buSzPts val="700"/>
              <a:buFont typeface="Arial"/>
              <a:buChar char="•"/>
              <a:defRPr sz="2800" b="0" i="0" u="none" strike="noStrike" cap="none">
                <a:solidFill>
                  <a:schemeClr val="lt1"/>
                </a:solidFill>
                <a:latin typeface="Roboto Mono"/>
                <a:ea typeface="Roboto Mono"/>
                <a:cs typeface="Roboto Mono"/>
                <a:sym typeface="Roboto Mono"/>
              </a:defRPr>
            </a:lvl5pPr>
            <a:lvl6pPr marL="10972800" marR="0" lvl="5"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6pPr>
            <a:lvl7pPr marL="12801600" marR="0" lvl="6"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7pPr>
            <a:lvl8pPr marL="14630400" marR="0" lvl="7"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8pPr>
            <a:lvl9pPr marL="16459200" marR="0" lvl="8"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9pPr>
          </a:lstStyle>
          <a:p>
            <a:endParaRPr/>
          </a:p>
        </p:txBody>
      </p:sp>
      <p:sp>
        <p:nvSpPr>
          <p:cNvPr id="582" name="Google Shape;582;p76"/>
          <p:cNvSpPr txBox="1"/>
          <p:nvPr/>
        </p:nvSpPr>
        <p:spPr>
          <a:xfrm>
            <a:off x="708484" y="19635788"/>
            <a:ext cx="7315200" cy="4464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2400" b="0" i="0" u="none" strike="noStrike" cap="none">
                <a:solidFill>
                  <a:schemeClr val="lt1"/>
                </a:solidFill>
                <a:latin typeface="NVIDIA Sans"/>
                <a:ea typeface="NVIDIA Sans"/>
                <a:cs typeface="NVIDIA Sans"/>
                <a:sym typeface="NVIDIA Sans"/>
              </a:rPr>
              <a:t>NVIDIA CONFIDENTIAL. DO NOT DISTRIBUTE.</a:t>
            </a:r>
            <a:endParaRPr sz="1600" b="0" i="0" u="none" strike="noStrike" cap="none">
              <a:solidFill>
                <a:srgbClr val="000000"/>
              </a:solidFill>
              <a:latin typeface="NVIDIA Sans"/>
              <a:ea typeface="NVIDIA Sans"/>
              <a:cs typeface="NVIDIA Sans"/>
              <a:sym typeface="NVIDIA Sans"/>
            </a:endParaRPr>
          </a:p>
        </p:txBody>
      </p:sp>
      <p:sp>
        <p:nvSpPr>
          <p:cNvPr id="583" name="Google Shape;583;p76"/>
          <p:cNvSpPr txBox="1">
            <a:spLocks noGrp="1"/>
          </p:cNvSpPr>
          <p:nvPr>
            <p:ph type="subTitle" idx="2"/>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1pPr>
            <a:lvl2pPr marR="0" lvl="1"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2pPr>
            <a:lvl3pPr marR="0" lvl="2"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3pPr>
            <a:lvl4pPr marR="0" lvl="3"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4pPr>
            <a:lvl5pPr marR="0" lvl="4"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5pPr>
            <a:lvl6pPr marR="0" lvl="5"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6pPr>
            <a:lvl7pPr marR="0" lvl="6"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7pPr>
            <a:lvl8pPr marR="0" lvl="7"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8pPr>
            <a:lvl9pPr marR="0" lvl="8" algn="l" rtl="0">
              <a:lnSpc>
                <a:spcPct val="100000"/>
              </a:lnSpc>
              <a:spcBef>
                <a:spcPts val="0"/>
              </a:spcBef>
              <a:spcAft>
                <a:spcPts val="0"/>
              </a:spcAft>
              <a:buClr>
                <a:srgbClr val="000000"/>
              </a:buClr>
              <a:buSzPts val="400"/>
              <a:buFont typeface="Roboto Mono"/>
              <a:buNone/>
              <a:defRPr sz="1600" b="0" i="0" u="none" strike="noStrike" cap="none">
                <a:solidFill>
                  <a:srgbClr val="000000"/>
                </a:solidFill>
                <a:latin typeface="Roboto Mono"/>
                <a:ea typeface="Roboto Mono"/>
                <a:cs typeface="Roboto Mono"/>
                <a:sym typeface="Roboto Mono"/>
              </a:defRPr>
            </a:lvl9pPr>
          </a:lstStyle>
          <a:p>
            <a:endParaRPr/>
          </a:p>
        </p:txBody>
      </p:sp>
    </p:spTree>
    <p:extLst>
      <p:ext uri="{BB962C8B-B14F-4D97-AF65-F5344CB8AC3E}">
        <p14:creationId xmlns:p14="http://schemas.microsoft.com/office/powerpoint/2010/main" val="2575536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584"/>
        <p:cNvGrpSpPr/>
        <p:nvPr/>
      </p:nvGrpSpPr>
      <p:grpSpPr>
        <a:xfrm>
          <a:off x="0" y="0"/>
          <a:ext cx="0" cy="0"/>
          <a:chOff x="0" y="0"/>
          <a:chExt cx="0" cy="0"/>
        </a:xfrm>
      </p:grpSpPr>
      <p:sp>
        <p:nvSpPr>
          <p:cNvPr id="585" name="Google Shape;585;p77"/>
          <p:cNvSpPr/>
          <p:nvPr/>
        </p:nvSpPr>
        <p:spPr>
          <a:xfrm>
            <a:off x="17204620" y="5394960"/>
            <a:ext cx="567600" cy="15178800"/>
          </a:xfrm>
          <a:prstGeom prst="rect">
            <a:avLst/>
          </a:prstGeom>
          <a:solidFill>
            <a:schemeClr val="dk2"/>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586" name="Google Shape;586;p77"/>
          <p:cNvPicPr preferRelativeResize="0"/>
          <p:nvPr/>
        </p:nvPicPr>
        <p:blipFill rotWithShape="1">
          <a:blip r:embed="rId2">
            <a:alphaModFix/>
          </a:blip>
          <a:srcRect/>
          <a:stretch/>
        </p:blipFill>
        <p:spPr>
          <a:xfrm>
            <a:off x="-19920" y="8678"/>
            <a:ext cx="17148352" cy="20574004"/>
          </a:xfrm>
          <a:prstGeom prst="rect">
            <a:avLst/>
          </a:prstGeom>
          <a:noFill/>
          <a:ln>
            <a:noFill/>
          </a:ln>
        </p:spPr>
      </p:pic>
    </p:spTree>
    <p:extLst>
      <p:ext uri="{BB962C8B-B14F-4D97-AF65-F5344CB8AC3E}">
        <p14:creationId xmlns:p14="http://schemas.microsoft.com/office/powerpoint/2010/main" val="328030367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Quote - LONG Layout">
  <p:cSld name="Quote - LONG Layout">
    <p:spTree>
      <p:nvGrpSpPr>
        <p:cNvPr id="1" name="Shape 587"/>
        <p:cNvGrpSpPr/>
        <p:nvPr/>
      </p:nvGrpSpPr>
      <p:grpSpPr>
        <a:xfrm>
          <a:off x="0" y="0"/>
          <a:ext cx="0" cy="0"/>
          <a:chOff x="0" y="0"/>
          <a:chExt cx="0" cy="0"/>
        </a:xfrm>
      </p:grpSpPr>
      <p:pic>
        <p:nvPicPr>
          <p:cNvPr id="588" name="Google Shape;588;p78"/>
          <p:cNvPicPr preferRelativeResize="0"/>
          <p:nvPr/>
        </p:nvPicPr>
        <p:blipFill rotWithShape="1">
          <a:blip r:embed="rId2">
            <a:alphaModFix/>
          </a:blip>
          <a:srcRect/>
          <a:stretch/>
        </p:blipFill>
        <p:spPr>
          <a:xfrm>
            <a:off x="2" y="32"/>
            <a:ext cx="36576012" cy="20573936"/>
          </a:xfrm>
          <a:prstGeom prst="rect">
            <a:avLst/>
          </a:prstGeom>
          <a:noFill/>
          <a:ln>
            <a:noFill/>
          </a:ln>
        </p:spPr>
      </p:pic>
      <p:sp>
        <p:nvSpPr>
          <p:cNvPr id="589" name="Google Shape;589;p78"/>
          <p:cNvSpPr txBox="1">
            <a:spLocks noGrp="1"/>
          </p:cNvSpPr>
          <p:nvPr>
            <p:ph type="title"/>
          </p:nvPr>
        </p:nvSpPr>
        <p:spPr>
          <a:xfrm>
            <a:off x="6163056" y="5760720"/>
            <a:ext cx="24259200" cy="73068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1pPr>
            <a:lvl2pPr lvl="1"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2pPr>
            <a:lvl3pPr lvl="2"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3pPr>
            <a:lvl4pPr lvl="3"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4pPr>
            <a:lvl5pPr lvl="4"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5pPr>
            <a:lvl6pPr lvl="5"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6pPr>
            <a:lvl7pPr lvl="6"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7pPr>
            <a:lvl8pPr lvl="7"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8pPr>
            <a:lvl9pPr lvl="8"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9pPr>
          </a:lstStyle>
          <a:p>
            <a:endParaRPr/>
          </a:p>
        </p:txBody>
      </p:sp>
      <p:sp>
        <p:nvSpPr>
          <p:cNvPr id="590" name="Google Shape;590;p78"/>
          <p:cNvSpPr txBox="1">
            <a:spLocks noGrp="1"/>
          </p:cNvSpPr>
          <p:nvPr>
            <p:ph type="title" idx="2"/>
          </p:nvPr>
        </p:nvSpPr>
        <p:spPr>
          <a:xfrm>
            <a:off x="6163056" y="13500396"/>
            <a:ext cx="24259200" cy="1042800"/>
          </a:xfrm>
          <a:prstGeom prst="rect">
            <a:avLst/>
          </a:prstGeom>
          <a:noFill/>
          <a:ln>
            <a:noFill/>
          </a:ln>
        </p:spPr>
        <p:txBody>
          <a:bodyPr spcFirstLastPara="1" wrap="square" lIns="22850" tIns="11425" rIns="22850" bIns="11425" anchor="t" anchorCtr="0">
            <a:noAutofit/>
          </a:bodyPr>
          <a:lstStyle>
            <a:lvl1pPr lvl="0" algn="ctr">
              <a:lnSpc>
                <a:spcPct val="90000"/>
              </a:lnSpc>
              <a:spcBef>
                <a:spcPts val="0"/>
              </a:spcBef>
              <a:spcAft>
                <a:spcPts val="0"/>
              </a:spcAft>
              <a:buClr>
                <a:schemeClr val="dk2"/>
              </a:buClr>
              <a:buSzPts val="1100"/>
              <a:buNone/>
              <a:defRPr sz="4400" b="0" i="1">
                <a:solidFill>
                  <a:schemeClr val="dk2"/>
                </a:solidFill>
              </a:defRPr>
            </a:lvl1pPr>
            <a:lvl2pPr lvl="1" algn="l">
              <a:lnSpc>
                <a:spcPct val="100000"/>
              </a:lnSpc>
              <a:spcBef>
                <a:spcPts val="0"/>
              </a:spcBef>
              <a:spcAft>
                <a:spcPts val="0"/>
              </a:spcAft>
              <a:buClr>
                <a:schemeClr val="dk2"/>
              </a:buClr>
              <a:buSzPts val="1100"/>
              <a:buNone/>
              <a:defRPr sz="4400" b="0" i="1">
                <a:solidFill>
                  <a:schemeClr val="dk2"/>
                </a:solidFill>
              </a:defRPr>
            </a:lvl2pPr>
            <a:lvl3pPr lvl="2" algn="l">
              <a:lnSpc>
                <a:spcPct val="100000"/>
              </a:lnSpc>
              <a:spcBef>
                <a:spcPts val="0"/>
              </a:spcBef>
              <a:spcAft>
                <a:spcPts val="0"/>
              </a:spcAft>
              <a:buClr>
                <a:schemeClr val="dk2"/>
              </a:buClr>
              <a:buSzPts val="1100"/>
              <a:buNone/>
              <a:defRPr sz="4400" b="0" i="1">
                <a:solidFill>
                  <a:schemeClr val="dk2"/>
                </a:solidFill>
              </a:defRPr>
            </a:lvl3pPr>
            <a:lvl4pPr lvl="3" algn="l">
              <a:lnSpc>
                <a:spcPct val="100000"/>
              </a:lnSpc>
              <a:spcBef>
                <a:spcPts val="0"/>
              </a:spcBef>
              <a:spcAft>
                <a:spcPts val="0"/>
              </a:spcAft>
              <a:buClr>
                <a:schemeClr val="dk2"/>
              </a:buClr>
              <a:buSzPts val="1100"/>
              <a:buNone/>
              <a:defRPr sz="4400" b="0" i="1">
                <a:solidFill>
                  <a:schemeClr val="dk2"/>
                </a:solidFill>
              </a:defRPr>
            </a:lvl4pPr>
            <a:lvl5pPr lvl="4" algn="l">
              <a:lnSpc>
                <a:spcPct val="100000"/>
              </a:lnSpc>
              <a:spcBef>
                <a:spcPts val="0"/>
              </a:spcBef>
              <a:spcAft>
                <a:spcPts val="0"/>
              </a:spcAft>
              <a:buClr>
                <a:schemeClr val="dk2"/>
              </a:buClr>
              <a:buSzPts val="1100"/>
              <a:buNone/>
              <a:defRPr sz="4400" b="0" i="1">
                <a:solidFill>
                  <a:schemeClr val="dk2"/>
                </a:solidFill>
              </a:defRPr>
            </a:lvl5pPr>
            <a:lvl6pPr lvl="5" algn="l">
              <a:lnSpc>
                <a:spcPct val="100000"/>
              </a:lnSpc>
              <a:spcBef>
                <a:spcPts val="0"/>
              </a:spcBef>
              <a:spcAft>
                <a:spcPts val="0"/>
              </a:spcAft>
              <a:buClr>
                <a:schemeClr val="dk2"/>
              </a:buClr>
              <a:buSzPts val="1100"/>
              <a:buNone/>
              <a:defRPr sz="4400" b="0" i="1">
                <a:solidFill>
                  <a:schemeClr val="dk2"/>
                </a:solidFill>
              </a:defRPr>
            </a:lvl6pPr>
            <a:lvl7pPr lvl="6" algn="l">
              <a:lnSpc>
                <a:spcPct val="100000"/>
              </a:lnSpc>
              <a:spcBef>
                <a:spcPts val="0"/>
              </a:spcBef>
              <a:spcAft>
                <a:spcPts val="0"/>
              </a:spcAft>
              <a:buClr>
                <a:schemeClr val="dk2"/>
              </a:buClr>
              <a:buSzPts val="1100"/>
              <a:buNone/>
              <a:defRPr sz="4400" b="0" i="1">
                <a:solidFill>
                  <a:schemeClr val="dk2"/>
                </a:solidFill>
              </a:defRPr>
            </a:lvl7pPr>
            <a:lvl8pPr lvl="7" algn="l">
              <a:lnSpc>
                <a:spcPct val="100000"/>
              </a:lnSpc>
              <a:spcBef>
                <a:spcPts val="0"/>
              </a:spcBef>
              <a:spcAft>
                <a:spcPts val="0"/>
              </a:spcAft>
              <a:buClr>
                <a:schemeClr val="dk2"/>
              </a:buClr>
              <a:buSzPts val="1100"/>
              <a:buNone/>
              <a:defRPr sz="4400" b="0" i="1">
                <a:solidFill>
                  <a:schemeClr val="dk2"/>
                </a:solidFill>
              </a:defRPr>
            </a:lvl8pPr>
            <a:lvl9pPr lvl="8" algn="l">
              <a:lnSpc>
                <a:spcPct val="100000"/>
              </a:lnSpc>
              <a:spcBef>
                <a:spcPts val="0"/>
              </a:spcBef>
              <a:spcAft>
                <a:spcPts val="0"/>
              </a:spcAft>
              <a:buClr>
                <a:schemeClr val="dk2"/>
              </a:buClr>
              <a:buSzPts val="1100"/>
              <a:buNone/>
              <a:defRPr sz="4400" b="0" i="1">
                <a:solidFill>
                  <a:schemeClr val="dk2"/>
                </a:solidFill>
              </a:defRPr>
            </a:lvl9pPr>
          </a:lstStyle>
          <a:p>
            <a:endParaRPr/>
          </a:p>
        </p:txBody>
      </p:sp>
      <p:cxnSp>
        <p:nvCxnSpPr>
          <p:cNvPr id="591" name="Google Shape;591;p78"/>
          <p:cNvCxnSpPr/>
          <p:nvPr/>
        </p:nvCxnSpPr>
        <p:spPr>
          <a:xfrm>
            <a:off x="6158752" y="5074340"/>
            <a:ext cx="24258000" cy="0"/>
          </a:xfrm>
          <a:prstGeom prst="straightConnector1">
            <a:avLst/>
          </a:prstGeom>
          <a:noFill/>
          <a:ln w="31750" cap="flat" cmpd="sng">
            <a:solidFill>
              <a:srgbClr val="588A00"/>
            </a:solidFill>
            <a:prstDash val="solid"/>
            <a:round/>
            <a:headEnd type="none" w="sm" len="sm"/>
            <a:tailEnd type="none" w="sm" len="sm"/>
          </a:ln>
        </p:spPr>
      </p:cxnSp>
      <p:cxnSp>
        <p:nvCxnSpPr>
          <p:cNvPr id="592" name="Google Shape;592;p78"/>
          <p:cNvCxnSpPr/>
          <p:nvPr/>
        </p:nvCxnSpPr>
        <p:spPr>
          <a:xfrm>
            <a:off x="6158752" y="15615340"/>
            <a:ext cx="24258000" cy="0"/>
          </a:xfrm>
          <a:prstGeom prst="straightConnector1">
            <a:avLst/>
          </a:prstGeom>
          <a:noFill/>
          <a:ln w="31750" cap="flat" cmpd="sng">
            <a:solidFill>
              <a:srgbClr val="588A00"/>
            </a:solidFill>
            <a:prstDash val="solid"/>
            <a:round/>
            <a:headEnd type="none" w="sm" len="sm"/>
            <a:tailEnd type="none" w="sm" len="sm"/>
          </a:ln>
        </p:spPr>
      </p:cxnSp>
    </p:spTree>
    <p:extLst>
      <p:ext uri="{BB962C8B-B14F-4D97-AF65-F5344CB8AC3E}">
        <p14:creationId xmlns:p14="http://schemas.microsoft.com/office/powerpoint/2010/main" val="349329631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Quote - SHORT Layout">
  <p:cSld name="Quote - SHORT Layout">
    <p:spTree>
      <p:nvGrpSpPr>
        <p:cNvPr id="1" name="Shape 593"/>
        <p:cNvGrpSpPr/>
        <p:nvPr/>
      </p:nvGrpSpPr>
      <p:grpSpPr>
        <a:xfrm>
          <a:off x="0" y="0"/>
          <a:ext cx="0" cy="0"/>
          <a:chOff x="0" y="0"/>
          <a:chExt cx="0" cy="0"/>
        </a:xfrm>
      </p:grpSpPr>
      <p:pic>
        <p:nvPicPr>
          <p:cNvPr id="594" name="Google Shape;594;p79"/>
          <p:cNvPicPr preferRelativeResize="0"/>
          <p:nvPr/>
        </p:nvPicPr>
        <p:blipFill rotWithShape="1">
          <a:blip r:embed="rId2">
            <a:alphaModFix/>
          </a:blip>
          <a:srcRect/>
          <a:stretch/>
        </p:blipFill>
        <p:spPr>
          <a:xfrm>
            <a:off x="2" y="32"/>
            <a:ext cx="36576012" cy="20573936"/>
          </a:xfrm>
          <a:prstGeom prst="rect">
            <a:avLst/>
          </a:prstGeom>
          <a:noFill/>
          <a:ln>
            <a:noFill/>
          </a:ln>
        </p:spPr>
      </p:pic>
      <p:grpSp>
        <p:nvGrpSpPr>
          <p:cNvPr id="595" name="Google Shape;595;p79"/>
          <p:cNvGrpSpPr/>
          <p:nvPr/>
        </p:nvGrpSpPr>
        <p:grpSpPr>
          <a:xfrm>
            <a:off x="6158754" y="5197886"/>
            <a:ext cx="24258484" cy="10067780"/>
            <a:chOff x="6158753" y="6264684"/>
            <a:chExt cx="24258483" cy="10067780"/>
          </a:xfrm>
        </p:grpSpPr>
        <p:grpSp>
          <p:nvGrpSpPr>
            <p:cNvPr id="596" name="Google Shape;596;p79"/>
            <p:cNvGrpSpPr/>
            <p:nvPr/>
          </p:nvGrpSpPr>
          <p:grpSpPr>
            <a:xfrm>
              <a:off x="17553664" y="6264684"/>
              <a:ext cx="1497286" cy="10067780"/>
              <a:chOff x="17553664" y="5634063"/>
              <a:chExt cx="1497286" cy="10067780"/>
            </a:xfrm>
          </p:grpSpPr>
          <p:sp>
            <p:nvSpPr>
              <p:cNvPr id="597" name="Google Shape;597;p79"/>
              <p:cNvSpPr txBox="1"/>
              <p:nvPr/>
            </p:nvSpPr>
            <p:spPr>
              <a:xfrm>
                <a:off x="17553664" y="5634063"/>
                <a:ext cx="1468798" cy="4455056"/>
              </a:xfrm>
              <a:prstGeom prst="rect">
                <a:avLst/>
              </a:prstGeom>
              <a:noFill/>
              <a:ln>
                <a:noFill/>
              </a:ln>
            </p:spPr>
            <p:txBody>
              <a:bodyPr spcFirstLastPara="1" wrap="square" lIns="22850" tIns="11425" rIns="22850" bIns="11425"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 sz="28800" b="0" i="0" u="none" strike="noStrike" cap="none">
                    <a:solidFill>
                      <a:schemeClr val="dk2"/>
                    </a:solidFill>
                    <a:latin typeface="NVIDIA Sans Light"/>
                    <a:ea typeface="NVIDIA Sans Light"/>
                    <a:cs typeface="NVIDIA Sans Light"/>
                    <a:sym typeface="NVIDIA Sans Light"/>
                  </a:rPr>
                  <a:t>“</a:t>
                </a:r>
                <a:endParaRPr sz="1600" b="0" i="0" u="none" strike="noStrike" cap="none">
                  <a:solidFill>
                    <a:srgbClr val="000000"/>
                  </a:solidFill>
                  <a:latin typeface="NVIDIA Sans Light"/>
                  <a:ea typeface="NVIDIA Sans Light"/>
                  <a:cs typeface="NVIDIA Sans Light"/>
                  <a:sym typeface="NVIDIA Sans Light"/>
                </a:endParaRPr>
              </a:p>
            </p:txBody>
          </p:sp>
          <p:sp>
            <p:nvSpPr>
              <p:cNvPr id="598" name="Google Shape;598;p79"/>
              <p:cNvSpPr txBox="1"/>
              <p:nvPr/>
            </p:nvSpPr>
            <p:spPr>
              <a:xfrm rot="10800000">
                <a:off x="17582152" y="11246787"/>
                <a:ext cx="1468798" cy="4455056"/>
              </a:xfrm>
              <a:prstGeom prst="rect">
                <a:avLst/>
              </a:prstGeom>
              <a:noFill/>
              <a:ln>
                <a:noFill/>
              </a:ln>
            </p:spPr>
            <p:txBody>
              <a:bodyPr spcFirstLastPara="1" wrap="square" lIns="22850" tIns="11425" rIns="22850" bIns="11425"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 sz="28800" b="0" i="0" u="none" strike="noStrike" cap="none">
                    <a:solidFill>
                      <a:schemeClr val="dk2"/>
                    </a:solidFill>
                    <a:latin typeface="NVIDIA Sans Light"/>
                    <a:ea typeface="NVIDIA Sans Light"/>
                    <a:cs typeface="NVIDIA Sans Light"/>
                    <a:sym typeface="NVIDIA Sans Light"/>
                  </a:rPr>
                  <a:t>“</a:t>
                </a:r>
                <a:endParaRPr sz="1600" b="0" i="0" u="none" strike="noStrike" cap="none">
                  <a:solidFill>
                    <a:srgbClr val="000000"/>
                  </a:solidFill>
                  <a:latin typeface="NVIDIA Sans Light"/>
                  <a:ea typeface="NVIDIA Sans Light"/>
                  <a:cs typeface="NVIDIA Sans Light"/>
                  <a:sym typeface="NVIDIA Sans Light"/>
                </a:endParaRPr>
              </a:p>
            </p:txBody>
          </p:sp>
        </p:grpSp>
        <p:cxnSp>
          <p:nvCxnSpPr>
            <p:cNvPr id="599" name="Google Shape;599;p79"/>
            <p:cNvCxnSpPr/>
            <p:nvPr/>
          </p:nvCxnSpPr>
          <p:spPr>
            <a:xfrm>
              <a:off x="6158753" y="7454586"/>
              <a:ext cx="11394900" cy="0"/>
            </a:xfrm>
            <a:prstGeom prst="straightConnector1">
              <a:avLst/>
            </a:prstGeom>
            <a:noFill/>
            <a:ln w="31750" cap="flat" cmpd="sng">
              <a:solidFill>
                <a:srgbClr val="588A00"/>
              </a:solidFill>
              <a:prstDash val="solid"/>
              <a:round/>
              <a:headEnd type="none" w="sm" len="sm"/>
              <a:tailEnd type="none" w="sm" len="sm"/>
            </a:ln>
          </p:spPr>
        </p:cxnSp>
        <p:cxnSp>
          <p:nvCxnSpPr>
            <p:cNvPr id="600" name="Google Shape;600;p79"/>
            <p:cNvCxnSpPr/>
            <p:nvPr/>
          </p:nvCxnSpPr>
          <p:spPr>
            <a:xfrm>
              <a:off x="19022336" y="7454586"/>
              <a:ext cx="11394900" cy="0"/>
            </a:xfrm>
            <a:prstGeom prst="straightConnector1">
              <a:avLst/>
            </a:prstGeom>
            <a:noFill/>
            <a:ln w="31750" cap="flat" cmpd="sng">
              <a:solidFill>
                <a:srgbClr val="588A00"/>
              </a:solidFill>
              <a:prstDash val="solid"/>
              <a:round/>
              <a:headEnd type="none" w="sm" len="sm"/>
              <a:tailEnd type="none" w="sm" len="sm"/>
            </a:ln>
          </p:spPr>
        </p:cxnSp>
        <p:cxnSp>
          <p:nvCxnSpPr>
            <p:cNvPr id="601" name="Google Shape;601;p79"/>
            <p:cNvCxnSpPr/>
            <p:nvPr/>
          </p:nvCxnSpPr>
          <p:spPr>
            <a:xfrm>
              <a:off x="6158753" y="15144241"/>
              <a:ext cx="11394900" cy="0"/>
            </a:xfrm>
            <a:prstGeom prst="straightConnector1">
              <a:avLst/>
            </a:prstGeom>
            <a:noFill/>
            <a:ln w="31750" cap="flat" cmpd="sng">
              <a:solidFill>
                <a:srgbClr val="588A00"/>
              </a:solidFill>
              <a:prstDash val="solid"/>
              <a:round/>
              <a:headEnd type="none" w="sm" len="sm"/>
              <a:tailEnd type="none" w="sm" len="sm"/>
            </a:ln>
          </p:spPr>
        </p:cxnSp>
        <p:cxnSp>
          <p:nvCxnSpPr>
            <p:cNvPr id="602" name="Google Shape;602;p79"/>
            <p:cNvCxnSpPr/>
            <p:nvPr/>
          </p:nvCxnSpPr>
          <p:spPr>
            <a:xfrm>
              <a:off x="19022336" y="15144241"/>
              <a:ext cx="11394900" cy="0"/>
            </a:xfrm>
            <a:prstGeom prst="straightConnector1">
              <a:avLst/>
            </a:prstGeom>
            <a:noFill/>
            <a:ln w="31750" cap="flat" cmpd="sng">
              <a:solidFill>
                <a:srgbClr val="588A00"/>
              </a:solidFill>
              <a:prstDash val="solid"/>
              <a:round/>
              <a:headEnd type="none" w="sm" len="sm"/>
              <a:tailEnd type="none" w="sm" len="sm"/>
            </a:ln>
          </p:spPr>
        </p:cxnSp>
      </p:grpSp>
      <p:sp>
        <p:nvSpPr>
          <p:cNvPr id="603" name="Google Shape;603;p79"/>
          <p:cNvSpPr txBox="1">
            <a:spLocks noGrp="1"/>
          </p:cNvSpPr>
          <p:nvPr>
            <p:ph type="title"/>
          </p:nvPr>
        </p:nvSpPr>
        <p:spPr>
          <a:xfrm>
            <a:off x="6163056" y="7208520"/>
            <a:ext cx="24259200" cy="44076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1pPr>
            <a:lvl2pPr lvl="1"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2pPr>
            <a:lvl3pPr lvl="2"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3pPr>
            <a:lvl4pPr lvl="3"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4pPr>
            <a:lvl5pPr lvl="4"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5pPr>
            <a:lvl6pPr lvl="5"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6pPr>
            <a:lvl7pPr lvl="6"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7pPr>
            <a:lvl8pPr lvl="7"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8pPr>
            <a:lvl9pPr lvl="8" algn="l">
              <a:lnSpc>
                <a:spcPct val="100000"/>
              </a:lnSpc>
              <a:spcBef>
                <a:spcPts val="0"/>
              </a:spcBef>
              <a:spcAft>
                <a:spcPts val="0"/>
              </a:spcAft>
              <a:buClr>
                <a:schemeClr val="lt1"/>
              </a:buClr>
              <a:buSzPts val="3000"/>
              <a:buFont typeface="NVIDIA Sans Light"/>
              <a:buNone/>
              <a:defRPr sz="12000" b="0">
                <a:solidFill>
                  <a:schemeClr val="lt1"/>
                </a:solidFill>
                <a:latin typeface="NVIDIA Sans Light"/>
                <a:ea typeface="NVIDIA Sans Light"/>
                <a:cs typeface="NVIDIA Sans Light"/>
                <a:sym typeface="NVIDIA Sans Light"/>
              </a:defRPr>
            </a:lvl9pPr>
          </a:lstStyle>
          <a:p>
            <a:endParaRPr/>
          </a:p>
        </p:txBody>
      </p:sp>
      <p:sp>
        <p:nvSpPr>
          <p:cNvPr id="604" name="Google Shape;604;p79"/>
          <p:cNvSpPr txBox="1">
            <a:spLocks noGrp="1"/>
          </p:cNvSpPr>
          <p:nvPr>
            <p:ph type="title" idx="2"/>
          </p:nvPr>
        </p:nvSpPr>
        <p:spPr>
          <a:xfrm>
            <a:off x="6163056" y="11807952"/>
            <a:ext cx="24259200" cy="1042800"/>
          </a:xfrm>
          <a:prstGeom prst="rect">
            <a:avLst/>
          </a:prstGeom>
          <a:noFill/>
          <a:ln>
            <a:noFill/>
          </a:ln>
        </p:spPr>
        <p:txBody>
          <a:bodyPr spcFirstLastPara="1" wrap="square" lIns="22850" tIns="11425" rIns="22850" bIns="11425" anchor="t" anchorCtr="0">
            <a:noAutofit/>
          </a:bodyPr>
          <a:lstStyle>
            <a:lvl1pPr lvl="0" algn="ctr">
              <a:lnSpc>
                <a:spcPct val="90000"/>
              </a:lnSpc>
              <a:spcBef>
                <a:spcPts val="0"/>
              </a:spcBef>
              <a:spcAft>
                <a:spcPts val="0"/>
              </a:spcAft>
              <a:buClr>
                <a:schemeClr val="dk2"/>
              </a:buClr>
              <a:buSzPts val="1100"/>
              <a:buNone/>
              <a:defRPr sz="4400" b="0" i="1">
                <a:solidFill>
                  <a:schemeClr val="dk2"/>
                </a:solidFill>
              </a:defRPr>
            </a:lvl1pPr>
            <a:lvl2pPr lvl="1" algn="l">
              <a:lnSpc>
                <a:spcPct val="100000"/>
              </a:lnSpc>
              <a:spcBef>
                <a:spcPts val="0"/>
              </a:spcBef>
              <a:spcAft>
                <a:spcPts val="0"/>
              </a:spcAft>
              <a:buClr>
                <a:schemeClr val="dk2"/>
              </a:buClr>
              <a:buSzPts val="1100"/>
              <a:buNone/>
              <a:defRPr sz="4400" b="0" i="1">
                <a:solidFill>
                  <a:schemeClr val="dk2"/>
                </a:solidFill>
              </a:defRPr>
            </a:lvl2pPr>
            <a:lvl3pPr lvl="2" algn="l">
              <a:lnSpc>
                <a:spcPct val="100000"/>
              </a:lnSpc>
              <a:spcBef>
                <a:spcPts val="0"/>
              </a:spcBef>
              <a:spcAft>
                <a:spcPts val="0"/>
              </a:spcAft>
              <a:buClr>
                <a:schemeClr val="dk2"/>
              </a:buClr>
              <a:buSzPts val="1100"/>
              <a:buNone/>
              <a:defRPr sz="4400" b="0" i="1">
                <a:solidFill>
                  <a:schemeClr val="dk2"/>
                </a:solidFill>
              </a:defRPr>
            </a:lvl3pPr>
            <a:lvl4pPr lvl="3" algn="l">
              <a:lnSpc>
                <a:spcPct val="100000"/>
              </a:lnSpc>
              <a:spcBef>
                <a:spcPts val="0"/>
              </a:spcBef>
              <a:spcAft>
                <a:spcPts val="0"/>
              </a:spcAft>
              <a:buClr>
                <a:schemeClr val="dk2"/>
              </a:buClr>
              <a:buSzPts val="1100"/>
              <a:buNone/>
              <a:defRPr sz="4400" b="0" i="1">
                <a:solidFill>
                  <a:schemeClr val="dk2"/>
                </a:solidFill>
              </a:defRPr>
            </a:lvl4pPr>
            <a:lvl5pPr lvl="4" algn="l">
              <a:lnSpc>
                <a:spcPct val="100000"/>
              </a:lnSpc>
              <a:spcBef>
                <a:spcPts val="0"/>
              </a:spcBef>
              <a:spcAft>
                <a:spcPts val="0"/>
              </a:spcAft>
              <a:buClr>
                <a:schemeClr val="dk2"/>
              </a:buClr>
              <a:buSzPts val="1100"/>
              <a:buNone/>
              <a:defRPr sz="4400" b="0" i="1">
                <a:solidFill>
                  <a:schemeClr val="dk2"/>
                </a:solidFill>
              </a:defRPr>
            </a:lvl5pPr>
            <a:lvl6pPr lvl="5" algn="l">
              <a:lnSpc>
                <a:spcPct val="100000"/>
              </a:lnSpc>
              <a:spcBef>
                <a:spcPts val="0"/>
              </a:spcBef>
              <a:spcAft>
                <a:spcPts val="0"/>
              </a:spcAft>
              <a:buClr>
                <a:schemeClr val="dk2"/>
              </a:buClr>
              <a:buSzPts val="1100"/>
              <a:buNone/>
              <a:defRPr sz="4400" b="0" i="1">
                <a:solidFill>
                  <a:schemeClr val="dk2"/>
                </a:solidFill>
              </a:defRPr>
            </a:lvl6pPr>
            <a:lvl7pPr lvl="6" algn="l">
              <a:lnSpc>
                <a:spcPct val="100000"/>
              </a:lnSpc>
              <a:spcBef>
                <a:spcPts val="0"/>
              </a:spcBef>
              <a:spcAft>
                <a:spcPts val="0"/>
              </a:spcAft>
              <a:buClr>
                <a:schemeClr val="dk2"/>
              </a:buClr>
              <a:buSzPts val="1100"/>
              <a:buNone/>
              <a:defRPr sz="4400" b="0" i="1">
                <a:solidFill>
                  <a:schemeClr val="dk2"/>
                </a:solidFill>
              </a:defRPr>
            </a:lvl7pPr>
            <a:lvl8pPr lvl="7" algn="l">
              <a:lnSpc>
                <a:spcPct val="100000"/>
              </a:lnSpc>
              <a:spcBef>
                <a:spcPts val="0"/>
              </a:spcBef>
              <a:spcAft>
                <a:spcPts val="0"/>
              </a:spcAft>
              <a:buClr>
                <a:schemeClr val="dk2"/>
              </a:buClr>
              <a:buSzPts val="1100"/>
              <a:buNone/>
              <a:defRPr sz="4400" b="0" i="1">
                <a:solidFill>
                  <a:schemeClr val="dk2"/>
                </a:solidFill>
              </a:defRPr>
            </a:lvl8pPr>
            <a:lvl9pPr lvl="8" algn="l">
              <a:lnSpc>
                <a:spcPct val="100000"/>
              </a:lnSpc>
              <a:spcBef>
                <a:spcPts val="0"/>
              </a:spcBef>
              <a:spcAft>
                <a:spcPts val="0"/>
              </a:spcAft>
              <a:buClr>
                <a:schemeClr val="dk2"/>
              </a:buClr>
              <a:buSzPts val="1100"/>
              <a:buNone/>
              <a:defRPr sz="4400" b="0" i="1">
                <a:solidFill>
                  <a:schemeClr val="dk2"/>
                </a:solidFill>
              </a:defRPr>
            </a:lvl9pPr>
          </a:lstStyle>
          <a:p>
            <a:endParaRPr/>
          </a:p>
        </p:txBody>
      </p:sp>
    </p:spTree>
    <p:extLst>
      <p:ext uri="{BB962C8B-B14F-4D97-AF65-F5344CB8AC3E}">
        <p14:creationId xmlns:p14="http://schemas.microsoft.com/office/powerpoint/2010/main" val="4507790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Single Image Layout">
  <p:cSld name="Single Image Layout">
    <p:spTree>
      <p:nvGrpSpPr>
        <p:cNvPr id="1" name="Shape 605"/>
        <p:cNvGrpSpPr/>
        <p:nvPr/>
      </p:nvGrpSpPr>
      <p:grpSpPr>
        <a:xfrm>
          <a:off x="0" y="0"/>
          <a:ext cx="0" cy="0"/>
          <a:chOff x="0" y="0"/>
          <a:chExt cx="0" cy="0"/>
        </a:xfrm>
      </p:grpSpPr>
      <p:sp>
        <p:nvSpPr>
          <p:cNvPr id="606" name="Google Shape;606;p80"/>
          <p:cNvSpPr txBox="1">
            <a:spLocks noGrp="1"/>
          </p:cNvSpPr>
          <p:nvPr>
            <p:ph type="title"/>
          </p:nvPr>
        </p:nvSpPr>
        <p:spPr>
          <a:xfrm>
            <a:off x="6062676" y="16869624"/>
            <a:ext cx="24451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07" name="Google Shape;607;p80"/>
          <p:cNvSpPr txBox="1">
            <a:spLocks noGrp="1"/>
          </p:cNvSpPr>
          <p:nvPr>
            <p:ph type="title" idx="2"/>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08" name="Google Shape;608;p80"/>
          <p:cNvSpPr>
            <a:spLocks noGrp="1"/>
          </p:cNvSpPr>
          <p:nvPr>
            <p:ph type="pic" idx="3"/>
          </p:nvPr>
        </p:nvSpPr>
        <p:spPr>
          <a:xfrm>
            <a:off x="6062652" y="4849812"/>
            <a:ext cx="24451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09" name="Google Shape;609;p80"/>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610" name="Google Shape;610;p80"/>
          <p:cNvSpPr txBox="1">
            <a:spLocks noGrp="1"/>
          </p:cNvSpPr>
          <p:nvPr>
            <p:ph type="subTitle" idx="4"/>
          </p:nvPr>
        </p:nvSpPr>
        <p:spPr>
          <a:xfrm>
            <a:off x="6062652" y="17748504"/>
            <a:ext cx="244512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77490181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Image w/ Text">
  <p:cSld name="Image w/ Text">
    <p:spTree>
      <p:nvGrpSpPr>
        <p:cNvPr id="1" name="Shape 611"/>
        <p:cNvGrpSpPr/>
        <p:nvPr/>
      </p:nvGrpSpPr>
      <p:grpSpPr>
        <a:xfrm>
          <a:off x="0" y="0"/>
          <a:ext cx="0" cy="0"/>
          <a:chOff x="0" y="0"/>
          <a:chExt cx="0" cy="0"/>
        </a:xfrm>
      </p:grpSpPr>
      <p:sp>
        <p:nvSpPr>
          <p:cNvPr id="612" name="Google Shape;612;p81"/>
          <p:cNvSpPr txBox="1">
            <a:spLocks noGrp="1"/>
          </p:cNvSpPr>
          <p:nvPr>
            <p:ph type="body" idx="1"/>
          </p:nvPr>
        </p:nvSpPr>
        <p:spPr>
          <a:xfrm>
            <a:off x="19354800" y="6919968"/>
            <a:ext cx="15583200" cy="7879200"/>
          </a:xfrm>
          <a:prstGeom prst="rect">
            <a:avLst/>
          </a:prstGeom>
          <a:noFill/>
          <a:ln>
            <a:noFill/>
          </a:ln>
        </p:spPr>
        <p:txBody>
          <a:bodyPr spcFirstLastPara="1" wrap="square" lIns="22850" tIns="11425" rIns="22850" bIns="11425" anchor="ctr"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613" name="Google Shape;613;p81"/>
          <p:cNvSpPr>
            <a:spLocks noGrp="1"/>
          </p:cNvSpPr>
          <p:nvPr>
            <p:ph type="pic" idx="2"/>
          </p:nvPr>
        </p:nvSpPr>
        <p:spPr>
          <a:xfrm>
            <a:off x="1637604" y="4849812"/>
            <a:ext cx="16345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14" name="Google Shape;614;p81"/>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15" name="Google Shape;615;p81"/>
          <p:cNvSpPr txBox="1">
            <a:spLocks noGrp="1"/>
          </p:cNvSpPr>
          <p:nvPr>
            <p:ph type="subTitle" idx="3"/>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616" name="Google Shape;616;p81"/>
          <p:cNvSpPr txBox="1">
            <a:spLocks noGrp="1"/>
          </p:cNvSpPr>
          <p:nvPr>
            <p:ph type="subTitle" idx="4"/>
          </p:nvPr>
        </p:nvSpPr>
        <p:spPr>
          <a:xfrm>
            <a:off x="1637604" y="17748504"/>
            <a:ext cx="1635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17" name="Google Shape;617;p81"/>
          <p:cNvSpPr txBox="1">
            <a:spLocks noGrp="1"/>
          </p:cNvSpPr>
          <p:nvPr>
            <p:ph type="title" idx="5"/>
          </p:nvPr>
        </p:nvSpPr>
        <p:spPr>
          <a:xfrm>
            <a:off x="1637600" y="16869624"/>
            <a:ext cx="16345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422071382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2-up Image">
  <p:cSld name="2-up Image">
    <p:spTree>
      <p:nvGrpSpPr>
        <p:cNvPr id="1" name="Shape 618"/>
        <p:cNvGrpSpPr/>
        <p:nvPr/>
      </p:nvGrpSpPr>
      <p:grpSpPr>
        <a:xfrm>
          <a:off x="0" y="0"/>
          <a:ext cx="0" cy="0"/>
          <a:chOff x="0" y="0"/>
          <a:chExt cx="0" cy="0"/>
        </a:xfrm>
      </p:grpSpPr>
      <p:sp>
        <p:nvSpPr>
          <p:cNvPr id="619" name="Google Shape;619;p82"/>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20" name="Google Shape;620;p82"/>
          <p:cNvSpPr>
            <a:spLocks noGrp="1"/>
          </p:cNvSpPr>
          <p:nvPr>
            <p:ph type="pic" idx="2"/>
          </p:nvPr>
        </p:nvSpPr>
        <p:spPr>
          <a:xfrm>
            <a:off x="1637604" y="4849812"/>
            <a:ext cx="16345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21" name="Google Shape;621;p82"/>
          <p:cNvSpPr>
            <a:spLocks noGrp="1"/>
          </p:cNvSpPr>
          <p:nvPr>
            <p:ph type="pic" idx="3"/>
          </p:nvPr>
        </p:nvSpPr>
        <p:spPr>
          <a:xfrm>
            <a:off x="18592800" y="4849812"/>
            <a:ext cx="163452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22" name="Google Shape;622;p82"/>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623" name="Google Shape;623;p82"/>
          <p:cNvSpPr txBox="1">
            <a:spLocks noGrp="1"/>
          </p:cNvSpPr>
          <p:nvPr>
            <p:ph type="subTitle" idx="4"/>
          </p:nvPr>
        </p:nvSpPr>
        <p:spPr>
          <a:xfrm>
            <a:off x="18534608" y="17748504"/>
            <a:ext cx="16350000" cy="8412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24" name="Google Shape;624;p82"/>
          <p:cNvSpPr txBox="1">
            <a:spLocks noGrp="1"/>
          </p:cNvSpPr>
          <p:nvPr>
            <p:ph type="subTitle" idx="5"/>
          </p:nvPr>
        </p:nvSpPr>
        <p:spPr>
          <a:xfrm>
            <a:off x="1637604" y="17748504"/>
            <a:ext cx="1635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25" name="Google Shape;625;p82"/>
          <p:cNvSpPr txBox="1">
            <a:spLocks noGrp="1"/>
          </p:cNvSpPr>
          <p:nvPr>
            <p:ph type="title" idx="6"/>
          </p:nvPr>
        </p:nvSpPr>
        <p:spPr>
          <a:xfrm>
            <a:off x="1637600" y="16869624"/>
            <a:ext cx="16345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26" name="Google Shape;626;p82"/>
          <p:cNvSpPr txBox="1">
            <a:spLocks noGrp="1"/>
          </p:cNvSpPr>
          <p:nvPr>
            <p:ph type="title" idx="7"/>
          </p:nvPr>
        </p:nvSpPr>
        <p:spPr>
          <a:xfrm>
            <a:off x="18592852" y="16869624"/>
            <a:ext cx="16345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210330768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2-up Image Layout with Bullets">
  <p:cSld name="2-up Image Layout with Bullets">
    <p:spTree>
      <p:nvGrpSpPr>
        <p:cNvPr id="1" name="Shape 627"/>
        <p:cNvGrpSpPr/>
        <p:nvPr/>
      </p:nvGrpSpPr>
      <p:grpSpPr>
        <a:xfrm>
          <a:off x="0" y="0"/>
          <a:ext cx="0" cy="0"/>
          <a:chOff x="0" y="0"/>
          <a:chExt cx="0" cy="0"/>
        </a:xfrm>
      </p:grpSpPr>
      <p:sp>
        <p:nvSpPr>
          <p:cNvPr id="628" name="Google Shape;628;p83"/>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29" name="Google Shape;629;p83"/>
          <p:cNvSpPr>
            <a:spLocks noGrp="1"/>
          </p:cNvSpPr>
          <p:nvPr>
            <p:ph type="pic" idx="2"/>
          </p:nvPr>
        </p:nvSpPr>
        <p:spPr>
          <a:xfrm>
            <a:off x="1637604" y="4849812"/>
            <a:ext cx="88320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30" name="Google Shape;630;p83"/>
          <p:cNvSpPr txBox="1">
            <a:spLocks noGrp="1"/>
          </p:cNvSpPr>
          <p:nvPr>
            <p:ph type="body" idx="1"/>
          </p:nvPr>
        </p:nvSpPr>
        <p:spPr>
          <a:xfrm>
            <a:off x="11058352" y="6919968"/>
            <a:ext cx="6925200" cy="7879200"/>
          </a:xfrm>
          <a:prstGeom prst="rect">
            <a:avLst/>
          </a:prstGeom>
          <a:noFill/>
          <a:ln>
            <a:noFill/>
          </a:ln>
        </p:spPr>
        <p:txBody>
          <a:bodyPr spcFirstLastPara="1" wrap="square" lIns="22850" tIns="11425" rIns="22850" bIns="11425" anchor="ctr"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631" name="Google Shape;631;p83"/>
          <p:cNvSpPr>
            <a:spLocks noGrp="1"/>
          </p:cNvSpPr>
          <p:nvPr>
            <p:ph type="pic" idx="3"/>
          </p:nvPr>
        </p:nvSpPr>
        <p:spPr>
          <a:xfrm>
            <a:off x="18592804" y="4849812"/>
            <a:ext cx="8832000" cy="120204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32" name="Google Shape;632;p83"/>
          <p:cNvSpPr txBox="1">
            <a:spLocks noGrp="1"/>
          </p:cNvSpPr>
          <p:nvPr>
            <p:ph type="body" idx="4"/>
          </p:nvPr>
        </p:nvSpPr>
        <p:spPr>
          <a:xfrm>
            <a:off x="28013552" y="6919968"/>
            <a:ext cx="6925200" cy="7879200"/>
          </a:xfrm>
          <a:prstGeom prst="rect">
            <a:avLst/>
          </a:prstGeom>
          <a:noFill/>
          <a:ln>
            <a:noFill/>
          </a:ln>
        </p:spPr>
        <p:txBody>
          <a:bodyPr spcFirstLastPara="1" wrap="square" lIns="22850" tIns="11425" rIns="22850" bIns="11425" anchor="ctr"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633" name="Google Shape;633;p83"/>
          <p:cNvSpPr txBox="1">
            <a:spLocks noGrp="1"/>
          </p:cNvSpPr>
          <p:nvPr>
            <p:ph type="subTitle" idx="5"/>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634" name="Google Shape;634;p83"/>
          <p:cNvSpPr txBox="1">
            <a:spLocks noGrp="1"/>
          </p:cNvSpPr>
          <p:nvPr>
            <p:ph type="subTitle" idx="6"/>
          </p:nvPr>
        </p:nvSpPr>
        <p:spPr>
          <a:xfrm>
            <a:off x="18534612" y="17748504"/>
            <a:ext cx="88332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35" name="Google Shape;635;p83"/>
          <p:cNvSpPr txBox="1">
            <a:spLocks noGrp="1"/>
          </p:cNvSpPr>
          <p:nvPr>
            <p:ph type="subTitle" idx="7"/>
          </p:nvPr>
        </p:nvSpPr>
        <p:spPr>
          <a:xfrm>
            <a:off x="1637604" y="17748504"/>
            <a:ext cx="88332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36" name="Google Shape;636;p83"/>
          <p:cNvSpPr txBox="1">
            <a:spLocks noGrp="1"/>
          </p:cNvSpPr>
          <p:nvPr>
            <p:ph type="title" idx="8"/>
          </p:nvPr>
        </p:nvSpPr>
        <p:spPr>
          <a:xfrm>
            <a:off x="1637600" y="16869624"/>
            <a:ext cx="8833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37" name="Google Shape;637;p83"/>
          <p:cNvSpPr txBox="1">
            <a:spLocks noGrp="1"/>
          </p:cNvSpPr>
          <p:nvPr>
            <p:ph type="title" idx="9"/>
          </p:nvPr>
        </p:nvSpPr>
        <p:spPr>
          <a:xfrm>
            <a:off x="18592852" y="16869624"/>
            <a:ext cx="88332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4706811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5-up Image">
  <p:cSld name="5-up Image">
    <p:spTree>
      <p:nvGrpSpPr>
        <p:cNvPr id="1" name="Shape 638"/>
        <p:cNvGrpSpPr/>
        <p:nvPr/>
      </p:nvGrpSpPr>
      <p:grpSpPr>
        <a:xfrm>
          <a:off x="0" y="0"/>
          <a:ext cx="0" cy="0"/>
          <a:chOff x="0" y="0"/>
          <a:chExt cx="0" cy="0"/>
        </a:xfrm>
      </p:grpSpPr>
      <p:sp>
        <p:nvSpPr>
          <p:cNvPr id="639" name="Google Shape;639;p84"/>
          <p:cNvSpPr>
            <a:spLocks noGrp="1"/>
          </p:cNvSpPr>
          <p:nvPr>
            <p:ph type="pic" idx="2"/>
          </p:nvPr>
        </p:nvSpPr>
        <p:spPr>
          <a:xfrm>
            <a:off x="12891392"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40" name="Google Shape;640;p84"/>
          <p:cNvSpPr>
            <a:spLocks noGrp="1"/>
          </p:cNvSpPr>
          <p:nvPr>
            <p:ph type="pic" idx="3"/>
          </p:nvPr>
        </p:nvSpPr>
        <p:spPr>
          <a:xfrm>
            <a:off x="1645584"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41" name="Google Shape;641;p84"/>
          <p:cNvSpPr>
            <a:spLocks noGrp="1"/>
          </p:cNvSpPr>
          <p:nvPr>
            <p:ph type="pic" idx="4"/>
          </p:nvPr>
        </p:nvSpPr>
        <p:spPr>
          <a:xfrm>
            <a:off x="24148472"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42" name="Google Shape;642;p84"/>
          <p:cNvSpPr>
            <a:spLocks noGrp="1"/>
          </p:cNvSpPr>
          <p:nvPr>
            <p:ph type="pic" idx="5"/>
          </p:nvPr>
        </p:nvSpPr>
        <p:spPr>
          <a:xfrm>
            <a:off x="18520756" y="11931888"/>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43" name="Google Shape;643;p84"/>
          <p:cNvSpPr>
            <a:spLocks noGrp="1"/>
          </p:cNvSpPr>
          <p:nvPr>
            <p:ph type="pic" idx="6"/>
          </p:nvPr>
        </p:nvSpPr>
        <p:spPr>
          <a:xfrm>
            <a:off x="7265320" y="11931888"/>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44" name="Google Shape;644;p84"/>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45" name="Google Shape;645;p84"/>
          <p:cNvSpPr txBox="1">
            <a:spLocks noGrp="1"/>
          </p:cNvSpPr>
          <p:nvPr>
            <p:ph type="subTitle" idx="1"/>
          </p:nvPr>
        </p:nvSpPr>
        <p:spPr>
          <a:xfrm>
            <a:off x="24148472"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46" name="Google Shape;646;p84"/>
          <p:cNvSpPr txBox="1">
            <a:spLocks noGrp="1"/>
          </p:cNvSpPr>
          <p:nvPr>
            <p:ph type="subTitle" idx="7"/>
          </p:nvPr>
        </p:nvSpPr>
        <p:spPr>
          <a:xfrm>
            <a:off x="1666096"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47" name="Google Shape;647;p84"/>
          <p:cNvSpPr txBox="1">
            <a:spLocks noGrp="1"/>
          </p:cNvSpPr>
          <p:nvPr>
            <p:ph type="subTitle" idx="8"/>
          </p:nvPr>
        </p:nvSpPr>
        <p:spPr>
          <a:xfrm>
            <a:off x="12918548"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48" name="Google Shape;648;p84"/>
          <p:cNvSpPr txBox="1">
            <a:spLocks noGrp="1"/>
          </p:cNvSpPr>
          <p:nvPr>
            <p:ph type="subTitle" idx="9"/>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9pPr>
          </a:lstStyle>
          <a:p>
            <a:endParaRPr/>
          </a:p>
        </p:txBody>
      </p:sp>
      <p:sp>
        <p:nvSpPr>
          <p:cNvPr id="649" name="Google Shape;649;p84"/>
          <p:cNvSpPr txBox="1">
            <a:spLocks noGrp="1"/>
          </p:cNvSpPr>
          <p:nvPr>
            <p:ph type="subTitle" idx="13"/>
          </p:nvPr>
        </p:nvSpPr>
        <p:spPr>
          <a:xfrm>
            <a:off x="18520756"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50" name="Google Shape;650;p84"/>
          <p:cNvSpPr txBox="1">
            <a:spLocks noGrp="1"/>
          </p:cNvSpPr>
          <p:nvPr>
            <p:ph type="subTitle" idx="14"/>
          </p:nvPr>
        </p:nvSpPr>
        <p:spPr>
          <a:xfrm>
            <a:off x="7265320"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51" name="Google Shape;651;p84"/>
          <p:cNvSpPr txBox="1">
            <a:spLocks noGrp="1"/>
          </p:cNvSpPr>
          <p:nvPr>
            <p:ph type="title" idx="15"/>
          </p:nvPr>
        </p:nvSpPr>
        <p:spPr>
          <a:xfrm>
            <a:off x="7258252" y="168696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2" name="Google Shape;652;p84"/>
          <p:cNvSpPr txBox="1">
            <a:spLocks noGrp="1"/>
          </p:cNvSpPr>
          <p:nvPr>
            <p:ph type="title" idx="16"/>
          </p:nvPr>
        </p:nvSpPr>
        <p:spPr>
          <a:xfrm>
            <a:off x="18534600" y="16869624"/>
            <a:ext cx="107904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3" name="Google Shape;653;p84"/>
          <p:cNvSpPr txBox="1">
            <a:spLocks noGrp="1"/>
          </p:cNvSpPr>
          <p:nvPr>
            <p:ph type="title" idx="17"/>
          </p:nvPr>
        </p:nvSpPr>
        <p:spPr>
          <a:xfrm>
            <a:off x="1655836" y="9792852"/>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4" name="Google Shape;654;p84"/>
          <p:cNvSpPr txBox="1">
            <a:spLocks noGrp="1"/>
          </p:cNvSpPr>
          <p:nvPr>
            <p:ph type="title" idx="18"/>
          </p:nvPr>
        </p:nvSpPr>
        <p:spPr>
          <a:xfrm>
            <a:off x="24128076" y="9792852"/>
            <a:ext cx="107904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5" name="Google Shape;655;p84"/>
          <p:cNvSpPr txBox="1">
            <a:spLocks noGrp="1"/>
          </p:cNvSpPr>
          <p:nvPr>
            <p:ph type="title" idx="19"/>
          </p:nvPr>
        </p:nvSpPr>
        <p:spPr>
          <a:xfrm>
            <a:off x="12891952" y="9792852"/>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65589147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6-up Image">
  <p:cSld name="6-up Image">
    <p:spTree>
      <p:nvGrpSpPr>
        <p:cNvPr id="1" name="Shape 656"/>
        <p:cNvGrpSpPr/>
        <p:nvPr/>
      </p:nvGrpSpPr>
      <p:grpSpPr>
        <a:xfrm>
          <a:off x="0" y="0"/>
          <a:ext cx="0" cy="0"/>
          <a:chOff x="0" y="0"/>
          <a:chExt cx="0" cy="0"/>
        </a:xfrm>
      </p:grpSpPr>
      <p:sp>
        <p:nvSpPr>
          <p:cNvPr id="657" name="Google Shape;657;p85"/>
          <p:cNvSpPr txBox="1">
            <a:spLocks noGrp="1"/>
          </p:cNvSpPr>
          <p:nvPr>
            <p:ph type="title"/>
          </p:nvPr>
        </p:nvSpPr>
        <p:spPr>
          <a:xfrm>
            <a:off x="1655836" y="169067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8" name="Google Shape;658;p85"/>
          <p:cNvSpPr txBox="1">
            <a:spLocks noGrp="1"/>
          </p:cNvSpPr>
          <p:nvPr>
            <p:ph type="title" idx="2"/>
          </p:nvPr>
        </p:nvSpPr>
        <p:spPr>
          <a:xfrm>
            <a:off x="24128076" y="16906724"/>
            <a:ext cx="107904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59" name="Google Shape;659;p85"/>
          <p:cNvSpPr txBox="1">
            <a:spLocks noGrp="1"/>
          </p:cNvSpPr>
          <p:nvPr>
            <p:ph type="title" idx="3"/>
          </p:nvPr>
        </p:nvSpPr>
        <p:spPr>
          <a:xfrm>
            <a:off x="12891952" y="16906724"/>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60" name="Google Shape;660;p85"/>
          <p:cNvSpPr>
            <a:spLocks noGrp="1"/>
          </p:cNvSpPr>
          <p:nvPr>
            <p:ph type="pic" idx="4"/>
          </p:nvPr>
        </p:nvSpPr>
        <p:spPr>
          <a:xfrm>
            <a:off x="12891392"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1" name="Google Shape;661;p85"/>
          <p:cNvSpPr>
            <a:spLocks noGrp="1"/>
          </p:cNvSpPr>
          <p:nvPr>
            <p:ph type="pic" idx="5"/>
          </p:nvPr>
        </p:nvSpPr>
        <p:spPr>
          <a:xfrm>
            <a:off x="1645584"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2" name="Google Shape;662;p85"/>
          <p:cNvSpPr>
            <a:spLocks noGrp="1"/>
          </p:cNvSpPr>
          <p:nvPr>
            <p:ph type="pic" idx="6"/>
          </p:nvPr>
        </p:nvSpPr>
        <p:spPr>
          <a:xfrm>
            <a:off x="24148472" y="4849816"/>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3" name="Google Shape;663;p85"/>
          <p:cNvSpPr>
            <a:spLocks noGrp="1"/>
          </p:cNvSpPr>
          <p:nvPr>
            <p:ph type="pic" idx="7"/>
          </p:nvPr>
        </p:nvSpPr>
        <p:spPr>
          <a:xfrm>
            <a:off x="12902652" y="11931888"/>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4" name="Google Shape;664;p85"/>
          <p:cNvSpPr>
            <a:spLocks noGrp="1"/>
          </p:cNvSpPr>
          <p:nvPr>
            <p:ph type="pic" idx="8"/>
          </p:nvPr>
        </p:nvSpPr>
        <p:spPr>
          <a:xfrm>
            <a:off x="1656844" y="11931888"/>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5" name="Google Shape;665;p85"/>
          <p:cNvSpPr>
            <a:spLocks noGrp="1"/>
          </p:cNvSpPr>
          <p:nvPr>
            <p:ph type="pic" idx="9"/>
          </p:nvPr>
        </p:nvSpPr>
        <p:spPr>
          <a:xfrm>
            <a:off x="24159732" y="11931888"/>
            <a:ext cx="107904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66" name="Google Shape;666;p85"/>
          <p:cNvSpPr txBox="1">
            <a:spLocks noGrp="1"/>
          </p:cNvSpPr>
          <p:nvPr>
            <p:ph type="title" idx="13"/>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67" name="Google Shape;667;p85"/>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400"/>
              <a:buFont typeface="Arial"/>
              <a:buNone/>
              <a:defRPr sz="1600" b="0" i="0" u="none" strike="noStrike" cap="none">
                <a:solidFill>
                  <a:srgbClr val="000000"/>
                </a:solidFill>
                <a:latin typeface="Arial"/>
                <a:ea typeface="Arial"/>
                <a:cs typeface="Arial"/>
                <a:sym typeface="Arial"/>
              </a:defRPr>
            </a:lvl9pPr>
          </a:lstStyle>
          <a:p>
            <a:endParaRPr/>
          </a:p>
        </p:txBody>
      </p:sp>
      <p:sp>
        <p:nvSpPr>
          <p:cNvPr id="668" name="Google Shape;668;p85"/>
          <p:cNvSpPr txBox="1">
            <a:spLocks noGrp="1"/>
          </p:cNvSpPr>
          <p:nvPr>
            <p:ph type="subTitle" idx="14"/>
          </p:nvPr>
        </p:nvSpPr>
        <p:spPr>
          <a:xfrm>
            <a:off x="24148472"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69" name="Google Shape;669;p85"/>
          <p:cNvSpPr txBox="1">
            <a:spLocks noGrp="1"/>
          </p:cNvSpPr>
          <p:nvPr>
            <p:ph type="subTitle" idx="15"/>
          </p:nvPr>
        </p:nvSpPr>
        <p:spPr>
          <a:xfrm>
            <a:off x="24148472"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70" name="Google Shape;670;p85"/>
          <p:cNvSpPr txBox="1">
            <a:spLocks noGrp="1"/>
          </p:cNvSpPr>
          <p:nvPr>
            <p:ph type="subTitle" idx="16"/>
          </p:nvPr>
        </p:nvSpPr>
        <p:spPr>
          <a:xfrm>
            <a:off x="1666096"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71" name="Google Shape;671;p85"/>
          <p:cNvSpPr txBox="1">
            <a:spLocks noGrp="1"/>
          </p:cNvSpPr>
          <p:nvPr>
            <p:ph type="subTitle" idx="17"/>
          </p:nvPr>
        </p:nvSpPr>
        <p:spPr>
          <a:xfrm>
            <a:off x="1666096"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72" name="Google Shape;672;p85"/>
          <p:cNvSpPr txBox="1">
            <a:spLocks noGrp="1"/>
          </p:cNvSpPr>
          <p:nvPr>
            <p:ph type="subTitle" idx="18"/>
          </p:nvPr>
        </p:nvSpPr>
        <p:spPr>
          <a:xfrm>
            <a:off x="12918548" y="10671048"/>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73" name="Google Shape;673;p85"/>
          <p:cNvSpPr txBox="1">
            <a:spLocks noGrp="1"/>
          </p:cNvSpPr>
          <p:nvPr>
            <p:ph type="subTitle" idx="19"/>
          </p:nvPr>
        </p:nvSpPr>
        <p:spPr>
          <a:xfrm>
            <a:off x="12918548" y="17748504"/>
            <a:ext cx="10770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74" name="Google Shape;674;p85"/>
          <p:cNvSpPr txBox="1">
            <a:spLocks noGrp="1"/>
          </p:cNvSpPr>
          <p:nvPr>
            <p:ph type="title" idx="20"/>
          </p:nvPr>
        </p:nvSpPr>
        <p:spPr>
          <a:xfrm>
            <a:off x="1655836" y="9792852"/>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75" name="Google Shape;675;p85"/>
          <p:cNvSpPr txBox="1">
            <a:spLocks noGrp="1"/>
          </p:cNvSpPr>
          <p:nvPr>
            <p:ph type="title" idx="21"/>
          </p:nvPr>
        </p:nvSpPr>
        <p:spPr>
          <a:xfrm>
            <a:off x="24128076" y="9792852"/>
            <a:ext cx="107904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76" name="Google Shape;676;p85"/>
          <p:cNvSpPr txBox="1">
            <a:spLocks noGrp="1"/>
          </p:cNvSpPr>
          <p:nvPr>
            <p:ph type="title" idx="22"/>
          </p:nvPr>
        </p:nvSpPr>
        <p:spPr>
          <a:xfrm>
            <a:off x="12891952" y="9792852"/>
            <a:ext cx="10770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279776080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7-up Image">
  <p:cSld name="7-up Image">
    <p:spTree>
      <p:nvGrpSpPr>
        <p:cNvPr id="1" name="Shape 677"/>
        <p:cNvGrpSpPr/>
        <p:nvPr/>
      </p:nvGrpSpPr>
      <p:grpSpPr>
        <a:xfrm>
          <a:off x="0" y="0"/>
          <a:ext cx="0" cy="0"/>
          <a:chOff x="0" y="0"/>
          <a:chExt cx="0" cy="0"/>
        </a:xfrm>
      </p:grpSpPr>
      <p:sp>
        <p:nvSpPr>
          <p:cNvPr id="678" name="Google Shape;678;p86"/>
          <p:cNvSpPr txBox="1">
            <a:spLocks noGrp="1"/>
          </p:cNvSpPr>
          <p:nvPr>
            <p:ph type="title"/>
          </p:nvPr>
        </p:nvSpPr>
        <p:spPr>
          <a:xfrm>
            <a:off x="1637600"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79" name="Google Shape;679;p86"/>
          <p:cNvSpPr txBox="1">
            <a:spLocks noGrp="1"/>
          </p:cNvSpPr>
          <p:nvPr>
            <p:ph type="title" idx="2"/>
          </p:nvPr>
        </p:nvSpPr>
        <p:spPr>
          <a:xfrm>
            <a:off x="10072252"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80" name="Google Shape;680;p86"/>
          <p:cNvSpPr txBox="1">
            <a:spLocks noGrp="1"/>
          </p:cNvSpPr>
          <p:nvPr>
            <p:ph type="title" idx="3"/>
          </p:nvPr>
        </p:nvSpPr>
        <p:spPr>
          <a:xfrm>
            <a:off x="18534600"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81" name="Google Shape;681;p86"/>
          <p:cNvSpPr txBox="1">
            <a:spLocks noGrp="1"/>
          </p:cNvSpPr>
          <p:nvPr>
            <p:ph type="title" idx="4"/>
          </p:nvPr>
        </p:nvSpPr>
        <p:spPr>
          <a:xfrm>
            <a:off x="26969252"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82" name="Google Shape;682;p86"/>
          <p:cNvSpPr>
            <a:spLocks noGrp="1"/>
          </p:cNvSpPr>
          <p:nvPr>
            <p:ph type="pic" idx="5"/>
          </p:nvPr>
        </p:nvSpPr>
        <p:spPr>
          <a:xfrm>
            <a:off x="5886572"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3" name="Google Shape;683;p86"/>
          <p:cNvSpPr>
            <a:spLocks noGrp="1"/>
          </p:cNvSpPr>
          <p:nvPr>
            <p:ph type="pic" idx="6"/>
          </p:nvPr>
        </p:nvSpPr>
        <p:spPr>
          <a:xfrm>
            <a:off x="14335072"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4" name="Google Shape;684;p86"/>
          <p:cNvSpPr>
            <a:spLocks noGrp="1"/>
          </p:cNvSpPr>
          <p:nvPr>
            <p:ph type="pic" idx="7"/>
          </p:nvPr>
        </p:nvSpPr>
        <p:spPr>
          <a:xfrm>
            <a:off x="22783576"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5" name="Google Shape;685;p86"/>
          <p:cNvSpPr>
            <a:spLocks noGrp="1"/>
          </p:cNvSpPr>
          <p:nvPr>
            <p:ph type="pic" idx="8"/>
          </p:nvPr>
        </p:nvSpPr>
        <p:spPr>
          <a:xfrm>
            <a:off x="18534612"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6" name="Google Shape;686;p86"/>
          <p:cNvSpPr>
            <a:spLocks noGrp="1"/>
          </p:cNvSpPr>
          <p:nvPr>
            <p:ph type="pic" idx="9"/>
          </p:nvPr>
        </p:nvSpPr>
        <p:spPr>
          <a:xfrm>
            <a:off x="10086108"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7" name="Google Shape;687;p86"/>
          <p:cNvSpPr>
            <a:spLocks noGrp="1"/>
          </p:cNvSpPr>
          <p:nvPr>
            <p:ph type="pic" idx="13"/>
          </p:nvPr>
        </p:nvSpPr>
        <p:spPr>
          <a:xfrm>
            <a:off x="1637604"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8" name="Google Shape;688;p86"/>
          <p:cNvSpPr>
            <a:spLocks noGrp="1"/>
          </p:cNvSpPr>
          <p:nvPr>
            <p:ph type="pic" idx="14"/>
          </p:nvPr>
        </p:nvSpPr>
        <p:spPr>
          <a:xfrm>
            <a:off x="26983112"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689" name="Google Shape;689;p86"/>
          <p:cNvSpPr txBox="1">
            <a:spLocks noGrp="1"/>
          </p:cNvSpPr>
          <p:nvPr>
            <p:ph type="title" idx="15"/>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690" name="Google Shape;690;p86"/>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691" name="Google Shape;691;p86"/>
          <p:cNvSpPr txBox="1">
            <a:spLocks noGrp="1"/>
          </p:cNvSpPr>
          <p:nvPr>
            <p:ph type="subTitle" idx="16"/>
          </p:nvPr>
        </p:nvSpPr>
        <p:spPr>
          <a:xfrm>
            <a:off x="22783576" y="17730216"/>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2" name="Google Shape;692;p86"/>
          <p:cNvSpPr txBox="1">
            <a:spLocks noGrp="1"/>
          </p:cNvSpPr>
          <p:nvPr>
            <p:ph type="subTitle" idx="17"/>
          </p:nvPr>
        </p:nvSpPr>
        <p:spPr>
          <a:xfrm>
            <a:off x="14335072" y="17730216"/>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3" name="Google Shape;693;p86"/>
          <p:cNvSpPr txBox="1">
            <a:spLocks noGrp="1"/>
          </p:cNvSpPr>
          <p:nvPr>
            <p:ph type="subTitle" idx="18"/>
          </p:nvPr>
        </p:nvSpPr>
        <p:spPr>
          <a:xfrm>
            <a:off x="5886572" y="17730216"/>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4" name="Google Shape;694;p86"/>
          <p:cNvSpPr txBox="1">
            <a:spLocks noGrp="1"/>
          </p:cNvSpPr>
          <p:nvPr>
            <p:ph type="subTitle" idx="19"/>
          </p:nvPr>
        </p:nvSpPr>
        <p:spPr>
          <a:xfrm>
            <a:off x="26983112"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5" name="Google Shape;695;p86"/>
          <p:cNvSpPr txBox="1">
            <a:spLocks noGrp="1"/>
          </p:cNvSpPr>
          <p:nvPr>
            <p:ph type="subTitle" idx="20"/>
          </p:nvPr>
        </p:nvSpPr>
        <p:spPr>
          <a:xfrm>
            <a:off x="18534612"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6" name="Google Shape;696;p86"/>
          <p:cNvSpPr txBox="1">
            <a:spLocks noGrp="1"/>
          </p:cNvSpPr>
          <p:nvPr>
            <p:ph type="subTitle" idx="21"/>
          </p:nvPr>
        </p:nvSpPr>
        <p:spPr>
          <a:xfrm>
            <a:off x="10086108" y="10671036"/>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7" name="Google Shape;697;p86"/>
          <p:cNvSpPr txBox="1">
            <a:spLocks noGrp="1"/>
          </p:cNvSpPr>
          <p:nvPr>
            <p:ph type="subTitle" idx="22"/>
          </p:nvPr>
        </p:nvSpPr>
        <p:spPr>
          <a:xfrm>
            <a:off x="1637604"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698" name="Google Shape;698;p86"/>
          <p:cNvSpPr txBox="1">
            <a:spLocks noGrp="1"/>
          </p:cNvSpPr>
          <p:nvPr>
            <p:ph type="title" idx="23"/>
          </p:nvPr>
        </p:nvSpPr>
        <p:spPr>
          <a:xfrm>
            <a:off x="5886576"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699" name="Google Shape;699;p86"/>
          <p:cNvSpPr txBox="1">
            <a:spLocks noGrp="1"/>
          </p:cNvSpPr>
          <p:nvPr>
            <p:ph type="title" idx="24"/>
          </p:nvPr>
        </p:nvSpPr>
        <p:spPr>
          <a:xfrm>
            <a:off x="14335076"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00" name="Google Shape;700;p86"/>
          <p:cNvSpPr txBox="1">
            <a:spLocks noGrp="1"/>
          </p:cNvSpPr>
          <p:nvPr>
            <p:ph type="title" idx="25"/>
          </p:nvPr>
        </p:nvSpPr>
        <p:spPr>
          <a:xfrm>
            <a:off x="22783576"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13695820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8-up Image">
  <p:cSld name="8-up Image">
    <p:spTree>
      <p:nvGrpSpPr>
        <p:cNvPr id="1" name="Shape 701"/>
        <p:cNvGrpSpPr/>
        <p:nvPr/>
      </p:nvGrpSpPr>
      <p:grpSpPr>
        <a:xfrm>
          <a:off x="0" y="0"/>
          <a:ext cx="0" cy="0"/>
          <a:chOff x="0" y="0"/>
          <a:chExt cx="0" cy="0"/>
        </a:xfrm>
      </p:grpSpPr>
      <p:sp>
        <p:nvSpPr>
          <p:cNvPr id="702" name="Google Shape;702;p87"/>
          <p:cNvSpPr>
            <a:spLocks noGrp="1"/>
          </p:cNvSpPr>
          <p:nvPr>
            <p:ph type="pic" idx="2"/>
          </p:nvPr>
        </p:nvSpPr>
        <p:spPr>
          <a:xfrm>
            <a:off x="1637604"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3" name="Google Shape;703;p87"/>
          <p:cNvSpPr>
            <a:spLocks noGrp="1"/>
          </p:cNvSpPr>
          <p:nvPr>
            <p:ph type="pic" idx="3"/>
          </p:nvPr>
        </p:nvSpPr>
        <p:spPr>
          <a:xfrm>
            <a:off x="10086104"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4" name="Google Shape;704;p87"/>
          <p:cNvSpPr>
            <a:spLocks noGrp="1"/>
          </p:cNvSpPr>
          <p:nvPr>
            <p:ph type="pic" idx="4"/>
          </p:nvPr>
        </p:nvSpPr>
        <p:spPr>
          <a:xfrm>
            <a:off x="18534608"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5" name="Google Shape;705;p87"/>
          <p:cNvSpPr>
            <a:spLocks noGrp="1"/>
          </p:cNvSpPr>
          <p:nvPr>
            <p:ph type="pic" idx="5"/>
          </p:nvPr>
        </p:nvSpPr>
        <p:spPr>
          <a:xfrm>
            <a:off x="18534612"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6" name="Google Shape;706;p87"/>
          <p:cNvSpPr>
            <a:spLocks noGrp="1"/>
          </p:cNvSpPr>
          <p:nvPr>
            <p:ph type="pic" idx="6"/>
          </p:nvPr>
        </p:nvSpPr>
        <p:spPr>
          <a:xfrm>
            <a:off x="10086108"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7" name="Google Shape;707;p87"/>
          <p:cNvSpPr>
            <a:spLocks noGrp="1"/>
          </p:cNvSpPr>
          <p:nvPr>
            <p:ph type="pic" idx="7"/>
          </p:nvPr>
        </p:nvSpPr>
        <p:spPr>
          <a:xfrm>
            <a:off x="1637604"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8" name="Google Shape;708;p87"/>
          <p:cNvSpPr>
            <a:spLocks noGrp="1"/>
          </p:cNvSpPr>
          <p:nvPr>
            <p:ph type="pic" idx="8"/>
          </p:nvPr>
        </p:nvSpPr>
        <p:spPr>
          <a:xfrm>
            <a:off x="26983112" y="484981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09" name="Google Shape;709;p87"/>
          <p:cNvSpPr>
            <a:spLocks noGrp="1"/>
          </p:cNvSpPr>
          <p:nvPr>
            <p:ph type="pic" idx="9"/>
          </p:nvPr>
        </p:nvSpPr>
        <p:spPr>
          <a:xfrm>
            <a:off x="26968060" y="11926196"/>
            <a:ext cx="7956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10" name="Google Shape;710;p87"/>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711" name="Google Shape;711;p87"/>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
        <p:nvSpPr>
          <p:cNvPr id="712" name="Google Shape;712;p87"/>
          <p:cNvSpPr txBox="1">
            <a:spLocks noGrp="1"/>
          </p:cNvSpPr>
          <p:nvPr>
            <p:ph type="subTitle" idx="13"/>
          </p:nvPr>
        </p:nvSpPr>
        <p:spPr>
          <a:xfrm>
            <a:off x="26983112"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3" name="Google Shape;713;p87"/>
          <p:cNvSpPr txBox="1">
            <a:spLocks noGrp="1"/>
          </p:cNvSpPr>
          <p:nvPr>
            <p:ph type="subTitle" idx="14"/>
          </p:nvPr>
        </p:nvSpPr>
        <p:spPr>
          <a:xfrm>
            <a:off x="26968060"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4" name="Google Shape;714;p87"/>
          <p:cNvSpPr txBox="1">
            <a:spLocks noGrp="1"/>
          </p:cNvSpPr>
          <p:nvPr>
            <p:ph type="subTitle" idx="15"/>
          </p:nvPr>
        </p:nvSpPr>
        <p:spPr>
          <a:xfrm>
            <a:off x="18534612"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5" name="Google Shape;715;p87"/>
          <p:cNvSpPr txBox="1">
            <a:spLocks noGrp="1"/>
          </p:cNvSpPr>
          <p:nvPr>
            <p:ph type="subTitle" idx="16"/>
          </p:nvPr>
        </p:nvSpPr>
        <p:spPr>
          <a:xfrm>
            <a:off x="18534612"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6" name="Google Shape;716;p87"/>
          <p:cNvSpPr txBox="1">
            <a:spLocks noGrp="1"/>
          </p:cNvSpPr>
          <p:nvPr>
            <p:ph type="subTitle" idx="17"/>
          </p:nvPr>
        </p:nvSpPr>
        <p:spPr>
          <a:xfrm>
            <a:off x="10086108" y="10671036"/>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7" name="Google Shape;717;p87"/>
          <p:cNvSpPr txBox="1">
            <a:spLocks noGrp="1"/>
          </p:cNvSpPr>
          <p:nvPr>
            <p:ph type="subTitle" idx="18"/>
          </p:nvPr>
        </p:nvSpPr>
        <p:spPr>
          <a:xfrm>
            <a:off x="10086108" y="17748492"/>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8" name="Google Shape;718;p87"/>
          <p:cNvSpPr txBox="1">
            <a:spLocks noGrp="1"/>
          </p:cNvSpPr>
          <p:nvPr>
            <p:ph type="subTitle" idx="19"/>
          </p:nvPr>
        </p:nvSpPr>
        <p:spPr>
          <a:xfrm>
            <a:off x="1637604" y="10671048"/>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19" name="Google Shape;719;p87"/>
          <p:cNvSpPr txBox="1">
            <a:spLocks noGrp="1"/>
          </p:cNvSpPr>
          <p:nvPr>
            <p:ph type="subTitle" idx="20"/>
          </p:nvPr>
        </p:nvSpPr>
        <p:spPr>
          <a:xfrm>
            <a:off x="1637604" y="17748504"/>
            <a:ext cx="79560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20" name="Google Shape;720;p87"/>
          <p:cNvSpPr txBox="1">
            <a:spLocks noGrp="1"/>
          </p:cNvSpPr>
          <p:nvPr>
            <p:ph type="title" idx="21"/>
          </p:nvPr>
        </p:nvSpPr>
        <p:spPr>
          <a:xfrm>
            <a:off x="1637600"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1" name="Google Shape;721;p87"/>
          <p:cNvSpPr txBox="1">
            <a:spLocks noGrp="1"/>
          </p:cNvSpPr>
          <p:nvPr>
            <p:ph type="title" idx="22"/>
          </p:nvPr>
        </p:nvSpPr>
        <p:spPr>
          <a:xfrm>
            <a:off x="10072252"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2" name="Google Shape;722;p87"/>
          <p:cNvSpPr txBox="1">
            <a:spLocks noGrp="1"/>
          </p:cNvSpPr>
          <p:nvPr>
            <p:ph type="title" idx="23"/>
          </p:nvPr>
        </p:nvSpPr>
        <p:spPr>
          <a:xfrm>
            <a:off x="18534600"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3" name="Google Shape;723;p87"/>
          <p:cNvSpPr txBox="1">
            <a:spLocks noGrp="1"/>
          </p:cNvSpPr>
          <p:nvPr>
            <p:ph type="title" idx="24"/>
          </p:nvPr>
        </p:nvSpPr>
        <p:spPr>
          <a:xfrm>
            <a:off x="26969252" y="9783712"/>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4" name="Google Shape;724;p87"/>
          <p:cNvSpPr txBox="1">
            <a:spLocks noGrp="1"/>
          </p:cNvSpPr>
          <p:nvPr>
            <p:ph type="title" idx="25"/>
          </p:nvPr>
        </p:nvSpPr>
        <p:spPr>
          <a:xfrm>
            <a:off x="1637600"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5" name="Google Shape;725;p87"/>
          <p:cNvSpPr txBox="1">
            <a:spLocks noGrp="1"/>
          </p:cNvSpPr>
          <p:nvPr>
            <p:ph type="title" idx="26"/>
          </p:nvPr>
        </p:nvSpPr>
        <p:spPr>
          <a:xfrm>
            <a:off x="10086100"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6" name="Google Shape;726;p87"/>
          <p:cNvSpPr txBox="1">
            <a:spLocks noGrp="1"/>
          </p:cNvSpPr>
          <p:nvPr>
            <p:ph type="title" idx="27"/>
          </p:nvPr>
        </p:nvSpPr>
        <p:spPr>
          <a:xfrm>
            <a:off x="18527076"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27" name="Google Shape;727;p87"/>
          <p:cNvSpPr txBox="1">
            <a:spLocks noGrp="1"/>
          </p:cNvSpPr>
          <p:nvPr>
            <p:ph type="title" idx="28"/>
          </p:nvPr>
        </p:nvSpPr>
        <p:spPr>
          <a:xfrm>
            <a:off x="26983100" y="16869624"/>
            <a:ext cx="7956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330149876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9-up Image">
  <p:cSld name="9-up Image">
    <p:spTree>
      <p:nvGrpSpPr>
        <p:cNvPr id="1" name="Shape 728"/>
        <p:cNvGrpSpPr/>
        <p:nvPr/>
      </p:nvGrpSpPr>
      <p:grpSpPr>
        <a:xfrm>
          <a:off x="0" y="0"/>
          <a:ext cx="0" cy="0"/>
          <a:chOff x="0" y="0"/>
          <a:chExt cx="0" cy="0"/>
        </a:xfrm>
      </p:grpSpPr>
      <p:sp>
        <p:nvSpPr>
          <p:cNvPr id="729" name="Google Shape;729;p88"/>
          <p:cNvSpPr>
            <a:spLocks noGrp="1"/>
          </p:cNvSpPr>
          <p:nvPr>
            <p:ph type="pic" idx="2"/>
          </p:nvPr>
        </p:nvSpPr>
        <p:spPr>
          <a:xfrm>
            <a:off x="5021176"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0" name="Google Shape;730;p88"/>
          <p:cNvSpPr>
            <a:spLocks noGrp="1"/>
          </p:cNvSpPr>
          <p:nvPr>
            <p:ph type="pic" idx="3"/>
          </p:nvPr>
        </p:nvSpPr>
        <p:spPr>
          <a:xfrm>
            <a:off x="11779716"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1" name="Google Shape;731;p88"/>
          <p:cNvSpPr>
            <a:spLocks noGrp="1"/>
          </p:cNvSpPr>
          <p:nvPr>
            <p:ph type="pic" idx="4"/>
          </p:nvPr>
        </p:nvSpPr>
        <p:spPr>
          <a:xfrm>
            <a:off x="25286156"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2" name="Google Shape;732;p88"/>
          <p:cNvSpPr>
            <a:spLocks noGrp="1"/>
          </p:cNvSpPr>
          <p:nvPr>
            <p:ph type="pic" idx="5"/>
          </p:nvPr>
        </p:nvSpPr>
        <p:spPr>
          <a:xfrm>
            <a:off x="15152060"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3" name="Google Shape;733;p88"/>
          <p:cNvSpPr>
            <a:spLocks noGrp="1"/>
          </p:cNvSpPr>
          <p:nvPr>
            <p:ph type="pic" idx="6"/>
          </p:nvPr>
        </p:nvSpPr>
        <p:spPr>
          <a:xfrm>
            <a:off x="8394832"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4" name="Google Shape;734;p88"/>
          <p:cNvSpPr>
            <a:spLocks noGrp="1"/>
          </p:cNvSpPr>
          <p:nvPr>
            <p:ph type="pic" idx="7"/>
          </p:nvPr>
        </p:nvSpPr>
        <p:spPr>
          <a:xfrm>
            <a:off x="1637604"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5" name="Google Shape;735;p88"/>
          <p:cNvSpPr>
            <a:spLocks noGrp="1"/>
          </p:cNvSpPr>
          <p:nvPr>
            <p:ph type="pic" idx="8"/>
          </p:nvPr>
        </p:nvSpPr>
        <p:spPr>
          <a:xfrm>
            <a:off x="21909288"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6" name="Google Shape;736;p88"/>
          <p:cNvSpPr>
            <a:spLocks noGrp="1"/>
          </p:cNvSpPr>
          <p:nvPr>
            <p:ph type="pic" idx="9"/>
          </p:nvPr>
        </p:nvSpPr>
        <p:spPr>
          <a:xfrm>
            <a:off x="28666516"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7" name="Google Shape;737;p88"/>
          <p:cNvSpPr>
            <a:spLocks noGrp="1"/>
          </p:cNvSpPr>
          <p:nvPr>
            <p:ph type="pic" idx="13"/>
          </p:nvPr>
        </p:nvSpPr>
        <p:spPr>
          <a:xfrm>
            <a:off x="18527620"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38" name="Google Shape;738;p88"/>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739" name="Google Shape;739;p88"/>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9pPr>
          </a:lstStyle>
          <a:p>
            <a:endParaRPr/>
          </a:p>
        </p:txBody>
      </p:sp>
      <p:sp>
        <p:nvSpPr>
          <p:cNvPr id="740" name="Google Shape;740;p88"/>
          <p:cNvSpPr txBox="1">
            <a:spLocks noGrp="1"/>
          </p:cNvSpPr>
          <p:nvPr>
            <p:ph type="subTitle" idx="14"/>
          </p:nvPr>
        </p:nvSpPr>
        <p:spPr>
          <a:xfrm>
            <a:off x="28709568"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1" name="Google Shape;741;p88"/>
          <p:cNvSpPr txBox="1">
            <a:spLocks noGrp="1"/>
          </p:cNvSpPr>
          <p:nvPr>
            <p:ph type="subTitle" idx="15"/>
          </p:nvPr>
        </p:nvSpPr>
        <p:spPr>
          <a:xfrm>
            <a:off x="21951656"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2" name="Google Shape;742;p88"/>
          <p:cNvSpPr txBox="1">
            <a:spLocks noGrp="1"/>
          </p:cNvSpPr>
          <p:nvPr>
            <p:ph type="subTitle" idx="16"/>
          </p:nvPr>
        </p:nvSpPr>
        <p:spPr>
          <a:xfrm>
            <a:off x="1683324"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3" name="Google Shape;743;p88"/>
          <p:cNvSpPr txBox="1">
            <a:spLocks noGrp="1"/>
          </p:cNvSpPr>
          <p:nvPr>
            <p:ph type="subTitle" idx="17"/>
          </p:nvPr>
        </p:nvSpPr>
        <p:spPr>
          <a:xfrm>
            <a:off x="8441208"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4" name="Google Shape;744;p88"/>
          <p:cNvSpPr txBox="1">
            <a:spLocks noGrp="1"/>
          </p:cNvSpPr>
          <p:nvPr>
            <p:ph type="subTitle" idx="18"/>
          </p:nvPr>
        </p:nvSpPr>
        <p:spPr>
          <a:xfrm>
            <a:off x="15193776"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5" name="Google Shape;745;p88"/>
          <p:cNvSpPr txBox="1">
            <a:spLocks noGrp="1"/>
          </p:cNvSpPr>
          <p:nvPr>
            <p:ph type="subTitle" idx="19"/>
          </p:nvPr>
        </p:nvSpPr>
        <p:spPr>
          <a:xfrm>
            <a:off x="25331868" y="177302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6" name="Google Shape;746;p88"/>
          <p:cNvSpPr txBox="1">
            <a:spLocks noGrp="1"/>
          </p:cNvSpPr>
          <p:nvPr>
            <p:ph type="subTitle" idx="20"/>
          </p:nvPr>
        </p:nvSpPr>
        <p:spPr>
          <a:xfrm>
            <a:off x="18573332" y="177302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7" name="Google Shape;747;p88"/>
          <p:cNvSpPr txBox="1">
            <a:spLocks noGrp="1"/>
          </p:cNvSpPr>
          <p:nvPr>
            <p:ph type="subTitle" idx="21"/>
          </p:nvPr>
        </p:nvSpPr>
        <p:spPr>
          <a:xfrm>
            <a:off x="11814768" y="177302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8" name="Google Shape;748;p88"/>
          <p:cNvSpPr txBox="1">
            <a:spLocks noGrp="1"/>
          </p:cNvSpPr>
          <p:nvPr>
            <p:ph type="subTitle" idx="22"/>
          </p:nvPr>
        </p:nvSpPr>
        <p:spPr>
          <a:xfrm>
            <a:off x="5056220" y="177302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49" name="Google Shape;749;p88"/>
          <p:cNvSpPr txBox="1">
            <a:spLocks noGrp="1"/>
          </p:cNvSpPr>
          <p:nvPr>
            <p:ph type="title" idx="23"/>
          </p:nvPr>
        </p:nvSpPr>
        <p:spPr>
          <a:xfrm>
            <a:off x="5056100"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0" name="Google Shape;750;p88"/>
          <p:cNvSpPr txBox="1">
            <a:spLocks noGrp="1"/>
          </p:cNvSpPr>
          <p:nvPr>
            <p:ph type="title" idx="24"/>
          </p:nvPr>
        </p:nvSpPr>
        <p:spPr>
          <a:xfrm>
            <a:off x="11777800" y="168696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1" name="Google Shape;751;p88"/>
          <p:cNvSpPr txBox="1">
            <a:spLocks noGrp="1"/>
          </p:cNvSpPr>
          <p:nvPr>
            <p:ph type="title" idx="25"/>
          </p:nvPr>
        </p:nvSpPr>
        <p:spPr>
          <a:xfrm>
            <a:off x="18527076" y="168696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2" name="Google Shape;752;p88"/>
          <p:cNvSpPr txBox="1">
            <a:spLocks noGrp="1"/>
          </p:cNvSpPr>
          <p:nvPr>
            <p:ph type="title" idx="26"/>
          </p:nvPr>
        </p:nvSpPr>
        <p:spPr>
          <a:xfrm>
            <a:off x="25331876"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3" name="Google Shape;753;p88"/>
          <p:cNvSpPr txBox="1">
            <a:spLocks noGrp="1"/>
          </p:cNvSpPr>
          <p:nvPr>
            <p:ph type="title" idx="27"/>
          </p:nvPr>
        </p:nvSpPr>
        <p:spPr>
          <a:xfrm>
            <a:off x="1637600"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4" name="Google Shape;754;p88"/>
          <p:cNvSpPr txBox="1">
            <a:spLocks noGrp="1"/>
          </p:cNvSpPr>
          <p:nvPr>
            <p:ph type="title" idx="28"/>
          </p:nvPr>
        </p:nvSpPr>
        <p:spPr>
          <a:xfrm>
            <a:off x="8371936"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5" name="Google Shape;755;p88"/>
          <p:cNvSpPr txBox="1">
            <a:spLocks noGrp="1"/>
          </p:cNvSpPr>
          <p:nvPr>
            <p:ph type="title" idx="29"/>
          </p:nvPr>
        </p:nvSpPr>
        <p:spPr>
          <a:xfrm>
            <a:off x="15152012"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6" name="Google Shape;756;p88"/>
          <p:cNvSpPr txBox="1">
            <a:spLocks noGrp="1"/>
          </p:cNvSpPr>
          <p:nvPr>
            <p:ph type="title" idx="30"/>
          </p:nvPr>
        </p:nvSpPr>
        <p:spPr>
          <a:xfrm>
            <a:off x="21930788"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57" name="Google Shape;757;p88"/>
          <p:cNvSpPr txBox="1">
            <a:spLocks noGrp="1"/>
          </p:cNvSpPr>
          <p:nvPr>
            <p:ph type="title" idx="31"/>
          </p:nvPr>
        </p:nvSpPr>
        <p:spPr>
          <a:xfrm>
            <a:off x="28709564"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42440358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0-up Image">
  <p:cSld name="10-up Image">
    <p:spTree>
      <p:nvGrpSpPr>
        <p:cNvPr id="1" name="Shape 758"/>
        <p:cNvGrpSpPr/>
        <p:nvPr/>
      </p:nvGrpSpPr>
      <p:grpSpPr>
        <a:xfrm>
          <a:off x="0" y="0"/>
          <a:ext cx="0" cy="0"/>
          <a:chOff x="0" y="0"/>
          <a:chExt cx="0" cy="0"/>
        </a:xfrm>
      </p:grpSpPr>
      <p:sp>
        <p:nvSpPr>
          <p:cNvPr id="759" name="Google Shape;759;p89"/>
          <p:cNvSpPr>
            <a:spLocks noGrp="1"/>
          </p:cNvSpPr>
          <p:nvPr>
            <p:ph type="pic" idx="2"/>
          </p:nvPr>
        </p:nvSpPr>
        <p:spPr>
          <a:xfrm>
            <a:off x="1637604"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0" name="Google Shape;760;p89"/>
          <p:cNvSpPr>
            <a:spLocks noGrp="1"/>
          </p:cNvSpPr>
          <p:nvPr>
            <p:ph type="pic" idx="3"/>
          </p:nvPr>
        </p:nvSpPr>
        <p:spPr>
          <a:xfrm>
            <a:off x="8395488"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1" name="Google Shape;761;p89"/>
          <p:cNvSpPr>
            <a:spLocks noGrp="1"/>
          </p:cNvSpPr>
          <p:nvPr>
            <p:ph type="pic" idx="4"/>
          </p:nvPr>
        </p:nvSpPr>
        <p:spPr>
          <a:xfrm>
            <a:off x="21905936"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2" name="Google Shape;762;p89"/>
          <p:cNvSpPr>
            <a:spLocks noGrp="1"/>
          </p:cNvSpPr>
          <p:nvPr>
            <p:ph type="pic" idx="5"/>
          </p:nvPr>
        </p:nvSpPr>
        <p:spPr>
          <a:xfrm>
            <a:off x="15148056"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3" name="Google Shape;763;p89"/>
          <p:cNvSpPr>
            <a:spLocks noGrp="1"/>
          </p:cNvSpPr>
          <p:nvPr>
            <p:ph type="pic" idx="6"/>
          </p:nvPr>
        </p:nvSpPr>
        <p:spPr>
          <a:xfrm>
            <a:off x="8395488"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4" name="Google Shape;764;p89"/>
          <p:cNvSpPr>
            <a:spLocks noGrp="1"/>
          </p:cNvSpPr>
          <p:nvPr>
            <p:ph type="pic" idx="7"/>
          </p:nvPr>
        </p:nvSpPr>
        <p:spPr>
          <a:xfrm>
            <a:off x="1637604"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5" name="Google Shape;765;p89"/>
          <p:cNvSpPr>
            <a:spLocks noGrp="1"/>
          </p:cNvSpPr>
          <p:nvPr>
            <p:ph type="pic" idx="8"/>
          </p:nvPr>
        </p:nvSpPr>
        <p:spPr>
          <a:xfrm>
            <a:off x="21905936"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6" name="Google Shape;766;p89"/>
          <p:cNvSpPr>
            <a:spLocks noGrp="1"/>
          </p:cNvSpPr>
          <p:nvPr>
            <p:ph type="pic" idx="9"/>
          </p:nvPr>
        </p:nvSpPr>
        <p:spPr>
          <a:xfrm>
            <a:off x="28663820" y="4848840"/>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7" name="Google Shape;767;p89"/>
          <p:cNvSpPr>
            <a:spLocks noGrp="1"/>
          </p:cNvSpPr>
          <p:nvPr>
            <p:ph type="pic" idx="13"/>
          </p:nvPr>
        </p:nvSpPr>
        <p:spPr>
          <a:xfrm>
            <a:off x="15148056"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8" name="Google Shape;768;p89"/>
          <p:cNvSpPr>
            <a:spLocks noGrp="1"/>
          </p:cNvSpPr>
          <p:nvPr>
            <p:ph type="pic" idx="14"/>
          </p:nvPr>
        </p:nvSpPr>
        <p:spPr>
          <a:xfrm>
            <a:off x="28663848" y="11926196"/>
            <a:ext cx="6264000" cy="49380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769" name="Google Shape;769;p89"/>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None/>
              <a:defRPr sz="7200" cap="none"/>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770" name="Google Shape;770;p89"/>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9pPr>
          </a:lstStyle>
          <a:p>
            <a:endParaRPr/>
          </a:p>
        </p:txBody>
      </p:sp>
      <p:sp>
        <p:nvSpPr>
          <p:cNvPr id="771" name="Google Shape;771;p89"/>
          <p:cNvSpPr txBox="1">
            <a:spLocks noGrp="1"/>
          </p:cNvSpPr>
          <p:nvPr>
            <p:ph type="subTitle" idx="15"/>
          </p:nvPr>
        </p:nvSpPr>
        <p:spPr>
          <a:xfrm>
            <a:off x="28709568"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2" name="Google Shape;772;p89"/>
          <p:cNvSpPr txBox="1">
            <a:spLocks noGrp="1"/>
          </p:cNvSpPr>
          <p:nvPr>
            <p:ph type="subTitle" idx="16"/>
          </p:nvPr>
        </p:nvSpPr>
        <p:spPr>
          <a:xfrm>
            <a:off x="21951656"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3" name="Google Shape;773;p89"/>
          <p:cNvSpPr txBox="1">
            <a:spLocks noGrp="1"/>
          </p:cNvSpPr>
          <p:nvPr>
            <p:ph type="subTitle" idx="17"/>
          </p:nvPr>
        </p:nvSpPr>
        <p:spPr>
          <a:xfrm>
            <a:off x="28709568" y="17772368"/>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4" name="Google Shape;774;p89"/>
          <p:cNvSpPr txBox="1">
            <a:spLocks noGrp="1"/>
          </p:cNvSpPr>
          <p:nvPr>
            <p:ph type="subTitle" idx="18"/>
          </p:nvPr>
        </p:nvSpPr>
        <p:spPr>
          <a:xfrm>
            <a:off x="21951656" y="17772368"/>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5" name="Google Shape;775;p89"/>
          <p:cNvSpPr txBox="1">
            <a:spLocks noGrp="1"/>
          </p:cNvSpPr>
          <p:nvPr>
            <p:ph type="subTitle" idx="19"/>
          </p:nvPr>
        </p:nvSpPr>
        <p:spPr>
          <a:xfrm>
            <a:off x="15193776" y="17772368"/>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6" name="Google Shape;776;p89"/>
          <p:cNvSpPr txBox="1">
            <a:spLocks noGrp="1"/>
          </p:cNvSpPr>
          <p:nvPr>
            <p:ph type="subTitle" idx="20"/>
          </p:nvPr>
        </p:nvSpPr>
        <p:spPr>
          <a:xfrm>
            <a:off x="8441208" y="17772368"/>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7" name="Google Shape;777;p89"/>
          <p:cNvSpPr txBox="1">
            <a:spLocks noGrp="1"/>
          </p:cNvSpPr>
          <p:nvPr>
            <p:ph type="subTitle" idx="21"/>
          </p:nvPr>
        </p:nvSpPr>
        <p:spPr>
          <a:xfrm>
            <a:off x="1683324" y="17772368"/>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8" name="Google Shape;778;p89"/>
          <p:cNvSpPr txBox="1">
            <a:spLocks noGrp="1"/>
          </p:cNvSpPr>
          <p:nvPr>
            <p:ph type="subTitle" idx="22"/>
          </p:nvPr>
        </p:nvSpPr>
        <p:spPr>
          <a:xfrm>
            <a:off x="1683324"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79" name="Google Shape;779;p89"/>
          <p:cNvSpPr txBox="1">
            <a:spLocks noGrp="1"/>
          </p:cNvSpPr>
          <p:nvPr>
            <p:ph type="subTitle" idx="23"/>
          </p:nvPr>
        </p:nvSpPr>
        <p:spPr>
          <a:xfrm>
            <a:off x="8441208"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80" name="Google Shape;780;p89"/>
          <p:cNvSpPr txBox="1">
            <a:spLocks noGrp="1"/>
          </p:cNvSpPr>
          <p:nvPr>
            <p:ph type="subTitle" idx="24"/>
          </p:nvPr>
        </p:nvSpPr>
        <p:spPr>
          <a:xfrm>
            <a:off x="15193776" y="10695116"/>
            <a:ext cx="6172800" cy="7500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781" name="Google Shape;781;p89"/>
          <p:cNvSpPr txBox="1">
            <a:spLocks noGrp="1"/>
          </p:cNvSpPr>
          <p:nvPr>
            <p:ph type="title" idx="25"/>
          </p:nvPr>
        </p:nvSpPr>
        <p:spPr>
          <a:xfrm>
            <a:off x="1637600"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2" name="Google Shape;782;p89"/>
          <p:cNvSpPr txBox="1">
            <a:spLocks noGrp="1"/>
          </p:cNvSpPr>
          <p:nvPr>
            <p:ph type="title" idx="26"/>
          </p:nvPr>
        </p:nvSpPr>
        <p:spPr>
          <a:xfrm>
            <a:off x="8371936"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3" name="Google Shape;783;p89"/>
          <p:cNvSpPr txBox="1">
            <a:spLocks noGrp="1"/>
          </p:cNvSpPr>
          <p:nvPr>
            <p:ph type="title" idx="27"/>
          </p:nvPr>
        </p:nvSpPr>
        <p:spPr>
          <a:xfrm>
            <a:off x="15152012"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4" name="Google Shape;784;p89"/>
          <p:cNvSpPr txBox="1">
            <a:spLocks noGrp="1"/>
          </p:cNvSpPr>
          <p:nvPr>
            <p:ph type="title" idx="28"/>
          </p:nvPr>
        </p:nvSpPr>
        <p:spPr>
          <a:xfrm>
            <a:off x="21930788"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5" name="Google Shape;785;p89"/>
          <p:cNvSpPr txBox="1">
            <a:spLocks noGrp="1"/>
          </p:cNvSpPr>
          <p:nvPr>
            <p:ph type="title" idx="29"/>
          </p:nvPr>
        </p:nvSpPr>
        <p:spPr>
          <a:xfrm>
            <a:off x="28709564" y="9783724"/>
            <a:ext cx="62640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6" name="Google Shape;786;p89"/>
          <p:cNvSpPr txBox="1">
            <a:spLocks noGrp="1"/>
          </p:cNvSpPr>
          <p:nvPr>
            <p:ph type="title" idx="30"/>
          </p:nvPr>
        </p:nvSpPr>
        <p:spPr>
          <a:xfrm>
            <a:off x="1688624"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7" name="Google Shape;787;p89"/>
          <p:cNvSpPr txBox="1">
            <a:spLocks noGrp="1"/>
          </p:cNvSpPr>
          <p:nvPr>
            <p:ph type="title" idx="31"/>
          </p:nvPr>
        </p:nvSpPr>
        <p:spPr>
          <a:xfrm>
            <a:off x="8441200"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8" name="Google Shape;788;p89"/>
          <p:cNvSpPr txBox="1">
            <a:spLocks noGrp="1"/>
          </p:cNvSpPr>
          <p:nvPr>
            <p:ph type="title" idx="32"/>
          </p:nvPr>
        </p:nvSpPr>
        <p:spPr>
          <a:xfrm>
            <a:off x="15196424"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89" name="Google Shape;789;p89"/>
          <p:cNvSpPr txBox="1">
            <a:spLocks noGrp="1"/>
          </p:cNvSpPr>
          <p:nvPr>
            <p:ph type="title" idx="33"/>
          </p:nvPr>
        </p:nvSpPr>
        <p:spPr>
          <a:xfrm>
            <a:off x="21953000"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
        <p:nvSpPr>
          <p:cNvPr id="790" name="Google Shape;790;p89"/>
          <p:cNvSpPr txBox="1">
            <a:spLocks noGrp="1"/>
          </p:cNvSpPr>
          <p:nvPr>
            <p:ph type="title" idx="34"/>
          </p:nvPr>
        </p:nvSpPr>
        <p:spPr>
          <a:xfrm>
            <a:off x="28709576" y="16869624"/>
            <a:ext cx="6172800" cy="1135200"/>
          </a:xfrm>
          <a:prstGeom prst="rect">
            <a:avLst/>
          </a:prstGeom>
          <a:noFill/>
          <a:ln>
            <a:noFill/>
          </a:ln>
        </p:spPr>
        <p:txBody>
          <a:bodyPr spcFirstLastPara="1" wrap="square" lIns="22850" tIns="11425" rIns="22850" bIns="11425" anchor="ctr" anchorCtr="0">
            <a:noAutofit/>
          </a:bodyPr>
          <a:lstStyle>
            <a:lvl1pPr lvl="0" algn="ctr">
              <a:lnSpc>
                <a:spcPct val="90000"/>
              </a:lnSpc>
              <a:spcBef>
                <a:spcPts val="0"/>
              </a:spcBef>
              <a:spcAft>
                <a:spcPts val="0"/>
              </a:spcAft>
              <a:buClr>
                <a:schemeClr val="lt1"/>
              </a:buClr>
              <a:buSzPts val="1000"/>
              <a:buFont typeface="NVIDIA Sans Medium"/>
              <a:buNone/>
              <a:defRPr sz="4000" b="0" cap="none">
                <a:latin typeface="NVIDIA Sans Medium"/>
                <a:ea typeface="NVIDIA Sans Medium"/>
                <a:cs typeface="NVIDIA Sans Medium"/>
                <a:sym typeface="NVIDIA Sans Medium"/>
              </a:defRPr>
            </a:lvl1pPr>
            <a:lvl2pPr lvl="1"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2pPr>
            <a:lvl3pPr lvl="2"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3pPr>
            <a:lvl4pPr lvl="3"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4pPr>
            <a:lvl5pPr lvl="4"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5pPr>
            <a:lvl6pPr lvl="5"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6pPr>
            <a:lvl7pPr lvl="6"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7pPr>
            <a:lvl8pPr lvl="7"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8pPr>
            <a:lvl9pPr lvl="8" algn="ctr">
              <a:lnSpc>
                <a:spcPct val="100000"/>
              </a:lnSpc>
              <a:spcBef>
                <a:spcPts val="0"/>
              </a:spcBef>
              <a:spcAft>
                <a:spcPts val="0"/>
              </a:spcAft>
              <a:buSzPts val="1000"/>
              <a:buFont typeface="NVIDIA Sans Medium"/>
              <a:buNone/>
              <a:defRPr sz="4000" b="0">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38183498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Image Left - Text Right">
  <p:cSld name="Image Left - Text Right">
    <p:spTree>
      <p:nvGrpSpPr>
        <p:cNvPr id="1" name="Shape 791"/>
        <p:cNvGrpSpPr/>
        <p:nvPr/>
      </p:nvGrpSpPr>
      <p:grpSpPr>
        <a:xfrm>
          <a:off x="0" y="0"/>
          <a:ext cx="0" cy="0"/>
          <a:chOff x="0" y="0"/>
          <a:chExt cx="0" cy="0"/>
        </a:xfrm>
      </p:grpSpPr>
      <p:sp>
        <p:nvSpPr>
          <p:cNvPr id="792" name="Google Shape;792;p90"/>
          <p:cNvSpPr>
            <a:spLocks noGrp="1"/>
          </p:cNvSpPr>
          <p:nvPr>
            <p:ph type="pic" idx="2"/>
          </p:nvPr>
        </p:nvSpPr>
        <p:spPr>
          <a:xfrm>
            <a:off x="0" y="0"/>
            <a:ext cx="164136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sp>
      <p:sp>
        <p:nvSpPr>
          <p:cNvPr id="793" name="Google Shape;793;p90"/>
          <p:cNvSpPr txBox="1">
            <a:spLocks noGrp="1"/>
          </p:cNvSpPr>
          <p:nvPr>
            <p:ph type="title"/>
          </p:nvPr>
        </p:nvSpPr>
        <p:spPr>
          <a:xfrm>
            <a:off x="19129248" y="302064"/>
            <a:ext cx="146400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794" name="Google Shape;794;p90"/>
          <p:cNvSpPr txBox="1">
            <a:spLocks noGrp="1"/>
          </p:cNvSpPr>
          <p:nvPr>
            <p:ph type="body" idx="1"/>
          </p:nvPr>
        </p:nvSpPr>
        <p:spPr>
          <a:xfrm>
            <a:off x="19129248" y="6988192"/>
            <a:ext cx="14640000" cy="113460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cxnSp>
        <p:nvCxnSpPr>
          <p:cNvPr id="795" name="Google Shape;795;p90"/>
          <p:cNvCxnSpPr/>
          <p:nvPr/>
        </p:nvCxnSpPr>
        <p:spPr>
          <a:xfrm>
            <a:off x="16413164" y="5693228"/>
            <a:ext cx="17282400" cy="0"/>
          </a:xfrm>
          <a:prstGeom prst="straightConnector1">
            <a:avLst/>
          </a:prstGeom>
          <a:noFill/>
          <a:ln w="31750" cap="flat" cmpd="sng">
            <a:solidFill>
              <a:schemeClr val="accent5"/>
            </a:solidFill>
            <a:prstDash val="solid"/>
            <a:round/>
            <a:headEnd type="none" w="sm" len="sm"/>
            <a:tailEnd type="none" w="sm" len="sm"/>
          </a:ln>
        </p:spPr>
      </p:cxnSp>
      <p:sp>
        <p:nvSpPr>
          <p:cNvPr id="796" name="Google Shape;796;p90"/>
          <p:cNvSpPr txBox="1">
            <a:spLocks noGrp="1"/>
          </p:cNvSpPr>
          <p:nvPr>
            <p:ph type="subTitle" idx="3"/>
          </p:nvPr>
        </p:nvSpPr>
        <p:spPr>
          <a:xfrm>
            <a:off x="19129248" y="3730752"/>
            <a:ext cx="14640000" cy="1408800"/>
          </a:xfrm>
          <a:prstGeom prst="rect">
            <a:avLst/>
          </a:prstGeom>
          <a:noFill/>
          <a:ln>
            <a:noFill/>
          </a:ln>
        </p:spPr>
        <p:txBody>
          <a:bodyPr spcFirstLastPara="1" wrap="square" lIns="22850" tIns="11425" rIns="22850" bIns="11425" anchor="t" anchorCtr="0">
            <a:noAutofit/>
          </a:bodyPr>
          <a:lstStyle>
            <a:lvl1pPr marR="0" lvl="0"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2pPr>
            <a:lvl3pPr marR="0" lvl="2"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3pPr>
            <a:lvl4pPr marR="0" lvl="3"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4pPr>
            <a:lvl5pPr marR="0" lvl="4"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5pPr>
            <a:lvl6pPr marR="0" lvl="5"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6pPr>
            <a:lvl7pPr marR="0" lvl="6"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7pPr>
            <a:lvl8pPr marR="0" lvl="7"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8pPr>
            <a:lvl9pPr marR="0" lvl="8"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75289949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Image Left - Text Right NO SUBTITLE">
  <p:cSld name="Image Left - Text Right NO SUBTITLE">
    <p:spTree>
      <p:nvGrpSpPr>
        <p:cNvPr id="1" name="Shape 797"/>
        <p:cNvGrpSpPr/>
        <p:nvPr/>
      </p:nvGrpSpPr>
      <p:grpSpPr>
        <a:xfrm>
          <a:off x="0" y="0"/>
          <a:ext cx="0" cy="0"/>
          <a:chOff x="0" y="0"/>
          <a:chExt cx="0" cy="0"/>
        </a:xfrm>
      </p:grpSpPr>
      <p:sp>
        <p:nvSpPr>
          <p:cNvPr id="798" name="Google Shape;798;p91"/>
          <p:cNvSpPr txBox="1">
            <a:spLocks noGrp="1"/>
          </p:cNvSpPr>
          <p:nvPr>
            <p:ph type="body" idx="1"/>
          </p:nvPr>
        </p:nvSpPr>
        <p:spPr>
          <a:xfrm>
            <a:off x="19129248" y="6988192"/>
            <a:ext cx="14640000" cy="113460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NVIDIA Sans"/>
              <a:buChar char="•"/>
              <a:defRPr sz="4400" b="0" i="0" u="none" strike="noStrike" cap="none">
                <a:solidFill>
                  <a:schemeClr val="lt1"/>
                </a:solidFill>
                <a:latin typeface="NVIDIA Sans"/>
                <a:ea typeface="NVIDIA Sans"/>
                <a:cs typeface="NVIDIA Sans"/>
                <a:sym typeface="NVIDIA Sans"/>
              </a:defRPr>
            </a:lvl1pPr>
            <a:lvl2pPr marL="3657600" marR="0" lvl="1" indent="-1168400" algn="l" rtl="0">
              <a:lnSpc>
                <a:spcPct val="90000"/>
              </a:lnSpc>
              <a:spcBef>
                <a:spcPts val="1600"/>
              </a:spcBef>
              <a:spcAft>
                <a:spcPts val="0"/>
              </a:spcAft>
              <a:buClr>
                <a:schemeClr val="dk2"/>
              </a:buClr>
              <a:buSzPts val="1000"/>
              <a:buFont typeface="NVIDIA Sans"/>
              <a:buChar char="•"/>
              <a:defRPr sz="4000" b="0" i="0" u="none" strike="noStrike" cap="none">
                <a:solidFill>
                  <a:schemeClr val="lt1"/>
                </a:solidFill>
                <a:latin typeface="NVIDIA Sans"/>
                <a:ea typeface="NVIDIA Sans"/>
                <a:cs typeface="NVIDIA Sans"/>
                <a:sym typeface="NVIDIA Sans"/>
              </a:defRPr>
            </a:lvl2pPr>
            <a:lvl3pPr marL="5486400" marR="0" lvl="2" indent="-1143000" algn="l" rtl="0">
              <a:lnSpc>
                <a:spcPct val="90000"/>
              </a:lnSpc>
              <a:spcBef>
                <a:spcPts val="1600"/>
              </a:spcBef>
              <a:spcAft>
                <a:spcPts val="0"/>
              </a:spcAft>
              <a:buClr>
                <a:schemeClr val="dk2"/>
              </a:buClr>
              <a:buSzPts val="900"/>
              <a:buFont typeface="NVIDIA Sans"/>
              <a:buChar char="•"/>
              <a:defRPr sz="3600" b="0" i="0" u="none" strike="noStrike" cap="none">
                <a:solidFill>
                  <a:schemeClr val="lt1"/>
                </a:solidFill>
                <a:latin typeface="NVIDIA Sans"/>
                <a:ea typeface="NVIDIA Sans"/>
                <a:cs typeface="NVIDIA Sans"/>
                <a:sym typeface="NVIDIA Sans"/>
              </a:defRPr>
            </a:lvl3pPr>
            <a:lvl4pPr marL="7315200" marR="0" lvl="3" indent="-1117600" algn="l" rtl="0">
              <a:lnSpc>
                <a:spcPct val="90000"/>
              </a:lnSpc>
              <a:spcBef>
                <a:spcPts val="1600"/>
              </a:spcBef>
              <a:spcAft>
                <a:spcPts val="0"/>
              </a:spcAft>
              <a:buClr>
                <a:schemeClr val="dk2"/>
              </a:buClr>
              <a:buSzPts val="800"/>
              <a:buFont typeface="NVIDIA Sans"/>
              <a:buChar char="•"/>
              <a:defRPr sz="3200" b="0" i="0" u="none" strike="noStrike" cap="none">
                <a:solidFill>
                  <a:schemeClr val="lt1"/>
                </a:solidFill>
                <a:latin typeface="NVIDIA Sans"/>
                <a:ea typeface="NVIDIA Sans"/>
                <a:cs typeface="NVIDIA Sans"/>
                <a:sym typeface="NVIDIA Sans"/>
              </a:defRPr>
            </a:lvl4pPr>
            <a:lvl5pPr marL="9144000" marR="0" lvl="4" indent="-1092200" algn="l" rtl="0">
              <a:lnSpc>
                <a:spcPct val="90000"/>
              </a:lnSpc>
              <a:spcBef>
                <a:spcPts val="1600"/>
              </a:spcBef>
              <a:spcAft>
                <a:spcPts val="0"/>
              </a:spcAft>
              <a:buClr>
                <a:schemeClr val="dk2"/>
              </a:buClr>
              <a:buSzPts val="700"/>
              <a:buFont typeface="NVIDIA Sans"/>
              <a:buChar char="•"/>
              <a:defRPr sz="2800" b="0" i="0" u="none" strike="noStrike" cap="none">
                <a:solidFill>
                  <a:schemeClr val="lt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cxnSp>
        <p:nvCxnSpPr>
          <p:cNvPr id="799" name="Google Shape;799;p91"/>
          <p:cNvCxnSpPr/>
          <p:nvPr/>
        </p:nvCxnSpPr>
        <p:spPr>
          <a:xfrm>
            <a:off x="16413164" y="5693228"/>
            <a:ext cx="17282400" cy="0"/>
          </a:xfrm>
          <a:prstGeom prst="straightConnector1">
            <a:avLst/>
          </a:prstGeom>
          <a:noFill/>
          <a:ln w="31750" cap="flat" cmpd="sng">
            <a:solidFill>
              <a:schemeClr val="accent5"/>
            </a:solidFill>
            <a:prstDash val="solid"/>
            <a:round/>
            <a:headEnd type="none" w="sm" len="sm"/>
            <a:tailEnd type="none" w="sm" len="sm"/>
          </a:ln>
        </p:spPr>
      </p:cxnSp>
      <p:sp>
        <p:nvSpPr>
          <p:cNvPr id="800" name="Google Shape;800;p91"/>
          <p:cNvSpPr txBox="1">
            <a:spLocks noGrp="1"/>
          </p:cNvSpPr>
          <p:nvPr>
            <p:ph type="title"/>
          </p:nvPr>
        </p:nvSpPr>
        <p:spPr>
          <a:xfrm>
            <a:off x="19129248" y="1294976"/>
            <a:ext cx="146400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801" name="Google Shape;801;p91"/>
          <p:cNvSpPr>
            <a:spLocks noGrp="1"/>
          </p:cNvSpPr>
          <p:nvPr>
            <p:ph type="pic" idx="2"/>
          </p:nvPr>
        </p:nvSpPr>
        <p:spPr>
          <a:xfrm>
            <a:off x="0" y="0"/>
            <a:ext cx="164136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sp>
    </p:spTree>
    <p:extLst>
      <p:ext uri="{BB962C8B-B14F-4D97-AF65-F5344CB8AC3E}">
        <p14:creationId xmlns:p14="http://schemas.microsoft.com/office/powerpoint/2010/main" val="404243251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ext Left NO BULLETS - Image Right ">
  <p:cSld name="Text Left NO BULLETS - Image Right ">
    <p:spTree>
      <p:nvGrpSpPr>
        <p:cNvPr id="1" name="Shape 802"/>
        <p:cNvGrpSpPr/>
        <p:nvPr/>
      </p:nvGrpSpPr>
      <p:grpSpPr>
        <a:xfrm>
          <a:off x="0" y="0"/>
          <a:ext cx="0" cy="0"/>
          <a:chOff x="0" y="0"/>
          <a:chExt cx="0" cy="0"/>
        </a:xfrm>
      </p:grpSpPr>
      <p:sp>
        <p:nvSpPr>
          <p:cNvPr id="803" name="Google Shape;803;p92"/>
          <p:cNvSpPr/>
          <p:nvPr/>
        </p:nvSpPr>
        <p:spPr>
          <a:xfrm>
            <a:off x="32964120" y="18928080"/>
            <a:ext cx="3612000" cy="16464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804" name="Google Shape;804;p92"/>
          <p:cNvSpPr txBox="1">
            <a:spLocks noGrp="1"/>
          </p:cNvSpPr>
          <p:nvPr>
            <p:ph type="title"/>
          </p:nvPr>
        </p:nvSpPr>
        <p:spPr>
          <a:xfrm>
            <a:off x="2596896" y="6981992"/>
            <a:ext cx="121428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grpSp>
        <p:nvGrpSpPr>
          <p:cNvPr id="805" name="Google Shape;805;p92"/>
          <p:cNvGrpSpPr/>
          <p:nvPr/>
        </p:nvGrpSpPr>
        <p:grpSpPr>
          <a:xfrm>
            <a:off x="0" y="19504416"/>
            <a:ext cx="2330568" cy="1083064"/>
            <a:chOff x="0" y="19504414"/>
            <a:chExt cx="2330569" cy="1083065"/>
          </a:xfrm>
        </p:grpSpPr>
        <p:sp>
          <p:nvSpPr>
            <p:cNvPr id="806" name="Google Shape;806;p92"/>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807" name="Google Shape;807;p92"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
        <p:nvSpPr>
          <p:cNvPr id="808" name="Google Shape;808;p92"/>
          <p:cNvSpPr>
            <a:spLocks noGrp="1"/>
          </p:cNvSpPr>
          <p:nvPr>
            <p:ph type="pic" idx="2"/>
          </p:nvPr>
        </p:nvSpPr>
        <p:spPr>
          <a:xfrm>
            <a:off x="16422624" y="0"/>
            <a:ext cx="201540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sp>
      <p:sp>
        <p:nvSpPr>
          <p:cNvPr id="809" name="Google Shape;809;p92"/>
          <p:cNvSpPr txBox="1">
            <a:spLocks noGrp="1"/>
          </p:cNvSpPr>
          <p:nvPr>
            <p:ph type="subTitle" idx="1"/>
          </p:nvPr>
        </p:nvSpPr>
        <p:spPr>
          <a:xfrm>
            <a:off x="2596896" y="10287000"/>
            <a:ext cx="12142800" cy="1408800"/>
          </a:xfrm>
          <a:prstGeom prst="rect">
            <a:avLst/>
          </a:prstGeom>
          <a:noFill/>
          <a:ln>
            <a:noFill/>
          </a:ln>
        </p:spPr>
        <p:txBody>
          <a:bodyPr spcFirstLastPara="1" wrap="square" lIns="22850" tIns="11425" rIns="22850" bIns="11425" anchor="t" anchorCtr="0">
            <a:noAutofit/>
          </a:bodyPr>
          <a:lstStyle>
            <a:lvl1pPr marR="0" lvl="0"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2pPr>
            <a:lvl3pPr marR="0" lvl="2"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3pPr>
            <a:lvl4pPr marR="0" lvl="3"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4pPr>
            <a:lvl5pPr marR="0" lvl="4"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5pPr>
            <a:lvl6pPr marR="0" lvl="5"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6pPr>
            <a:lvl7pPr marR="0" lvl="6"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7pPr>
            <a:lvl8pPr marR="0" lvl="7"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8pPr>
            <a:lvl9pPr marR="0" lvl="8" algn="l"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05779887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ext Left TITLE ONLY - Image Right">
  <p:cSld name="Text Left TITLE ONLY - Image Right">
    <p:spTree>
      <p:nvGrpSpPr>
        <p:cNvPr id="1" name="Shape 810"/>
        <p:cNvGrpSpPr/>
        <p:nvPr/>
      </p:nvGrpSpPr>
      <p:grpSpPr>
        <a:xfrm>
          <a:off x="0" y="0"/>
          <a:ext cx="0" cy="0"/>
          <a:chOff x="0" y="0"/>
          <a:chExt cx="0" cy="0"/>
        </a:xfrm>
      </p:grpSpPr>
      <p:sp>
        <p:nvSpPr>
          <p:cNvPr id="811" name="Google Shape;811;p93"/>
          <p:cNvSpPr/>
          <p:nvPr/>
        </p:nvSpPr>
        <p:spPr>
          <a:xfrm>
            <a:off x="32964120" y="18928080"/>
            <a:ext cx="3612000" cy="16464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812" name="Google Shape;812;p93"/>
          <p:cNvSpPr>
            <a:spLocks noGrp="1"/>
          </p:cNvSpPr>
          <p:nvPr>
            <p:ph type="pic" idx="2"/>
          </p:nvPr>
        </p:nvSpPr>
        <p:spPr>
          <a:xfrm>
            <a:off x="16422624" y="0"/>
            <a:ext cx="20154000" cy="20574000"/>
          </a:xfrm>
          <a:prstGeom prst="rect">
            <a:avLst/>
          </a:prstGeom>
          <a:solidFill>
            <a:srgbClr val="F2F2F2">
              <a:alpha val="60392"/>
            </a:srgbClr>
          </a:solidFill>
          <a:ln w="9525" cap="flat" cmpd="sng">
            <a:solidFill>
              <a:schemeClr val="accent5"/>
            </a:solidFill>
            <a:prstDash val="solid"/>
            <a:round/>
            <a:headEnd type="none" w="sm" len="sm"/>
            <a:tailEnd type="none" w="sm" len="sm"/>
          </a:ln>
        </p:spPr>
        <p:txBody>
          <a:bodyPr/>
          <a:lstStyle/>
          <a:p>
            <a:endParaRPr lang="en-US"/>
          </a:p>
        </p:txBody>
      </p:sp>
      <p:sp>
        <p:nvSpPr>
          <p:cNvPr id="813" name="Google Shape;813;p93"/>
          <p:cNvSpPr txBox="1">
            <a:spLocks noGrp="1"/>
          </p:cNvSpPr>
          <p:nvPr>
            <p:ph type="title"/>
          </p:nvPr>
        </p:nvSpPr>
        <p:spPr>
          <a:xfrm>
            <a:off x="2596896" y="8604152"/>
            <a:ext cx="12180000" cy="3366000"/>
          </a:xfrm>
          <a:prstGeom prst="rect">
            <a:avLst/>
          </a:prstGeom>
          <a:noFill/>
          <a:ln>
            <a:noFill/>
          </a:ln>
        </p:spPr>
        <p:txBody>
          <a:bodyPr spcFirstLastPara="1" wrap="square" lIns="22850" tIns="11425" rIns="22850" bIns="11425" anchor="ctr" anchorCtr="0">
            <a:normAutofit/>
          </a:bodyPr>
          <a:lstStyle>
            <a:lvl1pPr lvl="0" algn="l">
              <a:lnSpc>
                <a:spcPct val="90000"/>
              </a:lnSpc>
              <a:spcBef>
                <a:spcPts val="800"/>
              </a:spcBef>
              <a:spcAft>
                <a:spcPts val="0"/>
              </a:spcAft>
              <a:buClr>
                <a:schemeClr val="lt1"/>
              </a:buClr>
              <a:buSzPts val="1800"/>
              <a:buNone/>
              <a:defRPr sz="7200" cap="none"/>
            </a:lvl1pPr>
            <a:lvl2pPr lvl="1" algn="l">
              <a:lnSpc>
                <a:spcPct val="100000"/>
              </a:lnSpc>
              <a:spcBef>
                <a:spcPts val="80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grpSp>
        <p:nvGrpSpPr>
          <p:cNvPr id="814" name="Google Shape;814;p93"/>
          <p:cNvGrpSpPr/>
          <p:nvPr/>
        </p:nvGrpSpPr>
        <p:grpSpPr>
          <a:xfrm>
            <a:off x="0" y="19504416"/>
            <a:ext cx="2330568" cy="1083064"/>
            <a:chOff x="0" y="19504414"/>
            <a:chExt cx="2330569" cy="1083065"/>
          </a:xfrm>
        </p:grpSpPr>
        <p:sp>
          <p:nvSpPr>
            <p:cNvPr id="815" name="Google Shape;815;p93"/>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816" name="Google Shape;816;p93"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spTree>
    <p:extLst>
      <p:ext uri="{BB962C8B-B14F-4D97-AF65-F5344CB8AC3E}">
        <p14:creationId xmlns:p14="http://schemas.microsoft.com/office/powerpoint/2010/main" val="45326924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CODING Layout">
  <p:cSld name="CODING Layout">
    <p:spTree>
      <p:nvGrpSpPr>
        <p:cNvPr id="1" name="Shape 817"/>
        <p:cNvGrpSpPr/>
        <p:nvPr/>
      </p:nvGrpSpPr>
      <p:grpSpPr>
        <a:xfrm>
          <a:off x="0" y="0"/>
          <a:ext cx="0" cy="0"/>
          <a:chOff x="0" y="0"/>
          <a:chExt cx="0" cy="0"/>
        </a:xfrm>
      </p:grpSpPr>
      <p:sp>
        <p:nvSpPr>
          <p:cNvPr id="818" name="Google Shape;818;p94"/>
          <p:cNvSpPr/>
          <p:nvPr/>
        </p:nvSpPr>
        <p:spPr>
          <a:xfrm>
            <a:off x="32689800" y="18333716"/>
            <a:ext cx="3886800" cy="2240400"/>
          </a:xfrm>
          <a:prstGeom prst="rect">
            <a:avLst/>
          </a:prstGeom>
          <a:solidFill>
            <a:schemeClr val="dk1"/>
          </a:soli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sp>
        <p:nvSpPr>
          <p:cNvPr id="819" name="Google Shape;819;p94"/>
          <p:cNvSpPr txBox="1">
            <a:spLocks noGrp="1"/>
          </p:cNvSpPr>
          <p:nvPr>
            <p:ph type="title"/>
          </p:nvPr>
        </p:nvSpPr>
        <p:spPr>
          <a:xfrm>
            <a:off x="2596896" y="302064"/>
            <a:ext cx="14640000" cy="33660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800"/>
              </a:spcBef>
              <a:spcAft>
                <a:spcPts val="0"/>
              </a:spcAft>
              <a:buClr>
                <a:schemeClr val="lt1"/>
              </a:buClr>
              <a:buSzPts val="1800"/>
              <a:buFont typeface="Roboto Mono"/>
              <a:buNone/>
              <a:defRPr sz="7200" cap="none">
                <a:latin typeface="Roboto Mono"/>
                <a:ea typeface="Roboto Mono"/>
                <a:cs typeface="Roboto Mono"/>
                <a:sym typeface="Roboto Mono"/>
              </a:defRPr>
            </a:lvl1pPr>
            <a:lvl2pPr lvl="1" algn="l">
              <a:lnSpc>
                <a:spcPct val="100000"/>
              </a:lnSpc>
              <a:spcBef>
                <a:spcPts val="800"/>
              </a:spcBef>
              <a:spcAft>
                <a:spcPts val="0"/>
              </a:spcAft>
              <a:buSzPts val="1800"/>
              <a:buFont typeface="Roboto Mono"/>
              <a:buNone/>
              <a:defRPr>
                <a:latin typeface="Roboto Mono"/>
                <a:ea typeface="Roboto Mono"/>
                <a:cs typeface="Roboto Mono"/>
                <a:sym typeface="Roboto Mono"/>
              </a:defRPr>
            </a:lvl2pPr>
            <a:lvl3pPr lvl="2" algn="l">
              <a:lnSpc>
                <a:spcPct val="100000"/>
              </a:lnSpc>
              <a:spcBef>
                <a:spcPts val="0"/>
              </a:spcBef>
              <a:spcAft>
                <a:spcPts val="0"/>
              </a:spcAft>
              <a:buSzPts val="1800"/>
              <a:buFont typeface="Roboto Mono"/>
              <a:buNone/>
              <a:defRPr>
                <a:latin typeface="Roboto Mono"/>
                <a:ea typeface="Roboto Mono"/>
                <a:cs typeface="Roboto Mono"/>
                <a:sym typeface="Roboto Mono"/>
              </a:defRPr>
            </a:lvl3pPr>
            <a:lvl4pPr lvl="3" algn="l">
              <a:lnSpc>
                <a:spcPct val="100000"/>
              </a:lnSpc>
              <a:spcBef>
                <a:spcPts val="0"/>
              </a:spcBef>
              <a:spcAft>
                <a:spcPts val="0"/>
              </a:spcAft>
              <a:buSzPts val="1800"/>
              <a:buFont typeface="Roboto Mono"/>
              <a:buNone/>
              <a:defRPr>
                <a:latin typeface="Roboto Mono"/>
                <a:ea typeface="Roboto Mono"/>
                <a:cs typeface="Roboto Mono"/>
                <a:sym typeface="Roboto Mono"/>
              </a:defRPr>
            </a:lvl4pPr>
            <a:lvl5pPr lvl="4" algn="l">
              <a:lnSpc>
                <a:spcPct val="100000"/>
              </a:lnSpc>
              <a:spcBef>
                <a:spcPts val="0"/>
              </a:spcBef>
              <a:spcAft>
                <a:spcPts val="0"/>
              </a:spcAft>
              <a:buSzPts val="1800"/>
              <a:buFont typeface="Roboto Mono"/>
              <a:buNone/>
              <a:defRPr>
                <a:latin typeface="Roboto Mono"/>
                <a:ea typeface="Roboto Mono"/>
                <a:cs typeface="Roboto Mono"/>
                <a:sym typeface="Roboto Mono"/>
              </a:defRPr>
            </a:lvl5pPr>
            <a:lvl6pPr lvl="5" algn="l">
              <a:lnSpc>
                <a:spcPct val="100000"/>
              </a:lnSpc>
              <a:spcBef>
                <a:spcPts val="0"/>
              </a:spcBef>
              <a:spcAft>
                <a:spcPts val="0"/>
              </a:spcAft>
              <a:buSzPts val="1800"/>
              <a:buFont typeface="Roboto Mono"/>
              <a:buNone/>
              <a:defRPr>
                <a:latin typeface="Roboto Mono"/>
                <a:ea typeface="Roboto Mono"/>
                <a:cs typeface="Roboto Mono"/>
                <a:sym typeface="Roboto Mono"/>
              </a:defRPr>
            </a:lvl6pPr>
            <a:lvl7pPr lvl="6" algn="l">
              <a:lnSpc>
                <a:spcPct val="100000"/>
              </a:lnSpc>
              <a:spcBef>
                <a:spcPts val="0"/>
              </a:spcBef>
              <a:spcAft>
                <a:spcPts val="0"/>
              </a:spcAft>
              <a:buSzPts val="1800"/>
              <a:buFont typeface="Roboto Mono"/>
              <a:buNone/>
              <a:defRPr>
                <a:latin typeface="Roboto Mono"/>
                <a:ea typeface="Roboto Mono"/>
                <a:cs typeface="Roboto Mono"/>
                <a:sym typeface="Roboto Mono"/>
              </a:defRPr>
            </a:lvl7pPr>
            <a:lvl8pPr lvl="7" algn="l">
              <a:lnSpc>
                <a:spcPct val="100000"/>
              </a:lnSpc>
              <a:spcBef>
                <a:spcPts val="0"/>
              </a:spcBef>
              <a:spcAft>
                <a:spcPts val="0"/>
              </a:spcAft>
              <a:buSzPts val="1800"/>
              <a:buFont typeface="Roboto Mono"/>
              <a:buNone/>
              <a:defRPr>
                <a:latin typeface="Roboto Mono"/>
                <a:ea typeface="Roboto Mono"/>
                <a:cs typeface="Roboto Mono"/>
                <a:sym typeface="Roboto Mono"/>
              </a:defRPr>
            </a:lvl8pPr>
            <a:lvl9pPr lvl="8" algn="l">
              <a:lnSpc>
                <a:spcPct val="100000"/>
              </a:lnSpc>
              <a:spcBef>
                <a:spcPts val="0"/>
              </a:spcBef>
              <a:spcAft>
                <a:spcPts val="0"/>
              </a:spcAft>
              <a:buSzPts val="1800"/>
              <a:buFont typeface="Roboto Mono"/>
              <a:buNone/>
              <a:defRPr>
                <a:latin typeface="Roboto Mono"/>
                <a:ea typeface="Roboto Mono"/>
                <a:cs typeface="Roboto Mono"/>
                <a:sym typeface="Roboto Mono"/>
              </a:defRPr>
            </a:lvl9pPr>
          </a:lstStyle>
          <a:p>
            <a:endParaRPr/>
          </a:p>
        </p:txBody>
      </p:sp>
      <p:sp>
        <p:nvSpPr>
          <p:cNvPr id="820" name="Google Shape;820;p94"/>
          <p:cNvSpPr txBox="1">
            <a:spLocks noGrp="1"/>
          </p:cNvSpPr>
          <p:nvPr>
            <p:ph type="body" idx="1"/>
          </p:nvPr>
        </p:nvSpPr>
        <p:spPr>
          <a:xfrm>
            <a:off x="2596896" y="6988192"/>
            <a:ext cx="14640000" cy="113460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Roboto Mono"/>
              <a:buChar char="•"/>
              <a:defRPr sz="4400" b="0" i="0" u="none" strike="noStrike" cap="none">
                <a:solidFill>
                  <a:schemeClr val="lt1"/>
                </a:solidFill>
                <a:latin typeface="Roboto Mono"/>
                <a:ea typeface="Roboto Mono"/>
                <a:cs typeface="Roboto Mono"/>
                <a:sym typeface="Roboto Mono"/>
              </a:defRPr>
            </a:lvl1pPr>
            <a:lvl2pPr marL="3657600" marR="0" lvl="1" indent="-1168400" algn="l" rtl="0">
              <a:lnSpc>
                <a:spcPct val="90000"/>
              </a:lnSpc>
              <a:spcBef>
                <a:spcPts val="1600"/>
              </a:spcBef>
              <a:spcAft>
                <a:spcPts val="0"/>
              </a:spcAft>
              <a:buClr>
                <a:schemeClr val="dk2"/>
              </a:buClr>
              <a:buSzPts val="1000"/>
              <a:buFont typeface="Roboto Mono"/>
              <a:buChar char="•"/>
              <a:defRPr sz="4000" b="0" i="0" u="none" strike="noStrike" cap="none">
                <a:solidFill>
                  <a:schemeClr val="lt1"/>
                </a:solidFill>
                <a:latin typeface="Roboto Mono"/>
                <a:ea typeface="Roboto Mono"/>
                <a:cs typeface="Roboto Mono"/>
                <a:sym typeface="Roboto Mono"/>
              </a:defRPr>
            </a:lvl2pPr>
            <a:lvl3pPr marL="5486400" marR="0" lvl="2" indent="-1143000" algn="l" rtl="0">
              <a:lnSpc>
                <a:spcPct val="90000"/>
              </a:lnSpc>
              <a:spcBef>
                <a:spcPts val="1600"/>
              </a:spcBef>
              <a:spcAft>
                <a:spcPts val="0"/>
              </a:spcAft>
              <a:buClr>
                <a:schemeClr val="dk2"/>
              </a:buClr>
              <a:buSzPts val="900"/>
              <a:buFont typeface="Roboto Mono"/>
              <a:buChar char="•"/>
              <a:defRPr sz="3600" b="0" i="0" u="none" strike="noStrike" cap="none">
                <a:solidFill>
                  <a:schemeClr val="lt1"/>
                </a:solidFill>
                <a:latin typeface="Roboto Mono"/>
                <a:ea typeface="Roboto Mono"/>
                <a:cs typeface="Roboto Mono"/>
                <a:sym typeface="Roboto Mono"/>
              </a:defRPr>
            </a:lvl3pPr>
            <a:lvl4pPr marL="7315200" marR="0" lvl="3" indent="-1117600" algn="l" rtl="0">
              <a:lnSpc>
                <a:spcPct val="90000"/>
              </a:lnSpc>
              <a:spcBef>
                <a:spcPts val="1600"/>
              </a:spcBef>
              <a:spcAft>
                <a:spcPts val="0"/>
              </a:spcAft>
              <a:buClr>
                <a:schemeClr val="dk2"/>
              </a:buClr>
              <a:buSzPts val="800"/>
              <a:buFont typeface="Roboto Mono"/>
              <a:buChar char="•"/>
              <a:defRPr sz="3200" b="0" i="0" u="none" strike="noStrike" cap="none">
                <a:solidFill>
                  <a:schemeClr val="lt1"/>
                </a:solidFill>
                <a:latin typeface="Roboto Mono"/>
                <a:ea typeface="Roboto Mono"/>
                <a:cs typeface="Roboto Mono"/>
                <a:sym typeface="Roboto Mono"/>
              </a:defRPr>
            </a:lvl4pPr>
            <a:lvl5pPr marL="9144000" marR="0" lvl="4" indent="-1092200" algn="l" rtl="0">
              <a:lnSpc>
                <a:spcPct val="90000"/>
              </a:lnSpc>
              <a:spcBef>
                <a:spcPts val="1600"/>
              </a:spcBef>
              <a:spcAft>
                <a:spcPts val="0"/>
              </a:spcAft>
              <a:buClr>
                <a:schemeClr val="dk2"/>
              </a:buClr>
              <a:buSzPts val="700"/>
              <a:buFont typeface="Roboto Mono"/>
              <a:buChar char="•"/>
              <a:defRPr sz="2800" b="0" i="0" u="none" strike="noStrike" cap="none">
                <a:solidFill>
                  <a:schemeClr val="lt1"/>
                </a:solidFill>
                <a:latin typeface="Roboto Mono"/>
                <a:ea typeface="Roboto Mono"/>
                <a:cs typeface="Roboto Mono"/>
                <a:sym typeface="Roboto Mono"/>
              </a:defRPr>
            </a:lvl5pPr>
            <a:lvl6pPr marL="10972800" marR="0" lvl="5"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6pPr>
            <a:lvl7pPr marL="12801600" marR="0" lvl="6"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7pPr>
            <a:lvl8pPr marL="14630400" marR="0" lvl="7"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8pPr>
            <a:lvl9pPr marL="16459200" marR="0" lvl="8" indent="-1270000" algn="l" rtl="0">
              <a:lnSpc>
                <a:spcPct val="90000"/>
              </a:lnSpc>
              <a:spcBef>
                <a:spcPts val="1600"/>
              </a:spcBef>
              <a:spcAft>
                <a:spcPts val="0"/>
              </a:spcAft>
              <a:buClr>
                <a:schemeClr val="dk1"/>
              </a:buClr>
              <a:buSzPts val="1400"/>
              <a:buFont typeface="Roboto Mono"/>
              <a:buChar char="•"/>
              <a:defRPr sz="5600" b="0" i="0" u="none" strike="noStrike" cap="none">
                <a:solidFill>
                  <a:schemeClr val="dk1"/>
                </a:solidFill>
                <a:latin typeface="Roboto Mono"/>
                <a:ea typeface="Roboto Mono"/>
                <a:cs typeface="Roboto Mono"/>
                <a:sym typeface="Roboto Mono"/>
              </a:defRPr>
            </a:lvl9pPr>
          </a:lstStyle>
          <a:p>
            <a:endParaRPr/>
          </a:p>
        </p:txBody>
      </p:sp>
      <p:sp>
        <p:nvSpPr>
          <p:cNvPr id="821" name="Google Shape;821;p94"/>
          <p:cNvSpPr/>
          <p:nvPr/>
        </p:nvSpPr>
        <p:spPr>
          <a:xfrm>
            <a:off x="20162836" y="0"/>
            <a:ext cx="16413600" cy="20574000"/>
          </a:xfrm>
          <a:prstGeom prst="rect">
            <a:avLst/>
          </a:prstGeom>
          <a:solidFill>
            <a:srgbClr val="F2F2F2"/>
          </a:solidFill>
          <a:ln>
            <a:noFill/>
          </a:ln>
        </p:spPr>
        <p:txBody>
          <a:bodyPr spcFirstLastPara="1" wrap="square" lIns="91400" tIns="2194600" rIns="91400" bIns="45700" anchor="ctr" anchorCtr="0">
            <a:noAutofit/>
          </a:bodyPr>
          <a:lstStyle/>
          <a:p>
            <a:pPr marL="0" marR="0" lvl="0" indent="0" algn="ctr" rtl="0">
              <a:lnSpc>
                <a:spcPct val="90000"/>
              </a:lnSpc>
              <a:spcBef>
                <a:spcPts val="0"/>
              </a:spcBef>
              <a:spcAft>
                <a:spcPts val="0"/>
              </a:spcAft>
              <a:buClr>
                <a:schemeClr val="dk1"/>
              </a:buClr>
              <a:buSzPts val="1000"/>
              <a:buFont typeface="Arial"/>
              <a:buNone/>
            </a:pPr>
            <a:endParaRPr sz="4000" b="0" i="0" u="none" strike="noStrike" cap="none">
              <a:solidFill>
                <a:schemeClr val="lt2"/>
              </a:solidFill>
              <a:latin typeface="Trebuchet MS"/>
              <a:ea typeface="Trebuchet MS"/>
              <a:cs typeface="Trebuchet MS"/>
              <a:sym typeface="Trebuchet MS"/>
            </a:endParaRPr>
          </a:p>
        </p:txBody>
      </p:sp>
      <p:grpSp>
        <p:nvGrpSpPr>
          <p:cNvPr id="822" name="Google Shape;822;p94"/>
          <p:cNvGrpSpPr/>
          <p:nvPr/>
        </p:nvGrpSpPr>
        <p:grpSpPr>
          <a:xfrm>
            <a:off x="0" y="19504416"/>
            <a:ext cx="2330568" cy="1083064"/>
            <a:chOff x="0" y="19504414"/>
            <a:chExt cx="2330569" cy="1083065"/>
          </a:xfrm>
        </p:grpSpPr>
        <p:sp>
          <p:nvSpPr>
            <p:cNvPr id="823" name="Google Shape;823;p94"/>
            <p:cNvSpPr/>
            <p:nvPr/>
          </p:nvSpPr>
          <p:spPr>
            <a:xfrm>
              <a:off x="0" y="19697679"/>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824" name="Google Shape;824;p94" descr="A picture containing shape&#10;&#10;Description automatically generated"/>
            <p:cNvPicPr preferRelativeResize="0"/>
            <p:nvPr/>
          </p:nvPicPr>
          <p:blipFill rotWithShape="1">
            <a:blip r:embed="rId2">
              <a:alphaModFix/>
            </a:blip>
            <a:srcRect/>
            <a:stretch/>
          </p:blipFill>
          <p:spPr>
            <a:xfrm>
              <a:off x="327131" y="19504414"/>
              <a:ext cx="2003438" cy="690237"/>
            </a:xfrm>
            <a:prstGeom prst="rect">
              <a:avLst/>
            </a:prstGeom>
            <a:noFill/>
            <a:ln>
              <a:noFill/>
            </a:ln>
          </p:spPr>
        </p:pic>
      </p:grpSp>
      <p:cxnSp>
        <p:nvCxnSpPr>
          <p:cNvPr id="825" name="Google Shape;825;p94"/>
          <p:cNvCxnSpPr/>
          <p:nvPr/>
        </p:nvCxnSpPr>
        <p:spPr>
          <a:xfrm>
            <a:off x="0" y="5693228"/>
            <a:ext cx="17236800" cy="0"/>
          </a:xfrm>
          <a:prstGeom prst="straightConnector1">
            <a:avLst/>
          </a:prstGeom>
          <a:noFill/>
          <a:ln w="31750" cap="flat" cmpd="sng">
            <a:solidFill>
              <a:schemeClr val="accent5"/>
            </a:solidFill>
            <a:prstDash val="solid"/>
            <a:round/>
            <a:headEnd type="none" w="sm" len="sm"/>
            <a:tailEnd type="none" w="sm" len="sm"/>
          </a:ln>
        </p:spPr>
      </p:cxnSp>
      <p:sp>
        <p:nvSpPr>
          <p:cNvPr id="826" name="Google Shape;826;p94"/>
          <p:cNvSpPr txBox="1">
            <a:spLocks noGrp="1"/>
          </p:cNvSpPr>
          <p:nvPr>
            <p:ph type="subTitle" idx="2"/>
          </p:nvPr>
        </p:nvSpPr>
        <p:spPr>
          <a:xfrm>
            <a:off x="2596896" y="3730752"/>
            <a:ext cx="14640000" cy="1408800"/>
          </a:xfrm>
          <a:prstGeom prst="rect">
            <a:avLst/>
          </a:prstGeom>
          <a:noFill/>
          <a:ln>
            <a:noFill/>
          </a:ln>
        </p:spPr>
        <p:txBody>
          <a:bodyPr spcFirstLastPara="1" wrap="square" lIns="22850" tIns="11425" rIns="22850" bIns="11425" anchor="t" anchorCtr="0">
            <a:noAutofit/>
          </a:bodyPr>
          <a:lstStyle>
            <a:lvl1pPr marR="0" lvl="0"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1pPr>
            <a:lvl2pPr marR="0" lvl="1"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2pPr>
            <a:lvl3pPr marR="0" lvl="2"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3pPr>
            <a:lvl4pPr marR="0" lvl="3"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4pPr>
            <a:lvl5pPr marR="0" lvl="4"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5pPr>
            <a:lvl6pPr marR="0" lvl="5"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6pPr>
            <a:lvl7pPr marR="0" lvl="6"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7pPr>
            <a:lvl8pPr marR="0" lvl="7"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8pPr>
            <a:lvl9pPr marR="0" lvl="8" algn="l" rtl="0">
              <a:lnSpc>
                <a:spcPct val="100000"/>
              </a:lnSpc>
              <a:spcBef>
                <a:spcPts val="0"/>
              </a:spcBef>
              <a:spcAft>
                <a:spcPts val="0"/>
              </a:spcAft>
              <a:buClr>
                <a:schemeClr val="dk2"/>
              </a:buClr>
              <a:buSzPts val="1200"/>
              <a:buFont typeface="Roboto Mono"/>
              <a:buNone/>
              <a:defRPr sz="4800" b="0" i="0" u="none" strike="noStrike" cap="none">
                <a:solidFill>
                  <a:schemeClr val="dk2"/>
                </a:solidFill>
                <a:latin typeface="Roboto Mono"/>
                <a:ea typeface="Roboto Mono"/>
                <a:cs typeface="Roboto Mono"/>
                <a:sym typeface="Roboto Mono"/>
              </a:defRPr>
            </a:lvl9pPr>
          </a:lstStyle>
          <a:p>
            <a:endParaRPr/>
          </a:p>
        </p:txBody>
      </p:sp>
    </p:spTree>
    <p:extLst>
      <p:ext uri="{BB962C8B-B14F-4D97-AF65-F5344CB8AC3E}">
        <p14:creationId xmlns:p14="http://schemas.microsoft.com/office/powerpoint/2010/main" val="34423326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Use Case Layout">
  <p:cSld name="Use Case Layout">
    <p:spTree>
      <p:nvGrpSpPr>
        <p:cNvPr id="1" name="Shape 827"/>
        <p:cNvGrpSpPr/>
        <p:nvPr/>
      </p:nvGrpSpPr>
      <p:grpSpPr>
        <a:xfrm>
          <a:off x="0" y="0"/>
          <a:ext cx="0" cy="0"/>
          <a:chOff x="0" y="0"/>
          <a:chExt cx="0" cy="0"/>
        </a:xfrm>
      </p:grpSpPr>
      <p:pic>
        <p:nvPicPr>
          <p:cNvPr id="828" name="Google Shape;828;p95"/>
          <p:cNvPicPr preferRelativeResize="0"/>
          <p:nvPr/>
        </p:nvPicPr>
        <p:blipFill rotWithShape="1">
          <a:blip r:embed="rId2">
            <a:alphaModFix/>
          </a:blip>
          <a:srcRect/>
          <a:stretch/>
        </p:blipFill>
        <p:spPr>
          <a:xfrm>
            <a:off x="0" y="2"/>
            <a:ext cx="36576008" cy="20574004"/>
          </a:xfrm>
          <a:prstGeom prst="rect">
            <a:avLst/>
          </a:prstGeom>
          <a:noFill/>
          <a:ln>
            <a:noFill/>
          </a:ln>
        </p:spPr>
      </p:pic>
      <p:sp>
        <p:nvSpPr>
          <p:cNvPr id="829" name="Google Shape;829;p95"/>
          <p:cNvSpPr>
            <a:spLocks noGrp="1"/>
          </p:cNvSpPr>
          <p:nvPr>
            <p:ph type="pic" idx="2"/>
          </p:nvPr>
        </p:nvSpPr>
        <p:spPr>
          <a:xfrm>
            <a:off x="0" y="0"/>
            <a:ext cx="36576000" cy="20574000"/>
          </a:xfrm>
          <a:prstGeom prst="rect">
            <a:avLst/>
          </a:prstGeom>
          <a:solidFill>
            <a:srgbClr val="F2F2F2"/>
          </a:solidFill>
          <a:ln>
            <a:noFill/>
          </a:ln>
        </p:spPr>
      </p:sp>
    </p:spTree>
    <p:extLst>
      <p:ext uri="{BB962C8B-B14F-4D97-AF65-F5344CB8AC3E}">
        <p14:creationId xmlns:p14="http://schemas.microsoft.com/office/powerpoint/2010/main" val="3795789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Embargo">
  <p:cSld name="Embargo">
    <p:spTree>
      <p:nvGrpSpPr>
        <p:cNvPr id="1" name="Shape 830"/>
        <p:cNvGrpSpPr/>
        <p:nvPr/>
      </p:nvGrpSpPr>
      <p:grpSpPr>
        <a:xfrm>
          <a:off x="0" y="0"/>
          <a:ext cx="0" cy="0"/>
          <a:chOff x="0" y="0"/>
          <a:chExt cx="0" cy="0"/>
        </a:xfrm>
      </p:grpSpPr>
      <p:sp>
        <p:nvSpPr>
          <p:cNvPr id="831" name="Google Shape;831;p96"/>
          <p:cNvSpPr/>
          <p:nvPr/>
        </p:nvSpPr>
        <p:spPr>
          <a:xfrm>
            <a:off x="0" y="0"/>
            <a:ext cx="36576000" cy="20574000"/>
          </a:xfrm>
          <a:prstGeom prst="rect">
            <a:avLst/>
          </a:prstGeom>
          <a:solidFill>
            <a:srgbClr val="9E0000"/>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Clr>
                <a:srgbClr val="000000"/>
              </a:buClr>
              <a:buSzPts val="500"/>
              <a:buFont typeface="Arial"/>
              <a:buNone/>
            </a:pPr>
            <a:endParaRPr sz="2000" b="0" i="0" u="none" strike="noStrike" cap="none">
              <a:solidFill>
                <a:schemeClr val="lt1"/>
              </a:solidFill>
              <a:latin typeface="Arial"/>
              <a:ea typeface="Arial"/>
              <a:cs typeface="Arial"/>
              <a:sym typeface="Arial"/>
            </a:endParaRPr>
          </a:p>
        </p:txBody>
      </p:sp>
      <p:sp>
        <p:nvSpPr>
          <p:cNvPr id="832" name="Google Shape;832;p96"/>
          <p:cNvSpPr txBox="1">
            <a:spLocks noGrp="1"/>
          </p:cNvSpPr>
          <p:nvPr>
            <p:ph type="title"/>
          </p:nvPr>
        </p:nvSpPr>
        <p:spPr>
          <a:xfrm>
            <a:off x="7634260" y="9024760"/>
            <a:ext cx="22734000" cy="1754400"/>
          </a:xfrm>
          <a:prstGeom prst="rect">
            <a:avLst/>
          </a:prstGeom>
          <a:noFill/>
          <a:ln>
            <a:noFill/>
          </a:ln>
        </p:spPr>
        <p:txBody>
          <a:bodyPr spcFirstLastPara="1" wrap="square" lIns="22850" tIns="11425" rIns="22850" bIns="11425" anchor="b" anchorCtr="0">
            <a:normAutofit/>
          </a:bodyPr>
          <a:lstStyle>
            <a:lvl1pPr lvl="0" algn="l">
              <a:lnSpc>
                <a:spcPct val="90000"/>
              </a:lnSpc>
              <a:spcBef>
                <a:spcPts val="0"/>
              </a:spcBef>
              <a:spcAft>
                <a:spcPts val="0"/>
              </a:spcAft>
              <a:buClr>
                <a:schemeClr val="dk1"/>
              </a:buClr>
              <a:buSzPts val="3000"/>
              <a:buFont typeface="NVIDIA Sans Light"/>
              <a:buNone/>
              <a:defRPr sz="12000" b="0" cap="none">
                <a:solidFill>
                  <a:schemeClr val="dk1"/>
                </a:solidFill>
                <a:latin typeface="NVIDIA Sans Light"/>
                <a:ea typeface="NVIDIA Sans Light"/>
                <a:cs typeface="NVIDIA Sans Light"/>
                <a:sym typeface="NVIDIA Sans Light"/>
              </a:defRPr>
            </a:lvl1pPr>
            <a:lvl2pPr lvl="1"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2pPr>
            <a:lvl3pPr lvl="2"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3pPr>
            <a:lvl4pPr lvl="3"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4pPr>
            <a:lvl5pPr lvl="4"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5pPr>
            <a:lvl6pPr lvl="5"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6pPr>
            <a:lvl7pPr lvl="6"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7pPr>
            <a:lvl8pPr lvl="7"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8pPr>
            <a:lvl9pPr lvl="8" algn="l">
              <a:lnSpc>
                <a:spcPct val="100000"/>
              </a:lnSpc>
              <a:spcBef>
                <a:spcPts val="0"/>
              </a:spcBef>
              <a:spcAft>
                <a:spcPts val="0"/>
              </a:spcAft>
              <a:buSzPts val="3000"/>
              <a:buFont typeface="NVIDIA Sans Light"/>
              <a:buNone/>
              <a:defRPr sz="12000" b="0">
                <a:latin typeface="NVIDIA Sans Light"/>
                <a:ea typeface="NVIDIA Sans Light"/>
                <a:cs typeface="NVIDIA Sans Light"/>
                <a:sym typeface="NVIDIA Sans Light"/>
              </a:defRPr>
            </a:lvl9pPr>
          </a:lstStyle>
          <a:p>
            <a:endParaRPr/>
          </a:p>
        </p:txBody>
      </p:sp>
      <p:pic>
        <p:nvPicPr>
          <p:cNvPr id="833" name="Google Shape;833;p96" descr="A close up of a logo&#10;&#10;Description automatically generated"/>
          <p:cNvPicPr preferRelativeResize="0"/>
          <p:nvPr/>
        </p:nvPicPr>
        <p:blipFill rotWithShape="1">
          <a:blip r:embed="rId2">
            <a:alphaModFix/>
          </a:blip>
          <a:srcRect/>
          <a:stretch/>
        </p:blipFill>
        <p:spPr>
          <a:xfrm>
            <a:off x="7193142" y="6248046"/>
            <a:ext cx="2357260" cy="2357260"/>
          </a:xfrm>
          <a:prstGeom prst="rect">
            <a:avLst/>
          </a:prstGeom>
          <a:noFill/>
          <a:ln>
            <a:noFill/>
          </a:ln>
        </p:spPr>
      </p:pic>
      <p:sp>
        <p:nvSpPr>
          <p:cNvPr id="834" name="Google Shape;834;p96"/>
          <p:cNvSpPr txBox="1">
            <a:spLocks noGrp="1"/>
          </p:cNvSpPr>
          <p:nvPr>
            <p:ph type="subTitle" idx="1"/>
          </p:nvPr>
        </p:nvSpPr>
        <p:spPr>
          <a:xfrm>
            <a:off x="7635240" y="10771632"/>
            <a:ext cx="22731600" cy="5478000"/>
          </a:xfrm>
          <a:prstGeom prst="rect">
            <a:avLst/>
          </a:prstGeom>
          <a:noFill/>
          <a:ln>
            <a:noFill/>
          </a:ln>
        </p:spPr>
        <p:txBody>
          <a:bodyPr spcFirstLastPara="1" wrap="square" lIns="22850" tIns="11425" rIns="22850" bIns="11425" anchor="t" anchorCtr="0">
            <a:noAutofit/>
          </a:bodyPr>
          <a:lstStyle>
            <a:lvl1pPr marR="0" lvl="0" algn="l" rtl="0">
              <a:lnSpc>
                <a:spcPct val="100000"/>
              </a:lnSpc>
              <a:spcBef>
                <a:spcPts val="0"/>
              </a:spcBef>
              <a:spcAft>
                <a:spcPts val="0"/>
              </a:spcAft>
              <a:buClr>
                <a:schemeClr val="dk1"/>
              </a:buClr>
              <a:buSzPts val="1100"/>
              <a:buFont typeface="NVIDIA Sans Medium"/>
              <a:buNone/>
              <a:defRPr sz="4400" b="0" i="0" u="none" strike="noStrike" cap="none">
                <a:solidFill>
                  <a:schemeClr val="dk1"/>
                </a:solidFill>
                <a:latin typeface="NVIDIA Sans Medium"/>
                <a:ea typeface="NVIDIA Sans Medium"/>
                <a:cs typeface="NVIDIA Sans Medium"/>
                <a:sym typeface="NVIDIA Sans Medium"/>
              </a:defRPr>
            </a:lvl1pPr>
            <a:lvl2pPr marR="0" lvl="1"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2pPr>
            <a:lvl3pPr marR="0" lvl="2"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3pPr>
            <a:lvl4pPr marR="0" lvl="3"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4pPr>
            <a:lvl5pPr marR="0" lvl="4"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5pPr>
            <a:lvl6pPr marR="0" lvl="5"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6pPr>
            <a:lvl7pPr marR="0" lvl="6"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7pPr>
            <a:lvl8pPr marR="0" lvl="7"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8pPr>
            <a:lvl9pPr marR="0" lvl="8" algn="l" rtl="0">
              <a:lnSpc>
                <a:spcPct val="100000"/>
              </a:lnSpc>
              <a:spcBef>
                <a:spcPts val="0"/>
              </a:spcBef>
              <a:spcAft>
                <a:spcPts val="0"/>
              </a:spcAft>
              <a:buClr>
                <a:srgbClr val="000000"/>
              </a:buClr>
              <a:buSzPts val="1100"/>
              <a:buFont typeface="NVIDIA Sans Medium"/>
              <a:buNone/>
              <a:defRPr sz="4400" b="0" i="0" u="none" strike="noStrike" cap="none">
                <a:solidFill>
                  <a:srgbClr val="000000"/>
                </a:solidFill>
                <a:latin typeface="NVIDIA Sans Medium"/>
                <a:ea typeface="NVIDIA Sans Medium"/>
                <a:cs typeface="NVIDIA Sans Medium"/>
                <a:sym typeface="NVIDIA Sans Medium"/>
              </a:defRPr>
            </a:lvl9pPr>
          </a:lstStyle>
          <a:p>
            <a:endParaRPr/>
          </a:p>
        </p:txBody>
      </p:sp>
    </p:spTree>
    <p:extLst>
      <p:ext uri="{BB962C8B-B14F-4D97-AF65-F5344CB8AC3E}">
        <p14:creationId xmlns:p14="http://schemas.microsoft.com/office/powerpoint/2010/main" val="18181779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835"/>
        <p:cNvGrpSpPr/>
        <p:nvPr/>
      </p:nvGrpSpPr>
      <p:grpSpPr>
        <a:xfrm>
          <a:off x="0" y="0"/>
          <a:ext cx="0" cy="0"/>
          <a:chOff x="0" y="0"/>
          <a:chExt cx="0" cy="0"/>
        </a:xfrm>
      </p:grpSpPr>
      <p:pic>
        <p:nvPicPr>
          <p:cNvPr id="836" name="Google Shape;836;p97"/>
          <p:cNvPicPr preferRelativeResize="0"/>
          <p:nvPr/>
        </p:nvPicPr>
        <p:blipFill rotWithShape="1">
          <a:blip r:embed="rId2">
            <a:alphaModFix/>
          </a:blip>
          <a:srcRect/>
          <a:stretch/>
        </p:blipFill>
        <p:spPr>
          <a:xfrm>
            <a:off x="4102" y="22734"/>
            <a:ext cx="36576012" cy="20573996"/>
          </a:xfrm>
          <a:prstGeom prst="rect">
            <a:avLst/>
          </a:prstGeom>
          <a:noFill/>
          <a:ln>
            <a:noFill/>
          </a:ln>
        </p:spPr>
      </p:pic>
      <p:sp>
        <p:nvSpPr>
          <p:cNvPr id="837" name="Google Shape;837;p97"/>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SzPts val="1800"/>
              <a:buNone/>
              <a:defRPr sz="7200" cap="none"/>
            </a:lvl1pPr>
            <a:lvl2pPr lvl="1" algn="l">
              <a:lnSpc>
                <a:spcPct val="100000"/>
              </a:lnSpc>
              <a:spcBef>
                <a:spcPts val="0"/>
              </a:spcBef>
              <a:spcAft>
                <a:spcPts val="0"/>
              </a:spcAft>
              <a:buClr>
                <a:schemeClr val="lt1"/>
              </a:buClr>
              <a:buSzPts val="1800"/>
              <a:buNone/>
              <a:defRPr>
                <a:solidFill>
                  <a:schemeClr val="lt1"/>
                </a:solidFill>
              </a:defRPr>
            </a:lvl2pPr>
            <a:lvl3pPr lvl="2" algn="l">
              <a:lnSpc>
                <a:spcPct val="100000"/>
              </a:lnSpc>
              <a:spcBef>
                <a:spcPts val="0"/>
              </a:spcBef>
              <a:spcAft>
                <a:spcPts val="0"/>
              </a:spcAft>
              <a:buClr>
                <a:schemeClr val="lt1"/>
              </a:buClr>
              <a:buSzPts val="1800"/>
              <a:buNone/>
              <a:defRPr>
                <a:solidFill>
                  <a:schemeClr val="lt1"/>
                </a:solidFill>
              </a:defRPr>
            </a:lvl3pPr>
            <a:lvl4pPr lvl="3" algn="l">
              <a:lnSpc>
                <a:spcPct val="100000"/>
              </a:lnSpc>
              <a:spcBef>
                <a:spcPts val="0"/>
              </a:spcBef>
              <a:spcAft>
                <a:spcPts val="0"/>
              </a:spcAft>
              <a:buClr>
                <a:schemeClr val="lt1"/>
              </a:buClr>
              <a:buSzPts val="1800"/>
              <a:buNone/>
              <a:defRPr>
                <a:solidFill>
                  <a:schemeClr val="lt1"/>
                </a:solidFill>
              </a:defRPr>
            </a:lvl4pPr>
            <a:lvl5pPr lvl="4" algn="l">
              <a:lnSpc>
                <a:spcPct val="100000"/>
              </a:lnSpc>
              <a:spcBef>
                <a:spcPts val="0"/>
              </a:spcBef>
              <a:spcAft>
                <a:spcPts val="0"/>
              </a:spcAft>
              <a:buClr>
                <a:schemeClr val="lt1"/>
              </a:buClr>
              <a:buSzPts val="1800"/>
              <a:buNone/>
              <a:defRPr>
                <a:solidFill>
                  <a:schemeClr val="lt1"/>
                </a:solidFill>
              </a:defRPr>
            </a:lvl5pPr>
            <a:lvl6pPr lvl="5" algn="l">
              <a:lnSpc>
                <a:spcPct val="100000"/>
              </a:lnSpc>
              <a:spcBef>
                <a:spcPts val="0"/>
              </a:spcBef>
              <a:spcAft>
                <a:spcPts val="0"/>
              </a:spcAft>
              <a:buClr>
                <a:schemeClr val="lt1"/>
              </a:buClr>
              <a:buSzPts val="1800"/>
              <a:buNone/>
              <a:defRPr>
                <a:solidFill>
                  <a:schemeClr val="lt1"/>
                </a:solidFill>
              </a:defRPr>
            </a:lvl6pPr>
            <a:lvl7pPr lvl="6" algn="l">
              <a:lnSpc>
                <a:spcPct val="100000"/>
              </a:lnSpc>
              <a:spcBef>
                <a:spcPts val="0"/>
              </a:spcBef>
              <a:spcAft>
                <a:spcPts val="0"/>
              </a:spcAft>
              <a:buClr>
                <a:schemeClr val="lt1"/>
              </a:buClr>
              <a:buSzPts val="1800"/>
              <a:buNone/>
              <a:defRPr>
                <a:solidFill>
                  <a:schemeClr val="lt1"/>
                </a:solidFill>
              </a:defRPr>
            </a:lvl7pPr>
            <a:lvl8pPr lvl="7" algn="l">
              <a:lnSpc>
                <a:spcPct val="100000"/>
              </a:lnSpc>
              <a:spcBef>
                <a:spcPts val="0"/>
              </a:spcBef>
              <a:spcAft>
                <a:spcPts val="0"/>
              </a:spcAft>
              <a:buClr>
                <a:schemeClr val="lt1"/>
              </a:buClr>
              <a:buSzPts val="1800"/>
              <a:buNone/>
              <a:defRPr>
                <a:solidFill>
                  <a:schemeClr val="lt1"/>
                </a:solidFill>
              </a:defRPr>
            </a:lvl8pPr>
            <a:lvl9pPr lvl="8" algn="l">
              <a:lnSpc>
                <a:spcPct val="100000"/>
              </a:lnSpc>
              <a:spcBef>
                <a:spcPts val="0"/>
              </a:spcBef>
              <a:spcAft>
                <a:spcPts val="0"/>
              </a:spcAft>
              <a:buClr>
                <a:schemeClr val="lt1"/>
              </a:buClr>
              <a:buSzPts val="1800"/>
              <a:buNone/>
              <a:defRPr>
                <a:solidFill>
                  <a:schemeClr val="lt1"/>
                </a:solidFill>
              </a:defRPr>
            </a:lvl9pPr>
          </a:lstStyle>
          <a:p>
            <a:endParaRPr/>
          </a:p>
        </p:txBody>
      </p:sp>
      <p:cxnSp>
        <p:nvCxnSpPr>
          <p:cNvPr id="838" name="Google Shape;838;p97"/>
          <p:cNvCxnSpPr/>
          <p:nvPr/>
        </p:nvCxnSpPr>
        <p:spPr>
          <a:xfrm>
            <a:off x="0" y="11329276"/>
            <a:ext cx="36576000" cy="0"/>
          </a:xfrm>
          <a:prstGeom prst="straightConnector1">
            <a:avLst/>
          </a:prstGeom>
          <a:noFill/>
          <a:ln w="50800" cap="flat" cmpd="sng">
            <a:solidFill>
              <a:srgbClr val="588A00"/>
            </a:solidFill>
            <a:prstDash val="solid"/>
            <a:round/>
            <a:headEnd type="none" w="sm" len="sm"/>
            <a:tailEnd type="none" w="sm" len="sm"/>
          </a:ln>
        </p:spPr>
      </p:cxnSp>
      <p:sp>
        <p:nvSpPr>
          <p:cNvPr id="839" name="Google Shape;839;p97"/>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48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380755728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Timeline w/ Images Layout 1">
  <p:cSld name="Timeline w/ Images Layout 1">
    <p:spTree>
      <p:nvGrpSpPr>
        <p:cNvPr id="1" name="Shape 840"/>
        <p:cNvGrpSpPr/>
        <p:nvPr/>
      </p:nvGrpSpPr>
      <p:grpSpPr>
        <a:xfrm>
          <a:off x="0" y="0"/>
          <a:ext cx="0" cy="0"/>
          <a:chOff x="0" y="0"/>
          <a:chExt cx="0" cy="0"/>
        </a:xfrm>
      </p:grpSpPr>
      <p:pic>
        <p:nvPicPr>
          <p:cNvPr id="841" name="Google Shape;841;p98"/>
          <p:cNvPicPr preferRelativeResize="0"/>
          <p:nvPr/>
        </p:nvPicPr>
        <p:blipFill rotWithShape="1">
          <a:blip r:embed="rId2">
            <a:alphaModFix/>
          </a:blip>
          <a:srcRect/>
          <a:stretch/>
        </p:blipFill>
        <p:spPr>
          <a:xfrm>
            <a:off x="4102" y="22734"/>
            <a:ext cx="36576012" cy="20573996"/>
          </a:xfrm>
          <a:prstGeom prst="rect">
            <a:avLst/>
          </a:prstGeom>
          <a:noFill/>
          <a:ln>
            <a:noFill/>
          </a:ln>
        </p:spPr>
      </p:pic>
      <p:sp>
        <p:nvSpPr>
          <p:cNvPr id="842" name="Google Shape;842;p98"/>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SzPts val="1800"/>
              <a:buNone/>
              <a:defRPr sz="7200" cap="none"/>
            </a:lvl1pPr>
            <a:lvl2pPr lvl="1" algn="l">
              <a:lnSpc>
                <a:spcPct val="100000"/>
              </a:lnSpc>
              <a:spcBef>
                <a:spcPts val="0"/>
              </a:spcBef>
              <a:spcAft>
                <a:spcPts val="0"/>
              </a:spcAft>
              <a:buClr>
                <a:schemeClr val="lt1"/>
              </a:buClr>
              <a:buSzPts val="1800"/>
              <a:buNone/>
              <a:defRPr>
                <a:solidFill>
                  <a:schemeClr val="lt1"/>
                </a:solidFill>
              </a:defRPr>
            </a:lvl2pPr>
            <a:lvl3pPr lvl="2" algn="l">
              <a:lnSpc>
                <a:spcPct val="100000"/>
              </a:lnSpc>
              <a:spcBef>
                <a:spcPts val="0"/>
              </a:spcBef>
              <a:spcAft>
                <a:spcPts val="0"/>
              </a:spcAft>
              <a:buClr>
                <a:schemeClr val="lt1"/>
              </a:buClr>
              <a:buSzPts val="1800"/>
              <a:buNone/>
              <a:defRPr>
                <a:solidFill>
                  <a:schemeClr val="lt1"/>
                </a:solidFill>
              </a:defRPr>
            </a:lvl3pPr>
            <a:lvl4pPr lvl="3" algn="l">
              <a:lnSpc>
                <a:spcPct val="100000"/>
              </a:lnSpc>
              <a:spcBef>
                <a:spcPts val="0"/>
              </a:spcBef>
              <a:spcAft>
                <a:spcPts val="0"/>
              </a:spcAft>
              <a:buClr>
                <a:schemeClr val="lt1"/>
              </a:buClr>
              <a:buSzPts val="1800"/>
              <a:buNone/>
              <a:defRPr>
                <a:solidFill>
                  <a:schemeClr val="lt1"/>
                </a:solidFill>
              </a:defRPr>
            </a:lvl4pPr>
            <a:lvl5pPr lvl="4" algn="l">
              <a:lnSpc>
                <a:spcPct val="100000"/>
              </a:lnSpc>
              <a:spcBef>
                <a:spcPts val="0"/>
              </a:spcBef>
              <a:spcAft>
                <a:spcPts val="0"/>
              </a:spcAft>
              <a:buClr>
                <a:schemeClr val="lt1"/>
              </a:buClr>
              <a:buSzPts val="1800"/>
              <a:buNone/>
              <a:defRPr>
                <a:solidFill>
                  <a:schemeClr val="lt1"/>
                </a:solidFill>
              </a:defRPr>
            </a:lvl5pPr>
            <a:lvl6pPr lvl="5" algn="l">
              <a:lnSpc>
                <a:spcPct val="100000"/>
              </a:lnSpc>
              <a:spcBef>
                <a:spcPts val="0"/>
              </a:spcBef>
              <a:spcAft>
                <a:spcPts val="0"/>
              </a:spcAft>
              <a:buClr>
                <a:schemeClr val="lt1"/>
              </a:buClr>
              <a:buSzPts val="1800"/>
              <a:buNone/>
              <a:defRPr>
                <a:solidFill>
                  <a:schemeClr val="lt1"/>
                </a:solidFill>
              </a:defRPr>
            </a:lvl6pPr>
            <a:lvl7pPr lvl="6" algn="l">
              <a:lnSpc>
                <a:spcPct val="100000"/>
              </a:lnSpc>
              <a:spcBef>
                <a:spcPts val="0"/>
              </a:spcBef>
              <a:spcAft>
                <a:spcPts val="0"/>
              </a:spcAft>
              <a:buClr>
                <a:schemeClr val="lt1"/>
              </a:buClr>
              <a:buSzPts val="1800"/>
              <a:buNone/>
              <a:defRPr>
                <a:solidFill>
                  <a:schemeClr val="lt1"/>
                </a:solidFill>
              </a:defRPr>
            </a:lvl7pPr>
            <a:lvl8pPr lvl="7" algn="l">
              <a:lnSpc>
                <a:spcPct val="100000"/>
              </a:lnSpc>
              <a:spcBef>
                <a:spcPts val="0"/>
              </a:spcBef>
              <a:spcAft>
                <a:spcPts val="0"/>
              </a:spcAft>
              <a:buClr>
                <a:schemeClr val="lt1"/>
              </a:buClr>
              <a:buSzPts val="1800"/>
              <a:buNone/>
              <a:defRPr>
                <a:solidFill>
                  <a:schemeClr val="lt1"/>
                </a:solidFill>
              </a:defRPr>
            </a:lvl8pPr>
            <a:lvl9pPr lvl="8" algn="l">
              <a:lnSpc>
                <a:spcPct val="100000"/>
              </a:lnSpc>
              <a:spcBef>
                <a:spcPts val="0"/>
              </a:spcBef>
              <a:spcAft>
                <a:spcPts val="0"/>
              </a:spcAft>
              <a:buClr>
                <a:schemeClr val="lt1"/>
              </a:buClr>
              <a:buSzPts val="1800"/>
              <a:buNone/>
              <a:defRPr>
                <a:solidFill>
                  <a:schemeClr val="lt1"/>
                </a:solidFill>
              </a:defRPr>
            </a:lvl9pPr>
          </a:lstStyle>
          <a:p>
            <a:endParaRPr/>
          </a:p>
        </p:txBody>
      </p:sp>
      <p:cxnSp>
        <p:nvCxnSpPr>
          <p:cNvPr id="843" name="Google Shape;843;p98"/>
          <p:cNvCxnSpPr/>
          <p:nvPr/>
        </p:nvCxnSpPr>
        <p:spPr>
          <a:xfrm>
            <a:off x="0" y="12517120"/>
            <a:ext cx="36576000" cy="0"/>
          </a:xfrm>
          <a:prstGeom prst="straightConnector1">
            <a:avLst/>
          </a:prstGeom>
          <a:noFill/>
          <a:ln w="63500" cap="flat" cmpd="sng">
            <a:solidFill>
              <a:srgbClr val="588A00"/>
            </a:solidFill>
            <a:prstDash val="solid"/>
            <a:round/>
            <a:headEnd type="none" w="sm" len="sm"/>
            <a:tailEnd type="none" w="sm" len="sm"/>
          </a:ln>
        </p:spPr>
      </p:cxnSp>
      <p:sp>
        <p:nvSpPr>
          <p:cNvPr id="844" name="Google Shape;844;p98"/>
          <p:cNvSpPr>
            <a:spLocks noGrp="1"/>
          </p:cNvSpPr>
          <p:nvPr>
            <p:ph type="pic" idx="2"/>
          </p:nvPr>
        </p:nvSpPr>
        <p:spPr>
          <a:xfrm>
            <a:off x="1104900" y="8828852"/>
            <a:ext cx="6172800" cy="42096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845" name="Google Shape;845;p98"/>
          <p:cNvSpPr>
            <a:spLocks noGrp="1"/>
          </p:cNvSpPr>
          <p:nvPr>
            <p:ph type="pic" idx="3"/>
          </p:nvPr>
        </p:nvSpPr>
        <p:spPr>
          <a:xfrm>
            <a:off x="8153396" y="12016056"/>
            <a:ext cx="6172800" cy="42096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846" name="Google Shape;846;p98"/>
          <p:cNvSpPr>
            <a:spLocks noGrp="1"/>
          </p:cNvSpPr>
          <p:nvPr>
            <p:ph type="pic" idx="4"/>
          </p:nvPr>
        </p:nvSpPr>
        <p:spPr>
          <a:xfrm>
            <a:off x="15163792" y="8828852"/>
            <a:ext cx="6172800" cy="42096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847" name="Google Shape;847;p98"/>
          <p:cNvSpPr>
            <a:spLocks noGrp="1"/>
          </p:cNvSpPr>
          <p:nvPr>
            <p:ph type="pic" idx="5"/>
          </p:nvPr>
        </p:nvSpPr>
        <p:spPr>
          <a:xfrm>
            <a:off x="22212296" y="12016056"/>
            <a:ext cx="6172800" cy="42096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848" name="Google Shape;848;p98"/>
          <p:cNvSpPr>
            <a:spLocks noGrp="1"/>
          </p:cNvSpPr>
          <p:nvPr>
            <p:ph type="pic" idx="6"/>
          </p:nvPr>
        </p:nvSpPr>
        <p:spPr>
          <a:xfrm>
            <a:off x="29298904" y="8828852"/>
            <a:ext cx="6172800" cy="4209600"/>
          </a:xfrm>
          <a:prstGeom prst="rect">
            <a:avLst/>
          </a:prstGeom>
          <a:solidFill>
            <a:srgbClr val="151617">
              <a:alpha val="60392"/>
            </a:srgbClr>
          </a:solidFill>
          <a:ln w="9525" cap="flat" cmpd="sng">
            <a:solidFill>
              <a:schemeClr val="accent5"/>
            </a:solidFill>
            <a:prstDash val="solid"/>
            <a:round/>
            <a:headEnd type="none" w="sm" len="sm"/>
            <a:tailEnd type="none" w="sm" len="sm"/>
          </a:ln>
        </p:spPr>
      </p:sp>
      <p:sp>
        <p:nvSpPr>
          <p:cNvPr id="849" name="Google Shape;849;p98"/>
          <p:cNvSpPr txBox="1"/>
          <p:nvPr/>
        </p:nvSpPr>
        <p:spPr>
          <a:xfrm>
            <a:off x="1104900" y="-3869976"/>
            <a:ext cx="6199200" cy="795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000000"/>
              </a:buClr>
              <a:buSzPts val="700"/>
              <a:buFont typeface="Arial"/>
              <a:buNone/>
            </a:pPr>
            <a:endParaRPr sz="2800" b="0" i="0" u="none" strike="noStrike" cap="none">
              <a:solidFill>
                <a:srgbClr val="000000"/>
              </a:solidFill>
              <a:latin typeface="Arial"/>
              <a:ea typeface="Arial"/>
              <a:cs typeface="Arial"/>
              <a:sym typeface="Arial"/>
            </a:endParaRPr>
          </a:p>
        </p:txBody>
      </p:sp>
      <p:sp>
        <p:nvSpPr>
          <p:cNvPr id="850" name="Google Shape;850;p98"/>
          <p:cNvSpPr txBox="1">
            <a:spLocks noGrp="1"/>
          </p:cNvSpPr>
          <p:nvPr>
            <p:ph type="subTitle" idx="1"/>
          </p:nvPr>
        </p:nvSpPr>
        <p:spPr>
          <a:xfrm>
            <a:off x="29297376" y="7949100"/>
            <a:ext cx="6172800" cy="676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851" name="Google Shape;851;p98"/>
          <p:cNvSpPr txBox="1">
            <a:spLocks noGrp="1"/>
          </p:cNvSpPr>
          <p:nvPr>
            <p:ph type="subTitle" idx="7"/>
          </p:nvPr>
        </p:nvSpPr>
        <p:spPr>
          <a:xfrm>
            <a:off x="29297376" y="7235664"/>
            <a:ext cx="6172800" cy="795600"/>
          </a:xfrm>
          <a:prstGeom prst="rect">
            <a:avLst/>
          </a:prstGeom>
          <a:noFill/>
          <a:ln>
            <a:noFill/>
          </a:ln>
        </p:spPr>
        <p:txBody>
          <a:bodyPr spcFirstLastPara="1" wrap="square" lIns="22850" tIns="11425" rIns="22850" bIns="11425" anchor="ctr" anchorCtr="0">
            <a:noAutofit/>
          </a:bodyPr>
          <a:lstStyle>
            <a:lvl1pPr marR="0" lvl="0"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1pPr>
            <a:lvl2pPr marR="0" lvl="1"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2pPr>
            <a:lvl3pPr marR="0" lvl="2"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3pPr>
            <a:lvl4pPr marR="0" lvl="3"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4pPr>
            <a:lvl5pPr marR="0" lvl="4"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5pPr>
            <a:lvl6pPr marR="0" lvl="5"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6pPr>
            <a:lvl7pPr marR="0" lvl="6"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7pPr>
            <a:lvl8pPr marR="0" lvl="7"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8pPr>
            <a:lvl9pPr marR="0" lvl="8"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9pPr>
          </a:lstStyle>
          <a:p>
            <a:endParaRPr/>
          </a:p>
        </p:txBody>
      </p:sp>
      <p:sp>
        <p:nvSpPr>
          <p:cNvPr id="852" name="Google Shape;852;p98"/>
          <p:cNvSpPr txBox="1">
            <a:spLocks noGrp="1"/>
          </p:cNvSpPr>
          <p:nvPr>
            <p:ph type="subTitle" idx="8"/>
          </p:nvPr>
        </p:nvSpPr>
        <p:spPr>
          <a:xfrm>
            <a:off x="29297376" y="6492936"/>
            <a:ext cx="6172800" cy="795600"/>
          </a:xfrm>
          <a:prstGeom prst="rect">
            <a:avLst/>
          </a:prstGeom>
          <a:noFill/>
          <a:ln>
            <a:noFill/>
          </a:ln>
        </p:spPr>
        <p:txBody>
          <a:bodyPr spcFirstLastPara="1" wrap="square" lIns="22850" tIns="11425" rIns="22850" bIns="11425" anchor="b" anchorCtr="0">
            <a:noAutofit/>
          </a:bodyPr>
          <a:lstStyle>
            <a:lvl1pPr marR="0" lvl="0"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1pPr>
            <a:lvl2pPr marR="0" lvl="1"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2pPr>
            <a:lvl3pPr marR="0" lvl="2"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3pPr>
            <a:lvl4pPr marR="0" lvl="3"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4pPr>
            <a:lvl5pPr marR="0" lvl="4"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5pPr>
            <a:lvl6pPr marR="0" lvl="5"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6pPr>
            <a:lvl7pPr marR="0" lvl="6"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7pPr>
            <a:lvl8pPr marR="0" lvl="7"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8pPr>
            <a:lvl9pPr marR="0" lvl="8"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9pPr>
          </a:lstStyle>
          <a:p>
            <a:endParaRPr/>
          </a:p>
        </p:txBody>
      </p:sp>
      <p:sp>
        <p:nvSpPr>
          <p:cNvPr id="853" name="Google Shape;853;p98"/>
          <p:cNvSpPr txBox="1">
            <a:spLocks noGrp="1"/>
          </p:cNvSpPr>
          <p:nvPr>
            <p:ph type="subTitle" idx="9"/>
          </p:nvPr>
        </p:nvSpPr>
        <p:spPr>
          <a:xfrm>
            <a:off x="1106424" y="7946136"/>
            <a:ext cx="6172800" cy="676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854" name="Google Shape;854;p98"/>
          <p:cNvSpPr txBox="1">
            <a:spLocks noGrp="1"/>
          </p:cNvSpPr>
          <p:nvPr>
            <p:ph type="subTitle" idx="13"/>
          </p:nvPr>
        </p:nvSpPr>
        <p:spPr>
          <a:xfrm>
            <a:off x="1106424" y="7232904"/>
            <a:ext cx="6172800" cy="795600"/>
          </a:xfrm>
          <a:prstGeom prst="rect">
            <a:avLst/>
          </a:prstGeom>
          <a:noFill/>
          <a:ln>
            <a:noFill/>
          </a:ln>
        </p:spPr>
        <p:txBody>
          <a:bodyPr spcFirstLastPara="1" wrap="square" lIns="22850" tIns="11425" rIns="22850" bIns="11425" anchor="ctr" anchorCtr="0">
            <a:noAutofit/>
          </a:bodyPr>
          <a:lstStyle>
            <a:lvl1pPr marR="0" lvl="0"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1pPr>
            <a:lvl2pPr marR="0" lvl="1"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2pPr>
            <a:lvl3pPr marR="0" lvl="2"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3pPr>
            <a:lvl4pPr marR="0" lvl="3"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4pPr>
            <a:lvl5pPr marR="0" lvl="4"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5pPr>
            <a:lvl6pPr marR="0" lvl="5"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6pPr>
            <a:lvl7pPr marR="0" lvl="6"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7pPr>
            <a:lvl8pPr marR="0" lvl="7"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8pPr>
            <a:lvl9pPr marR="0" lvl="8"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9pPr>
          </a:lstStyle>
          <a:p>
            <a:endParaRPr/>
          </a:p>
        </p:txBody>
      </p:sp>
      <p:sp>
        <p:nvSpPr>
          <p:cNvPr id="855" name="Google Shape;855;p98"/>
          <p:cNvSpPr txBox="1">
            <a:spLocks noGrp="1"/>
          </p:cNvSpPr>
          <p:nvPr>
            <p:ph type="subTitle" idx="14"/>
          </p:nvPr>
        </p:nvSpPr>
        <p:spPr>
          <a:xfrm>
            <a:off x="1106424" y="6492240"/>
            <a:ext cx="6172800" cy="676800"/>
          </a:xfrm>
          <a:prstGeom prst="rect">
            <a:avLst/>
          </a:prstGeom>
          <a:noFill/>
          <a:ln>
            <a:noFill/>
          </a:ln>
        </p:spPr>
        <p:txBody>
          <a:bodyPr spcFirstLastPara="1" wrap="square" lIns="22850" tIns="11425" rIns="22850" bIns="11425" anchor="b" anchorCtr="0">
            <a:noAutofit/>
          </a:bodyPr>
          <a:lstStyle>
            <a:lvl1pPr marR="0" lvl="0"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1pPr>
            <a:lvl2pPr marR="0" lvl="1"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2pPr>
            <a:lvl3pPr marR="0" lvl="2"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3pPr>
            <a:lvl4pPr marR="0" lvl="3"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4pPr>
            <a:lvl5pPr marR="0" lvl="4"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5pPr>
            <a:lvl6pPr marR="0" lvl="5"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6pPr>
            <a:lvl7pPr marR="0" lvl="6"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7pPr>
            <a:lvl8pPr marR="0" lvl="7"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8pPr>
            <a:lvl9pPr marR="0" lvl="8"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9pPr>
          </a:lstStyle>
          <a:p>
            <a:endParaRPr/>
          </a:p>
        </p:txBody>
      </p:sp>
      <p:sp>
        <p:nvSpPr>
          <p:cNvPr id="856" name="Google Shape;856;p98"/>
          <p:cNvSpPr txBox="1">
            <a:spLocks noGrp="1"/>
          </p:cNvSpPr>
          <p:nvPr>
            <p:ph type="subTitle" idx="15"/>
          </p:nvPr>
        </p:nvSpPr>
        <p:spPr>
          <a:xfrm>
            <a:off x="8156448" y="11137392"/>
            <a:ext cx="6172800" cy="676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857" name="Google Shape;857;p98"/>
          <p:cNvSpPr txBox="1">
            <a:spLocks noGrp="1"/>
          </p:cNvSpPr>
          <p:nvPr>
            <p:ph type="subTitle" idx="16"/>
          </p:nvPr>
        </p:nvSpPr>
        <p:spPr>
          <a:xfrm>
            <a:off x="8156448" y="10424160"/>
            <a:ext cx="6172800" cy="795600"/>
          </a:xfrm>
          <a:prstGeom prst="rect">
            <a:avLst/>
          </a:prstGeom>
          <a:noFill/>
          <a:ln>
            <a:noFill/>
          </a:ln>
        </p:spPr>
        <p:txBody>
          <a:bodyPr spcFirstLastPara="1" wrap="square" lIns="22850" tIns="11425" rIns="22850" bIns="11425" anchor="ctr" anchorCtr="0">
            <a:noAutofit/>
          </a:bodyPr>
          <a:lstStyle>
            <a:lvl1pPr marR="0" lvl="0"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1pPr>
            <a:lvl2pPr marR="0" lvl="1"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2pPr>
            <a:lvl3pPr marR="0" lvl="2"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3pPr>
            <a:lvl4pPr marR="0" lvl="3"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4pPr>
            <a:lvl5pPr marR="0" lvl="4"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5pPr>
            <a:lvl6pPr marR="0" lvl="5"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6pPr>
            <a:lvl7pPr marR="0" lvl="6"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7pPr>
            <a:lvl8pPr marR="0" lvl="7"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8pPr>
            <a:lvl9pPr marR="0" lvl="8"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9pPr>
          </a:lstStyle>
          <a:p>
            <a:endParaRPr/>
          </a:p>
        </p:txBody>
      </p:sp>
      <p:sp>
        <p:nvSpPr>
          <p:cNvPr id="858" name="Google Shape;858;p98"/>
          <p:cNvSpPr txBox="1">
            <a:spLocks noGrp="1"/>
          </p:cNvSpPr>
          <p:nvPr>
            <p:ph type="subTitle" idx="17"/>
          </p:nvPr>
        </p:nvSpPr>
        <p:spPr>
          <a:xfrm>
            <a:off x="8156448" y="9683496"/>
            <a:ext cx="6172800" cy="795600"/>
          </a:xfrm>
          <a:prstGeom prst="rect">
            <a:avLst/>
          </a:prstGeom>
          <a:noFill/>
          <a:ln>
            <a:noFill/>
          </a:ln>
        </p:spPr>
        <p:txBody>
          <a:bodyPr spcFirstLastPara="1" wrap="square" lIns="22850" tIns="11425" rIns="22850" bIns="11425" anchor="b" anchorCtr="0">
            <a:noAutofit/>
          </a:bodyPr>
          <a:lstStyle>
            <a:lvl1pPr marR="0" lvl="0"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1pPr>
            <a:lvl2pPr marR="0" lvl="1"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2pPr>
            <a:lvl3pPr marR="0" lvl="2"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3pPr>
            <a:lvl4pPr marR="0" lvl="3"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4pPr>
            <a:lvl5pPr marR="0" lvl="4"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5pPr>
            <a:lvl6pPr marR="0" lvl="5"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6pPr>
            <a:lvl7pPr marR="0" lvl="6"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7pPr>
            <a:lvl8pPr marR="0" lvl="7"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8pPr>
            <a:lvl9pPr marR="0" lvl="8"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9pPr>
          </a:lstStyle>
          <a:p>
            <a:endParaRPr/>
          </a:p>
        </p:txBody>
      </p:sp>
      <p:sp>
        <p:nvSpPr>
          <p:cNvPr id="859" name="Google Shape;859;p98"/>
          <p:cNvSpPr txBox="1">
            <a:spLocks noGrp="1"/>
          </p:cNvSpPr>
          <p:nvPr>
            <p:ph type="subTitle" idx="18"/>
          </p:nvPr>
        </p:nvSpPr>
        <p:spPr>
          <a:xfrm>
            <a:off x="15160752" y="7946136"/>
            <a:ext cx="6172800" cy="676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860" name="Google Shape;860;p98"/>
          <p:cNvSpPr txBox="1">
            <a:spLocks noGrp="1"/>
          </p:cNvSpPr>
          <p:nvPr>
            <p:ph type="subTitle" idx="19"/>
          </p:nvPr>
        </p:nvSpPr>
        <p:spPr>
          <a:xfrm>
            <a:off x="15160752" y="7232904"/>
            <a:ext cx="6172800" cy="795600"/>
          </a:xfrm>
          <a:prstGeom prst="rect">
            <a:avLst/>
          </a:prstGeom>
          <a:noFill/>
          <a:ln>
            <a:noFill/>
          </a:ln>
        </p:spPr>
        <p:txBody>
          <a:bodyPr spcFirstLastPara="1" wrap="square" lIns="22850" tIns="11425" rIns="22850" bIns="11425" anchor="ctr" anchorCtr="0">
            <a:noAutofit/>
          </a:bodyPr>
          <a:lstStyle>
            <a:lvl1pPr marR="0" lvl="0"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1pPr>
            <a:lvl2pPr marR="0" lvl="1"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2pPr>
            <a:lvl3pPr marR="0" lvl="2"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3pPr>
            <a:lvl4pPr marR="0" lvl="3"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4pPr>
            <a:lvl5pPr marR="0" lvl="4"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5pPr>
            <a:lvl6pPr marR="0" lvl="5"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6pPr>
            <a:lvl7pPr marR="0" lvl="6"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7pPr>
            <a:lvl8pPr marR="0" lvl="7"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8pPr>
            <a:lvl9pPr marR="0" lvl="8"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9pPr>
          </a:lstStyle>
          <a:p>
            <a:endParaRPr/>
          </a:p>
        </p:txBody>
      </p:sp>
      <p:sp>
        <p:nvSpPr>
          <p:cNvPr id="861" name="Google Shape;861;p98"/>
          <p:cNvSpPr txBox="1">
            <a:spLocks noGrp="1"/>
          </p:cNvSpPr>
          <p:nvPr>
            <p:ph type="subTitle" idx="20"/>
          </p:nvPr>
        </p:nvSpPr>
        <p:spPr>
          <a:xfrm>
            <a:off x="15160752" y="6492240"/>
            <a:ext cx="6172800" cy="795600"/>
          </a:xfrm>
          <a:prstGeom prst="rect">
            <a:avLst/>
          </a:prstGeom>
          <a:noFill/>
          <a:ln>
            <a:noFill/>
          </a:ln>
        </p:spPr>
        <p:txBody>
          <a:bodyPr spcFirstLastPara="1" wrap="square" lIns="22850" tIns="11425" rIns="22850" bIns="11425" anchor="b" anchorCtr="0">
            <a:noAutofit/>
          </a:bodyPr>
          <a:lstStyle>
            <a:lvl1pPr marR="0" lvl="0"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1pPr>
            <a:lvl2pPr marR="0" lvl="1"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2pPr>
            <a:lvl3pPr marR="0" lvl="2"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3pPr>
            <a:lvl4pPr marR="0" lvl="3"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4pPr>
            <a:lvl5pPr marR="0" lvl="4"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5pPr>
            <a:lvl6pPr marR="0" lvl="5"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6pPr>
            <a:lvl7pPr marR="0" lvl="6"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7pPr>
            <a:lvl8pPr marR="0" lvl="7"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8pPr>
            <a:lvl9pPr marR="0" lvl="8"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9pPr>
          </a:lstStyle>
          <a:p>
            <a:endParaRPr/>
          </a:p>
        </p:txBody>
      </p:sp>
      <p:sp>
        <p:nvSpPr>
          <p:cNvPr id="862" name="Google Shape;862;p98"/>
          <p:cNvSpPr txBox="1">
            <a:spLocks noGrp="1"/>
          </p:cNvSpPr>
          <p:nvPr>
            <p:ph type="subTitle" idx="21"/>
          </p:nvPr>
        </p:nvSpPr>
        <p:spPr>
          <a:xfrm>
            <a:off x="22210776" y="11137392"/>
            <a:ext cx="6172800" cy="676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1pPr>
            <a:lvl2pPr marR="0" lvl="1"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2pPr>
            <a:lvl3pPr marR="0" lvl="2"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3pPr>
            <a:lvl4pPr marR="0" lvl="3"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4pPr>
            <a:lvl5pPr marR="0" lvl="4"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5pPr>
            <a:lvl6pPr marR="0" lvl="5"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6pPr>
            <a:lvl7pPr marR="0" lvl="6"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7pPr>
            <a:lvl8pPr marR="0" lvl="7"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8pPr>
            <a:lvl9pPr marR="0" lvl="8" algn="ctr" rtl="0">
              <a:lnSpc>
                <a:spcPct val="100000"/>
              </a:lnSpc>
              <a:spcBef>
                <a:spcPts val="0"/>
              </a:spcBef>
              <a:spcAft>
                <a:spcPts val="0"/>
              </a:spcAft>
              <a:buClr>
                <a:schemeClr val="lt1"/>
              </a:buClr>
              <a:buSzPts val="700"/>
              <a:buFont typeface="NVIDIA Sans"/>
              <a:buNone/>
              <a:defRPr sz="2800" b="0" i="0" u="none" strike="noStrike" cap="none">
                <a:solidFill>
                  <a:schemeClr val="lt1"/>
                </a:solidFill>
                <a:latin typeface="NVIDIA Sans"/>
                <a:ea typeface="NVIDIA Sans"/>
                <a:cs typeface="NVIDIA Sans"/>
                <a:sym typeface="NVIDIA Sans"/>
              </a:defRPr>
            </a:lvl9pPr>
          </a:lstStyle>
          <a:p>
            <a:endParaRPr/>
          </a:p>
        </p:txBody>
      </p:sp>
      <p:sp>
        <p:nvSpPr>
          <p:cNvPr id="863" name="Google Shape;863;p98"/>
          <p:cNvSpPr txBox="1">
            <a:spLocks noGrp="1"/>
          </p:cNvSpPr>
          <p:nvPr>
            <p:ph type="subTitle" idx="22"/>
          </p:nvPr>
        </p:nvSpPr>
        <p:spPr>
          <a:xfrm>
            <a:off x="22210776" y="10424160"/>
            <a:ext cx="6172800" cy="795600"/>
          </a:xfrm>
          <a:prstGeom prst="rect">
            <a:avLst/>
          </a:prstGeom>
          <a:noFill/>
          <a:ln>
            <a:noFill/>
          </a:ln>
        </p:spPr>
        <p:txBody>
          <a:bodyPr spcFirstLastPara="1" wrap="square" lIns="22850" tIns="11425" rIns="22850" bIns="11425" anchor="ctr" anchorCtr="0">
            <a:noAutofit/>
          </a:bodyPr>
          <a:lstStyle>
            <a:lvl1pPr marR="0" lvl="0"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1pPr>
            <a:lvl2pPr marR="0" lvl="1"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2pPr>
            <a:lvl3pPr marR="0" lvl="2"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3pPr>
            <a:lvl4pPr marR="0" lvl="3"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4pPr>
            <a:lvl5pPr marR="0" lvl="4"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5pPr>
            <a:lvl6pPr marR="0" lvl="5"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6pPr>
            <a:lvl7pPr marR="0" lvl="6"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7pPr>
            <a:lvl8pPr marR="0" lvl="7"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8pPr>
            <a:lvl9pPr marR="0" lvl="8" algn="ctr" rtl="0">
              <a:lnSpc>
                <a:spcPct val="100000"/>
              </a:lnSpc>
              <a:spcBef>
                <a:spcPts val="0"/>
              </a:spcBef>
              <a:spcAft>
                <a:spcPts val="0"/>
              </a:spcAft>
              <a:buClr>
                <a:schemeClr val="lt1"/>
              </a:buClr>
              <a:buSzPts val="1000"/>
              <a:buFont typeface="NVIDIA Sans Medium"/>
              <a:buNone/>
              <a:defRPr sz="4000" b="0" i="0" u="none" strike="noStrike" cap="none">
                <a:solidFill>
                  <a:schemeClr val="lt1"/>
                </a:solidFill>
                <a:latin typeface="NVIDIA Sans Medium"/>
                <a:ea typeface="NVIDIA Sans Medium"/>
                <a:cs typeface="NVIDIA Sans Medium"/>
                <a:sym typeface="NVIDIA Sans Medium"/>
              </a:defRPr>
            </a:lvl9pPr>
          </a:lstStyle>
          <a:p>
            <a:endParaRPr/>
          </a:p>
        </p:txBody>
      </p:sp>
      <p:sp>
        <p:nvSpPr>
          <p:cNvPr id="864" name="Google Shape;864;p98"/>
          <p:cNvSpPr txBox="1">
            <a:spLocks noGrp="1"/>
          </p:cNvSpPr>
          <p:nvPr>
            <p:ph type="subTitle" idx="23"/>
          </p:nvPr>
        </p:nvSpPr>
        <p:spPr>
          <a:xfrm>
            <a:off x="22210776" y="9683496"/>
            <a:ext cx="6172800" cy="795600"/>
          </a:xfrm>
          <a:prstGeom prst="rect">
            <a:avLst/>
          </a:prstGeom>
          <a:noFill/>
          <a:ln>
            <a:noFill/>
          </a:ln>
        </p:spPr>
        <p:txBody>
          <a:bodyPr spcFirstLastPara="1" wrap="square" lIns="22850" tIns="11425" rIns="22850" bIns="11425" anchor="b" anchorCtr="0">
            <a:noAutofit/>
          </a:bodyPr>
          <a:lstStyle>
            <a:lvl1pPr marR="0" lvl="0"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1pPr>
            <a:lvl2pPr marR="0" lvl="1"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2pPr>
            <a:lvl3pPr marR="0" lvl="2"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3pPr>
            <a:lvl4pPr marR="0" lvl="3"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4pPr>
            <a:lvl5pPr marR="0" lvl="4"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5pPr>
            <a:lvl6pPr marR="0" lvl="5"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6pPr>
            <a:lvl7pPr marR="0" lvl="6"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7pPr>
            <a:lvl8pPr marR="0" lvl="7"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8pPr>
            <a:lvl9pPr marR="0" lvl="8" algn="ctr" rtl="0">
              <a:lnSpc>
                <a:spcPct val="100000"/>
              </a:lnSpc>
              <a:spcBef>
                <a:spcPts val="0"/>
              </a:spcBef>
              <a:spcAft>
                <a:spcPts val="0"/>
              </a:spcAft>
              <a:buClr>
                <a:schemeClr val="lt1"/>
              </a:buClr>
              <a:buSzPts val="1800"/>
              <a:buFont typeface="NVIDIA Sans Light"/>
              <a:buNone/>
              <a:defRPr sz="7200" b="0" i="0" u="none" strike="noStrike" cap="none">
                <a:solidFill>
                  <a:schemeClr val="lt1"/>
                </a:solidFill>
                <a:latin typeface="NVIDIA Sans Light"/>
                <a:ea typeface="NVIDIA Sans Light"/>
                <a:cs typeface="NVIDIA Sans Light"/>
                <a:sym typeface="NVIDIA Sans Light"/>
              </a:defRPr>
            </a:lvl9pPr>
          </a:lstStyle>
          <a:p>
            <a:endParaRPr/>
          </a:p>
        </p:txBody>
      </p:sp>
      <p:sp>
        <p:nvSpPr>
          <p:cNvPr id="865" name="Google Shape;865;p98"/>
          <p:cNvSpPr txBox="1">
            <a:spLocks noGrp="1"/>
          </p:cNvSpPr>
          <p:nvPr>
            <p:ph type="subTitle" idx="24"/>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96832637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Complex_Timeline">
  <p:cSld name="Complex_Timeline">
    <p:spTree>
      <p:nvGrpSpPr>
        <p:cNvPr id="1" name="Shape 866"/>
        <p:cNvGrpSpPr/>
        <p:nvPr/>
      </p:nvGrpSpPr>
      <p:grpSpPr>
        <a:xfrm>
          <a:off x="0" y="0"/>
          <a:ext cx="0" cy="0"/>
          <a:chOff x="0" y="0"/>
          <a:chExt cx="0" cy="0"/>
        </a:xfrm>
      </p:grpSpPr>
      <p:pic>
        <p:nvPicPr>
          <p:cNvPr id="867" name="Google Shape;867;p99"/>
          <p:cNvPicPr preferRelativeResize="0"/>
          <p:nvPr/>
        </p:nvPicPr>
        <p:blipFill rotWithShape="1">
          <a:blip r:embed="rId2">
            <a:alphaModFix/>
          </a:blip>
          <a:srcRect/>
          <a:stretch/>
        </p:blipFill>
        <p:spPr>
          <a:xfrm>
            <a:off x="4102" y="22734"/>
            <a:ext cx="36576012" cy="20573996"/>
          </a:xfrm>
          <a:prstGeom prst="rect">
            <a:avLst/>
          </a:prstGeom>
          <a:noFill/>
          <a:ln>
            <a:noFill/>
          </a:ln>
        </p:spPr>
      </p:pic>
      <p:sp>
        <p:nvSpPr>
          <p:cNvPr id="868" name="Google Shape;868;p99"/>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SzPts val="1800"/>
              <a:buNone/>
              <a:defRPr sz="7200" cap="none"/>
            </a:lvl1pPr>
            <a:lvl2pPr lvl="1" algn="l">
              <a:lnSpc>
                <a:spcPct val="100000"/>
              </a:lnSpc>
              <a:spcBef>
                <a:spcPts val="0"/>
              </a:spcBef>
              <a:spcAft>
                <a:spcPts val="0"/>
              </a:spcAft>
              <a:buClr>
                <a:schemeClr val="lt1"/>
              </a:buClr>
              <a:buSzPts val="1800"/>
              <a:buNone/>
              <a:defRPr>
                <a:solidFill>
                  <a:schemeClr val="lt1"/>
                </a:solidFill>
              </a:defRPr>
            </a:lvl2pPr>
            <a:lvl3pPr lvl="2" algn="l">
              <a:lnSpc>
                <a:spcPct val="100000"/>
              </a:lnSpc>
              <a:spcBef>
                <a:spcPts val="0"/>
              </a:spcBef>
              <a:spcAft>
                <a:spcPts val="0"/>
              </a:spcAft>
              <a:buClr>
                <a:schemeClr val="lt1"/>
              </a:buClr>
              <a:buSzPts val="1800"/>
              <a:buNone/>
              <a:defRPr>
                <a:solidFill>
                  <a:schemeClr val="lt1"/>
                </a:solidFill>
              </a:defRPr>
            </a:lvl3pPr>
            <a:lvl4pPr lvl="3" algn="l">
              <a:lnSpc>
                <a:spcPct val="100000"/>
              </a:lnSpc>
              <a:spcBef>
                <a:spcPts val="0"/>
              </a:spcBef>
              <a:spcAft>
                <a:spcPts val="0"/>
              </a:spcAft>
              <a:buClr>
                <a:schemeClr val="lt1"/>
              </a:buClr>
              <a:buSzPts val="1800"/>
              <a:buNone/>
              <a:defRPr>
                <a:solidFill>
                  <a:schemeClr val="lt1"/>
                </a:solidFill>
              </a:defRPr>
            </a:lvl4pPr>
            <a:lvl5pPr lvl="4" algn="l">
              <a:lnSpc>
                <a:spcPct val="100000"/>
              </a:lnSpc>
              <a:spcBef>
                <a:spcPts val="0"/>
              </a:spcBef>
              <a:spcAft>
                <a:spcPts val="0"/>
              </a:spcAft>
              <a:buClr>
                <a:schemeClr val="lt1"/>
              </a:buClr>
              <a:buSzPts val="1800"/>
              <a:buNone/>
              <a:defRPr>
                <a:solidFill>
                  <a:schemeClr val="lt1"/>
                </a:solidFill>
              </a:defRPr>
            </a:lvl5pPr>
            <a:lvl6pPr lvl="5" algn="l">
              <a:lnSpc>
                <a:spcPct val="100000"/>
              </a:lnSpc>
              <a:spcBef>
                <a:spcPts val="0"/>
              </a:spcBef>
              <a:spcAft>
                <a:spcPts val="0"/>
              </a:spcAft>
              <a:buClr>
                <a:schemeClr val="lt1"/>
              </a:buClr>
              <a:buSzPts val="1800"/>
              <a:buNone/>
              <a:defRPr>
                <a:solidFill>
                  <a:schemeClr val="lt1"/>
                </a:solidFill>
              </a:defRPr>
            </a:lvl6pPr>
            <a:lvl7pPr lvl="6" algn="l">
              <a:lnSpc>
                <a:spcPct val="100000"/>
              </a:lnSpc>
              <a:spcBef>
                <a:spcPts val="0"/>
              </a:spcBef>
              <a:spcAft>
                <a:spcPts val="0"/>
              </a:spcAft>
              <a:buClr>
                <a:schemeClr val="lt1"/>
              </a:buClr>
              <a:buSzPts val="1800"/>
              <a:buNone/>
              <a:defRPr>
                <a:solidFill>
                  <a:schemeClr val="lt1"/>
                </a:solidFill>
              </a:defRPr>
            </a:lvl7pPr>
            <a:lvl8pPr lvl="7" algn="l">
              <a:lnSpc>
                <a:spcPct val="100000"/>
              </a:lnSpc>
              <a:spcBef>
                <a:spcPts val="0"/>
              </a:spcBef>
              <a:spcAft>
                <a:spcPts val="0"/>
              </a:spcAft>
              <a:buClr>
                <a:schemeClr val="lt1"/>
              </a:buClr>
              <a:buSzPts val="1800"/>
              <a:buNone/>
              <a:defRPr>
                <a:solidFill>
                  <a:schemeClr val="lt1"/>
                </a:solidFill>
              </a:defRPr>
            </a:lvl8pPr>
            <a:lvl9pPr lvl="8" algn="l">
              <a:lnSpc>
                <a:spcPct val="100000"/>
              </a:lnSpc>
              <a:spcBef>
                <a:spcPts val="0"/>
              </a:spcBef>
              <a:spcAft>
                <a:spcPts val="0"/>
              </a:spcAft>
              <a:buClr>
                <a:schemeClr val="lt1"/>
              </a:buClr>
              <a:buSzPts val="1800"/>
              <a:buNone/>
              <a:defRPr>
                <a:solidFill>
                  <a:schemeClr val="lt1"/>
                </a:solidFill>
              </a:defRPr>
            </a:lvl9pPr>
          </a:lstStyle>
          <a:p>
            <a:endParaRPr/>
          </a:p>
        </p:txBody>
      </p:sp>
      <p:sp>
        <p:nvSpPr>
          <p:cNvPr id="869" name="Google Shape;869;p99"/>
          <p:cNvSpPr txBox="1">
            <a:spLocks noGrp="1"/>
          </p:cNvSpPr>
          <p:nvPr>
            <p:ph type="subTitle"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R="0" lvl="0" algn="ctr" rtl="0">
              <a:lnSpc>
                <a:spcPct val="10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400"/>
              <a:buFont typeface="NVIDIA Sans"/>
              <a:buNone/>
              <a:defRPr sz="1600" b="0" i="0" u="none" strike="noStrike" cap="none">
                <a:solidFill>
                  <a:srgbClr val="000000"/>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67165046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1_Demo - Image Layout">
  <p:cSld name="1_Demo - Image Layout">
    <p:spTree>
      <p:nvGrpSpPr>
        <p:cNvPr id="1" name="Shape 870"/>
        <p:cNvGrpSpPr/>
        <p:nvPr/>
      </p:nvGrpSpPr>
      <p:grpSpPr>
        <a:xfrm>
          <a:off x="0" y="0"/>
          <a:ext cx="0" cy="0"/>
          <a:chOff x="0" y="0"/>
          <a:chExt cx="0" cy="0"/>
        </a:xfrm>
      </p:grpSpPr>
      <p:pic>
        <p:nvPicPr>
          <p:cNvPr id="871" name="Google Shape;871;p100"/>
          <p:cNvPicPr preferRelativeResize="0"/>
          <p:nvPr/>
        </p:nvPicPr>
        <p:blipFill rotWithShape="1">
          <a:blip r:embed="rId2">
            <a:alphaModFix/>
          </a:blip>
          <a:srcRect/>
          <a:stretch/>
        </p:blipFill>
        <p:spPr>
          <a:xfrm>
            <a:off x="0" y="2"/>
            <a:ext cx="36576008" cy="20574004"/>
          </a:xfrm>
          <a:prstGeom prst="rect">
            <a:avLst/>
          </a:prstGeom>
          <a:noFill/>
          <a:ln>
            <a:noFill/>
          </a:ln>
        </p:spPr>
      </p:pic>
      <p:sp>
        <p:nvSpPr>
          <p:cNvPr id="872" name="Google Shape;872;p100"/>
          <p:cNvSpPr>
            <a:spLocks noGrp="1"/>
          </p:cNvSpPr>
          <p:nvPr>
            <p:ph type="pic" idx="2"/>
          </p:nvPr>
        </p:nvSpPr>
        <p:spPr>
          <a:xfrm>
            <a:off x="0" y="0"/>
            <a:ext cx="36576000" cy="20574000"/>
          </a:xfrm>
          <a:prstGeom prst="rect">
            <a:avLst/>
          </a:prstGeom>
          <a:solidFill>
            <a:srgbClr val="F2F2F2"/>
          </a:solidFill>
          <a:ln>
            <a:noFill/>
          </a:ln>
        </p:spPr>
      </p:sp>
    </p:spTree>
    <p:extLst>
      <p:ext uri="{BB962C8B-B14F-4D97-AF65-F5344CB8AC3E}">
        <p14:creationId xmlns:p14="http://schemas.microsoft.com/office/powerpoint/2010/main" val="93246139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Closing Slide">
  <p:cSld name="Closing Slide">
    <p:spTree>
      <p:nvGrpSpPr>
        <p:cNvPr id="1" name="Shape 873"/>
        <p:cNvGrpSpPr/>
        <p:nvPr/>
      </p:nvGrpSpPr>
      <p:grpSpPr>
        <a:xfrm>
          <a:off x="0" y="0"/>
          <a:ext cx="0" cy="0"/>
          <a:chOff x="0" y="0"/>
          <a:chExt cx="0" cy="0"/>
        </a:xfrm>
      </p:grpSpPr>
      <p:pic>
        <p:nvPicPr>
          <p:cNvPr id="874" name="Google Shape;874;p101"/>
          <p:cNvPicPr preferRelativeResize="0"/>
          <p:nvPr/>
        </p:nvPicPr>
        <p:blipFill rotWithShape="1">
          <a:blip r:embed="rId2">
            <a:alphaModFix/>
          </a:blip>
          <a:srcRect/>
          <a:stretch/>
        </p:blipFill>
        <p:spPr>
          <a:xfrm>
            <a:off x="10" y="2"/>
            <a:ext cx="36575988" cy="20574004"/>
          </a:xfrm>
          <a:prstGeom prst="rect">
            <a:avLst/>
          </a:prstGeom>
          <a:noFill/>
          <a:ln>
            <a:noFill/>
          </a:ln>
        </p:spPr>
      </p:pic>
      <p:pic>
        <p:nvPicPr>
          <p:cNvPr id="875" name="Google Shape;875;p101"/>
          <p:cNvPicPr preferRelativeResize="0"/>
          <p:nvPr/>
        </p:nvPicPr>
        <p:blipFill rotWithShape="1">
          <a:blip r:embed="rId3">
            <a:alphaModFix/>
          </a:blip>
          <a:srcRect/>
          <a:stretch/>
        </p:blipFill>
        <p:spPr>
          <a:xfrm>
            <a:off x="748064" y="873002"/>
            <a:ext cx="8431640" cy="2906804"/>
          </a:xfrm>
          <a:prstGeom prst="rect">
            <a:avLst/>
          </a:prstGeom>
          <a:noFill/>
          <a:ln>
            <a:noFill/>
          </a:ln>
        </p:spPr>
      </p:pic>
    </p:spTree>
    <p:extLst>
      <p:ext uri="{BB962C8B-B14F-4D97-AF65-F5344CB8AC3E}">
        <p14:creationId xmlns:p14="http://schemas.microsoft.com/office/powerpoint/2010/main" val="270321519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itle, Subtitle, Bullets 1">
  <p:cSld name="Title, Subtitle, Bullets 1">
    <p:spTree>
      <p:nvGrpSpPr>
        <p:cNvPr id="1" name="Shape 876"/>
        <p:cNvGrpSpPr/>
        <p:nvPr/>
      </p:nvGrpSpPr>
      <p:grpSpPr>
        <a:xfrm>
          <a:off x="0" y="0"/>
          <a:ext cx="0" cy="0"/>
          <a:chOff x="0" y="0"/>
          <a:chExt cx="0" cy="0"/>
        </a:xfrm>
      </p:grpSpPr>
      <p:sp>
        <p:nvSpPr>
          <p:cNvPr id="877" name="Google Shape;877;p102"/>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Font typeface="Arial"/>
              <a:buNone/>
              <a:defRPr sz="7200" b="1" cap="none">
                <a:latin typeface="Arial"/>
                <a:ea typeface="Arial"/>
                <a:cs typeface="Arial"/>
                <a:sym typeface="Arial"/>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878" name="Google Shape;878;p102"/>
          <p:cNvSpPr txBox="1">
            <a:spLocks noGrp="1"/>
          </p:cNvSpPr>
          <p:nvPr>
            <p:ph type="body" idx="1"/>
          </p:nvPr>
        </p:nvSpPr>
        <p:spPr>
          <a:xfrm>
            <a:off x="2514600" y="2487168"/>
            <a:ext cx="31546800" cy="1408800"/>
          </a:xfrm>
          <a:prstGeom prst="rect">
            <a:avLst/>
          </a:prstGeom>
          <a:noFill/>
          <a:ln>
            <a:noFill/>
          </a:ln>
        </p:spPr>
        <p:txBody>
          <a:bodyPr spcFirstLastPara="1" wrap="square" lIns="22850" tIns="11425" rIns="22850" bIns="11425" anchor="t" anchorCtr="0">
            <a:noAutofit/>
          </a:bodyPr>
          <a:lstStyle>
            <a:lvl1pPr marL="1828800" marR="0" lvl="0" indent="-914400" algn="ctr" rtl="0">
              <a:lnSpc>
                <a:spcPct val="90000"/>
              </a:lnSpc>
              <a:spcBef>
                <a:spcPts val="0"/>
              </a:spcBef>
              <a:spcAft>
                <a:spcPts val="0"/>
              </a:spcAft>
              <a:buClr>
                <a:schemeClr val="dk2"/>
              </a:buClr>
              <a:buSzPts val="1200"/>
              <a:buFont typeface="Arial"/>
              <a:buNone/>
              <a:defRPr sz="4800" b="0" i="0" u="none" strike="noStrike" cap="none">
                <a:solidFill>
                  <a:schemeClr val="dk2"/>
                </a:solidFill>
                <a:latin typeface="Arial"/>
                <a:ea typeface="Arial"/>
                <a:cs typeface="Arial"/>
                <a:sym typeface="Arial"/>
              </a:defRPr>
            </a:lvl1pPr>
            <a:lvl2pPr marL="3657600" marR="0" lvl="1" indent="-914400" algn="ctr" rtl="0">
              <a:lnSpc>
                <a:spcPct val="90000"/>
              </a:lnSpc>
              <a:spcBef>
                <a:spcPts val="16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2pPr>
            <a:lvl3pPr marL="5486400" marR="0" lvl="2" indent="-914400" algn="ctr" rtl="0">
              <a:lnSpc>
                <a:spcPct val="90000"/>
              </a:lnSpc>
              <a:spcBef>
                <a:spcPts val="16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3pPr>
            <a:lvl4pPr marL="7315200" marR="0" lvl="3" indent="-914400" algn="ctr" rtl="0">
              <a:lnSpc>
                <a:spcPct val="90000"/>
              </a:lnSpc>
              <a:spcBef>
                <a:spcPts val="16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4pPr>
            <a:lvl5pPr marL="9144000" marR="0" lvl="4" indent="-914400" algn="ctr" rtl="0">
              <a:lnSpc>
                <a:spcPct val="90000"/>
              </a:lnSpc>
              <a:spcBef>
                <a:spcPts val="1600"/>
              </a:spcBef>
              <a:spcAft>
                <a:spcPts val="0"/>
              </a:spcAft>
              <a:buClr>
                <a:schemeClr val="dk1"/>
              </a:buClr>
              <a:buSzPts val="1100"/>
              <a:buFont typeface="Arial"/>
              <a:buNone/>
              <a:defRPr sz="4400" b="0" i="0" u="none" strike="noStrike" cap="none">
                <a:solidFill>
                  <a:schemeClr val="dk1"/>
                </a:solidFill>
                <a:latin typeface="Trebuchet MS"/>
                <a:ea typeface="Trebuchet MS"/>
                <a:cs typeface="Trebuchet MS"/>
                <a:sym typeface="Trebuchet MS"/>
              </a:defRPr>
            </a:lvl5pPr>
            <a:lvl6pPr marL="10972800" marR="0" lvl="5"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6pPr>
            <a:lvl7pPr marL="12801600" marR="0" lvl="6"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7pPr>
            <a:lvl8pPr marL="14630400" marR="0" lvl="7"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8pPr>
            <a:lvl9pPr marL="16459200" marR="0" lvl="8"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9pPr>
          </a:lstStyle>
          <a:p>
            <a:endParaRPr/>
          </a:p>
        </p:txBody>
      </p:sp>
      <p:sp>
        <p:nvSpPr>
          <p:cNvPr id="879" name="Google Shape;879;p102"/>
          <p:cNvSpPr txBox="1">
            <a:spLocks noGrp="1"/>
          </p:cNvSpPr>
          <p:nvPr>
            <p:ph type="body" idx="2"/>
          </p:nvPr>
        </p:nvSpPr>
        <p:spPr>
          <a:xfrm>
            <a:off x="2514600" y="4846320"/>
            <a:ext cx="31546800" cy="13652400"/>
          </a:xfrm>
          <a:prstGeom prst="rect">
            <a:avLst/>
          </a:prstGeom>
          <a:noFill/>
          <a:ln>
            <a:noFill/>
          </a:ln>
        </p:spPr>
        <p:txBody>
          <a:bodyPr spcFirstLastPara="1" wrap="square" lIns="22850" tIns="11425" rIns="22850" bIns="11425" anchor="t" anchorCtr="0">
            <a:noAutofit/>
          </a:bodyPr>
          <a:lstStyle>
            <a:lvl1pPr marL="1828800" marR="0" lvl="0" indent="-1193800" algn="l" rtl="0">
              <a:lnSpc>
                <a:spcPct val="90000"/>
              </a:lnSpc>
              <a:spcBef>
                <a:spcPts val="3200"/>
              </a:spcBef>
              <a:spcAft>
                <a:spcPts val="0"/>
              </a:spcAft>
              <a:buClr>
                <a:schemeClr val="dk2"/>
              </a:buClr>
              <a:buSzPts val="1100"/>
              <a:buFont typeface="Arial"/>
              <a:buChar char="•"/>
              <a:defRPr sz="4400" b="0" i="0" u="none" strike="noStrike" cap="none">
                <a:solidFill>
                  <a:schemeClr val="lt1"/>
                </a:solidFill>
                <a:latin typeface="Arial"/>
                <a:ea typeface="Arial"/>
                <a:cs typeface="Arial"/>
                <a:sym typeface="Arial"/>
              </a:defRPr>
            </a:lvl1pPr>
            <a:lvl2pPr marL="3657600" marR="0" lvl="1" indent="-1168400" algn="l" rtl="0">
              <a:lnSpc>
                <a:spcPct val="90000"/>
              </a:lnSpc>
              <a:spcBef>
                <a:spcPts val="1600"/>
              </a:spcBef>
              <a:spcAft>
                <a:spcPts val="0"/>
              </a:spcAft>
              <a:buClr>
                <a:schemeClr val="dk2"/>
              </a:buClr>
              <a:buSzPts val="1000"/>
              <a:buFont typeface="Arial"/>
              <a:buChar char="•"/>
              <a:defRPr sz="4000" b="0" i="0" u="none" strike="noStrike" cap="none">
                <a:solidFill>
                  <a:schemeClr val="lt1"/>
                </a:solidFill>
                <a:latin typeface="Arial"/>
                <a:ea typeface="Arial"/>
                <a:cs typeface="Arial"/>
                <a:sym typeface="Arial"/>
              </a:defRPr>
            </a:lvl2pPr>
            <a:lvl3pPr marL="5486400" marR="0" lvl="2" indent="-1143000" algn="l" rtl="0">
              <a:lnSpc>
                <a:spcPct val="90000"/>
              </a:lnSpc>
              <a:spcBef>
                <a:spcPts val="1600"/>
              </a:spcBef>
              <a:spcAft>
                <a:spcPts val="0"/>
              </a:spcAft>
              <a:buClr>
                <a:schemeClr val="dk2"/>
              </a:buClr>
              <a:buSzPts val="900"/>
              <a:buFont typeface="Arial"/>
              <a:buChar char="•"/>
              <a:defRPr sz="3600" b="0" i="0" u="none" strike="noStrike" cap="none">
                <a:solidFill>
                  <a:schemeClr val="lt1"/>
                </a:solidFill>
                <a:latin typeface="Arial"/>
                <a:ea typeface="Arial"/>
                <a:cs typeface="Arial"/>
                <a:sym typeface="Arial"/>
              </a:defRPr>
            </a:lvl3pPr>
            <a:lvl4pPr marL="7315200" marR="0" lvl="3" indent="-1117600" algn="l" rtl="0">
              <a:lnSpc>
                <a:spcPct val="90000"/>
              </a:lnSpc>
              <a:spcBef>
                <a:spcPts val="1600"/>
              </a:spcBef>
              <a:spcAft>
                <a:spcPts val="0"/>
              </a:spcAft>
              <a:buClr>
                <a:schemeClr val="dk2"/>
              </a:buClr>
              <a:buSzPts val="800"/>
              <a:buFont typeface="Arial"/>
              <a:buChar char="•"/>
              <a:defRPr sz="3200" b="0" i="0" u="none" strike="noStrike" cap="none">
                <a:solidFill>
                  <a:schemeClr val="lt1"/>
                </a:solidFill>
                <a:latin typeface="Arial"/>
                <a:ea typeface="Arial"/>
                <a:cs typeface="Arial"/>
                <a:sym typeface="Arial"/>
              </a:defRPr>
            </a:lvl4pPr>
            <a:lvl5pPr marL="9144000" marR="0" lvl="4" indent="-1092200" algn="l" rtl="0">
              <a:lnSpc>
                <a:spcPct val="90000"/>
              </a:lnSpc>
              <a:spcBef>
                <a:spcPts val="1600"/>
              </a:spcBef>
              <a:spcAft>
                <a:spcPts val="0"/>
              </a:spcAft>
              <a:buClr>
                <a:schemeClr val="dk2"/>
              </a:buClr>
              <a:buSzPts val="700"/>
              <a:buFont typeface="Arial"/>
              <a:buChar char="•"/>
              <a:defRPr sz="2800" b="0" i="0" u="none" strike="noStrike" cap="none">
                <a:solidFill>
                  <a:schemeClr val="lt1"/>
                </a:solidFill>
                <a:latin typeface="Arial"/>
                <a:ea typeface="Arial"/>
                <a:cs typeface="Arial"/>
                <a:sym typeface="Arial"/>
              </a:defRPr>
            </a:lvl5pPr>
            <a:lvl6pPr marL="10972800" marR="0" lvl="5"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6pPr>
            <a:lvl7pPr marL="12801600" marR="0" lvl="6"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7pPr>
            <a:lvl8pPr marL="14630400" marR="0" lvl="7"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8pPr>
            <a:lvl9pPr marL="16459200" marR="0" lvl="8" indent="-1270000" algn="l" rtl="0">
              <a:lnSpc>
                <a:spcPct val="90000"/>
              </a:lnSpc>
              <a:spcBef>
                <a:spcPts val="1600"/>
              </a:spcBef>
              <a:spcAft>
                <a:spcPts val="0"/>
              </a:spcAft>
              <a:buClr>
                <a:schemeClr val="dk1"/>
              </a:buClr>
              <a:buSzPts val="1400"/>
              <a:buFont typeface="Arial"/>
              <a:buChar char="•"/>
              <a:defRPr sz="56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64583854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Complex_Timeline 1">
  <p:cSld name="Complex_Timeline 1">
    <p:spTree>
      <p:nvGrpSpPr>
        <p:cNvPr id="1" name="Shape 880"/>
        <p:cNvGrpSpPr/>
        <p:nvPr/>
      </p:nvGrpSpPr>
      <p:grpSpPr>
        <a:xfrm>
          <a:off x="0" y="0"/>
          <a:ext cx="0" cy="0"/>
          <a:chOff x="0" y="0"/>
          <a:chExt cx="0" cy="0"/>
        </a:xfrm>
      </p:grpSpPr>
      <p:pic>
        <p:nvPicPr>
          <p:cNvPr id="881" name="Google Shape;881;p103" descr="A green and white background&#10;&#10;Description automatically generated"/>
          <p:cNvPicPr preferRelativeResize="0"/>
          <p:nvPr/>
        </p:nvPicPr>
        <p:blipFill rotWithShape="1">
          <a:blip r:embed="rId2">
            <a:alphaModFix/>
          </a:blip>
          <a:srcRect/>
          <a:stretch/>
        </p:blipFill>
        <p:spPr>
          <a:xfrm>
            <a:off x="0" y="0"/>
            <a:ext cx="36576000" cy="20574000"/>
          </a:xfrm>
          <a:prstGeom prst="rect">
            <a:avLst/>
          </a:prstGeom>
          <a:noFill/>
          <a:ln>
            <a:noFill/>
          </a:ln>
        </p:spPr>
      </p:pic>
      <p:sp>
        <p:nvSpPr>
          <p:cNvPr id="882" name="Google Shape;882;p103"/>
          <p:cNvSpPr/>
          <p:nvPr/>
        </p:nvSpPr>
        <p:spPr>
          <a:xfrm>
            <a:off x="0" y="6963916"/>
            <a:ext cx="36576000" cy="13610400"/>
          </a:xfrm>
          <a:prstGeom prst="rect">
            <a:avLst/>
          </a:prstGeom>
          <a:gradFill>
            <a:gsLst>
              <a:gs pos="0">
                <a:schemeClr val="dk1"/>
              </a:gs>
              <a:gs pos="78000">
                <a:srgbClr val="FFFFFF">
                  <a:alpha val="54509"/>
                </a:srgbClr>
              </a:gs>
              <a:gs pos="100000">
                <a:srgbClr val="FFFFFF">
                  <a:alpha val="0"/>
                </a:srgbClr>
              </a:gs>
            </a:gsLst>
            <a:lin ang="5400012" scaled="0"/>
          </a:gradFill>
          <a:ln>
            <a:noFill/>
          </a:ln>
        </p:spPr>
        <p:txBody>
          <a:bodyPr spcFirstLastPara="1" wrap="square" lIns="91400" tIns="45700" rIns="91400" bIns="45700"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NVIDIA Sans"/>
              <a:ea typeface="NVIDIA Sans"/>
              <a:cs typeface="NVIDIA Sans"/>
              <a:sym typeface="NVIDIA Sans"/>
            </a:endParaRPr>
          </a:p>
        </p:txBody>
      </p:sp>
      <p:sp>
        <p:nvSpPr>
          <p:cNvPr id="883" name="Google Shape;883;p103"/>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Clr>
                <a:schemeClr val="lt1"/>
              </a:buClr>
              <a:buSzPts val="1800"/>
              <a:buFont typeface="NVIDIA Sans"/>
              <a:buNone/>
              <a:defRPr sz="7200" b="1" cap="none">
                <a:solidFill>
                  <a:schemeClr val="lt1"/>
                </a:solidFill>
                <a:latin typeface="NVIDIA Sans"/>
                <a:ea typeface="NVIDIA Sans"/>
                <a:cs typeface="NVIDIA Sans"/>
                <a:sym typeface="NVIDIA Sans"/>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884" name="Google Shape;884;p103"/>
          <p:cNvSpPr txBox="1">
            <a:spLocks noGrp="1"/>
          </p:cNvSpPr>
          <p:nvPr>
            <p:ph type="body" idx="1"/>
          </p:nvPr>
        </p:nvSpPr>
        <p:spPr>
          <a:xfrm>
            <a:off x="2514600" y="2487168"/>
            <a:ext cx="31546800" cy="1407600"/>
          </a:xfrm>
          <a:prstGeom prst="rect">
            <a:avLst/>
          </a:prstGeom>
          <a:noFill/>
          <a:ln>
            <a:noFill/>
          </a:ln>
        </p:spPr>
        <p:txBody>
          <a:bodyPr spcFirstLastPara="1" wrap="square" lIns="22850" tIns="11425" rIns="22850" bIns="11425" anchor="t" anchorCtr="0">
            <a:noAutofit/>
          </a:bodyPr>
          <a:lstStyle>
            <a:lvl1pPr marL="1828800" marR="0" lvl="0" indent="-914400" algn="ctr" rtl="0">
              <a:lnSpc>
                <a:spcPct val="90000"/>
              </a:lnSpc>
              <a:spcBef>
                <a:spcPts val="0"/>
              </a:spcBef>
              <a:spcAft>
                <a:spcPts val="0"/>
              </a:spcAft>
              <a:buClr>
                <a:schemeClr val="dk2"/>
              </a:buClr>
              <a:buSzPts val="1200"/>
              <a:buFont typeface="NVIDIA Sans"/>
              <a:buNone/>
              <a:defRPr sz="4800" b="0" i="0" u="none" strike="noStrike" cap="none">
                <a:solidFill>
                  <a:schemeClr val="dk2"/>
                </a:solidFill>
                <a:latin typeface="NVIDIA Sans"/>
                <a:ea typeface="NVIDIA Sans"/>
                <a:cs typeface="NVIDIA Sans"/>
                <a:sym typeface="NVIDIA Sans"/>
              </a:defRPr>
            </a:lvl1pPr>
            <a:lvl2pPr marL="3657600" marR="0" lvl="1" indent="-914400" algn="ctr" rtl="0">
              <a:lnSpc>
                <a:spcPct val="90000"/>
              </a:lnSpc>
              <a:spcBef>
                <a:spcPts val="1600"/>
              </a:spcBef>
              <a:spcAft>
                <a:spcPts val="0"/>
              </a:spcAft>
              <a:buClr>
                <a:schemeClr val="dk1"/>
              </a:buClr>
              <a:buSzPts val="1100"/>
              <a:buFont typeface="NVIDIA Sans"/>
              <a:buNone/>
              <a:defRPr sz="4400" b="0" i="0" u="none" strike="noStrike" cap="none">
                <a:solidFill>
                  <a:schemeClr val="dk1"/>
                </a:solidFill>
                <a:latin typeface="NVIDIA Sans"/>
                <a:ea typeface="NVIDIA Sans"/>
                <a:cs typeface="NVIDIA Sans"/>
                <a:sym typeface="NVIDIA Sans"/>
              </a:defRPr>
            </a:lvl2pPr>
            <a:lvl3pPr marL="5486400" marR="0" lvl="2" indent="-914400" algn="ctr" rtl="0">
              <a:lnSpc>
                <a:spcPct val="90000"/>
              </a:lnSpc>
              <a:spcBef>
                <a:spcPts val="1600"/>
              </a:spcBef>
              <a:spcAft>
                <a:spcPts val="0"/>
              </a:spcAft>
              <a:buClr>
                <a:schemeClr val="dk1"/>
              </a:buClr>
              <a:buSzPts val="1100"/>
              <a:buFont typeface="NVIDIA Sans"/>
              <a:buNone/>
              <a:defRPr sz="4400" b="0" i="0" u="none" strike="noStrike" cap="none">
                <a:solidFill>
                  <a:schemeClr val="dk1"/>
                </a:solidFill>
                <a:latin typeface="NVIDIA Sans"/>
                <a:ea typeface="NVIDIA Sans"/>
                <a:cs typeface="NVIDIA Sans"/>
                <a:sym typeface="NVIDIA Sans"/>
              </a:defRPr>
            </a:lvl3pPr>
            <a:lvl4pPr marL="7315200" marR="0" lvl="3" indent="-914400" algn="ctr" rtl="0">
              <a:lnSpc>
                <a:spcPct val="90000"/>
              </a:lnSpc>
              <a:spcBef>
                <a:spcPts val="1600"/>
              </a:spcBef>
              <a:spcAft>
                <a:spcPts val="0"/>
              </a:spcAft>
              <a:buClr>
                <a:schemeClr val="dk1"/>
              </a:buClr>
              <a:buSzPts val="1100"/>
              <a:buFont typeface="NVIDIA Sans"/>
              <a:buNone/>
              <a:defRPr sz="4400" b="0" i="0" u="none" strike="noStrike" cap="none">
                <a:solidFill>
                  <a:schemeClr val="dk1"/>
                </a:solidFill>
                <a:latin typeface="NVIDIA Sans"/>
                <a:ea typeface="NVIDIA Sans"/>
                <a:cs typeface="NVIDIA Sans"/>
                <a:sym typeface="NVIDIA Sans"/>
              </a:defRPr>
            </a:lvl4pPr>
            <a:lvl5pPr marL="9144000" marR="0" lvl="4" indent="-914400" algn="ctr" rtl="0">
              <a:lnSpc>
                <a:spcPct val="90000"/>
              </a:lnSpc>
              <a:spcBef>
                <a:spcPts val="1600"/>
              </a:spcBef>
              <a:spcAft>
                <a:spcPts val="0"/>
              </a:spcAft>
              <a:buClr>
                <a:schemeClr val="dk1"/>
              </a:buClr>
              <a:buSzPts val="1100"/>
              <a:buFont typeface="NVIDIA Sans"/>
              <a:buNone/>
              <a:defRPr sz="4400" b="0" i="0" u="none" strike="noStrike" cap="none">
                <a:solidFill>
                  <a:schemeClr val="dk1"/>
                </a:solidFill>
                <a:latin typeface="NVIDIA Sans"/>
                <a:ea typeface="NVIDIA Sans"/>
                <a:cs typeface="NVIDIA Sans"/>
                <a:sym typeface="NVIDIA Sans"/>
              </a:defRPr>
            </a:lvl5pPr>
            <a:lvl6pPr marL="10972800" marR="0" lvl="5"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6pPr>
            <a:lvl7pPr marL="12801600" marR="0" lvl="6"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7pPr>
            <a:lvl8pPr marL="14630400" marR="0" lvl="7"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8pPr>
            <a:lvl9pPr marL="16459200" marR="0" lvl="8" indent="-1270000" algn="l" rtl="0">
              <a:lnSpc>
                <a:spcPct val="90000"/>
              </a:lnSpc>
              <a:spcBef>
                <a:spcPts val="1600"/>
              </a:spcBef>
              <a:spcAft>
                <a:spcPts val="0"/>
              </a:spcAft>
              <a:buClr>
                <a:schemeClr val="dk1"/>
              </a:buClr>
              <a:buSzPts val="1400"/>
              <a:buFont typeface="NVIDIA Sans"/>
              <a:buChar char="•"/>
              <a:defRPr sz="56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144385278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885"/>
        <p:cNvGrpSpPr/>
        <p:nvPr/>
      </p:nvGrpSpPr>
      <p:grpSpPr>
        <a:xfrm>
          <a:off x="0" y="0"/>
          <a:ext cx="0" cy="0"/>
          <a:chOff x="0" y="0"/>
          <a:chExt cx="0" cy="0"/>
        </a:xfrm>
      </p:grpSpPr>
      <p:sp>
        <p:nvSpPr>
          <p:cNvPr id="886" name="Google Shape;886;p104"/>
          <p:cNvSpPr txBox="1">
            <a:spLocks noGrp="1"/>
          </p:cNvSpPr>
          <p:nvPr>
            <p:ph type="sldNum" idx="12"/>
          </p:nvPr>
        </p:nvSpPr>
        <p:spPr>
          <a:xfrm>
            <a:off x="33889832" y="18652868"/>
            <a:ext cx="2194800" cy="1574400"/>
          </a:xfrm>
          <a:prstGeom prst="rect">
            <a:avLst/>
          </a:prstGeom>
          <a:noFill/>
          <a:ln>
            <a:noFill/>
          </a:ln>
        </p:spPr>
        <p:txBody>
          <a:bodyPr spcFirstLastPara="1" wrap="square" lIns="91425" tIns="91425" rIns="91425" bIns="91425" anchor="ctr" anchorCtr="0">
            <a:noAutofit/>
          </a:bodyPr>
          <a:lstStyle>
            <a:lvl1pPr marL="0" marR="0" lvl="0"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400"/>
              <a:buFont typeface="Arial"/>
              <a:buNone/>
              <a:defRPr sz="5600" b="0" i="0" u="none" strike="noStrike" cap="none">
                <a:solidFill>
                  <a:srgbClr val="000000"/>
                </a:solidFill>
                <a:latin typeface="Arial"/>
                <a:ea typeface="Arial"/>
                <a:cs typeface="Arial"/>
                <a:sym typeface="Arial"/>
              </a:defRPr>
            </a:lvl9pPr>
          </a:lstStyle>
          <a:p>
            <a:fld id="{00000000-1234-1234-1234-123412341234}" type="slidenum">
              <a:rPr lang="en" smtClean="0"/>
              <a:pPr/>
              <a:t>‹#›</a:t>
            </a:fld>
            <a:endParaRPr lang="en"/>
          </a:p>
        </p:txBody>
      </p:sp>
      <p:sp>
        <p:nvSpPr>
          <p:cNvPr id="887" name="Google Shape;887;p104"/>
          <p:cNvSpPr txBox="1">
            <a:spLocks noGrp="1"/>
          </p:cNvSpPr>
          <p:nvPr>
            <p:ph type="title"/>
          </p:nvPr>
        </p:nvSpPr>
        <p:spPr>
          <a:xfrm>
            <a:off x="1828800" y="8893000"/>
            <a:ext cx="65220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1200"/>
              <a:buFont typeface="Lexend Medium"/>
              <a:buNone/>
              <a:defRPr sz="4800">
                <a:latin typeface="Lexend Medium"/>
                <a:ea typeface="Lexend Medium"/>
                <a:cs typeface="Lexend Medium"/>
                <a:sym typeface="Lexend Medium"/>
              </a:defRPr>
            </a:lvl1pPr>
            <a:lvl2pPr lvl="1" algn="l">
              <a:lnSpc>
                <a:spcPct val="115000"/>
              </a:lnSpc>
              <a:spcBef>
                <a:spcPts val="0"/>
              </a:spcBef>
              <a:spcAft>
                <a:spcPts val="0"/>
              </a:spcAft>
              <a:buSzPts val="1200"/>
              <a:buNone/>
              <a:defRPr sz="4800"/>
            </a:lvl2pPr>
            <a:lvl3pPr lvl="2" algn="l">
              <a:lnSpc>
                <a:spcPct val="115000"/>
              </a:lnSpc>
              <a:spcBef>
                <a:spcPts val="0"/>
              </a:spcBef>
              <a:spcAft>
                <a:spcPts val="0"/>
              </a:spcAft>
              <a:buSzPts val="1200"/>
              <a:buNone/>
              <a:defRPr sz="4800"/>
            </a:lvl3pPr>
            <a:lvl4pPr lvl="3" algn="l">
              <a:lnSpc>
                <a:spcPct val="115000"/>
              </a:lnSpc>
              <a:spcBef>
                <a:spcPts val="0"/>
              </a:spcBef>
              <a:spcAft>
                <a:spcPts val="0"/>
              </a:spcAft>
              <a:buSzPts val="1200"/>
              <a:buNone/>
              <a:defRPr sz="4800"/>
            </a:lvl4pPr>
            <a:lvl5pPr lvl="4" algn="l">
              <a:lnSpc>
                <a:spcPct val="115000"/>
              </a:lnSpc>
              <a:spcBef>
                <a:spcPts val="0"/>
              </a:spcBef>
              <a:spcAft>
                <a:spcPts val="0"/>
              </a:spcAft>
              <a:buSzPts val="1200"/>
              <a:buNone/>
              <a:defRPr sz="4800"/>
            </a:lvl5pPr>
            <a:lvl6pPr lvl="5" algn="l">
              <a:lnSpc>
                <a:spcPct val="115000"/>
              </a:lnSpc>
              <a:spcBef>
                <a:spcPts val="0"/>
              </a:spcBef>
              <a:spcAft>
                <a:spcPts val="0"/>
              </a:spcAft>
              <a:buSzPts val="1200"/>
              <a:buNone/>
              <a:defRPr sz="4800"/>
            </a:lvl6pPr>
            <a:lvl7pPr lvl="6" algn="l">
              <a:lnSpc>
                <a:spcPct val="115000"/>
              </a:lnSpc>
              <a:spcBef>
                <a:spcPts val="0"/>
              </a:spcBef>
              <a:spcAft>
                <a:spcPts val="0"/>
              </a:spcAft>
              <a:buSzPts val="1200"/>
              <a:buNone/>
              <a:defRPr sz="4800"/>
            </a:lvl7pPr>
            <a:lvl8pPr lvl="7" algn="l">
              <a:lnSpc>
                <a:spcPct val="115000"/>
              </a:lnSpc>
              <a:spcBef>
                <a:spcPts val="0"/>
              </a:spcBef>
              <a:spcAft>
                <a:spcPts val="0"/>
              </a:spcAft>
              <a:buSzPts val="1200"/>
              <a:buNone/>
              <a:defRPr sz="4800"/>
            </a:lvl8pPr>
            <a:lvl9pPr lvl="8" algn="l">
              <a:lnSpc>
                <a:spcPct val="115000"/>
              </a:lnSpc>
              <a:spcBef>
                <a:spcPts val="0"/>
              </a:spcBef>
              <a:spcAft>
                <a:spcPts val="0"/>
              </a:spcAft>
              <a:buSzPts val="1200"/>
              <a:buNone/>
              <a:defRPr sz="4800"/>
            </a:lvl9pPr>
          </a:lstStyle>
          <a:p>
            <a:endParaRPr/>
          </a:p>
        </p:txBody>
      </p:sp>
      <p:sp>
        <p:nvSpPr>
          <p:cNvPr id="888" name="Google Shape;888;p104"/>
          <p:cNvSpPr txBox="1">
            <a:spLocks noGrp="1"/>
          </p:cNvSpPr>
          <p:nvPr>
            <p:ph type="title" idx="2"/>
          </p:nvPr>
        </p:nvSpPr>
        <p:spPr>
          <a:xfrm>
            <a:off x="1828800" y="10949916"/>
            <a:ext cx="65220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800"/>
              <a:buFont typeface="Lexend Light"/>
              <a:buNone/>
              <a:defRPr sz="3200">
                <a:latin typeface="Lexend Light"/>
                <a:ea typeface="Lexend Light"/>
                <a:cs typeface="Lexend Light"/>
                <a:sym typeface="Lexend Light"/>
              </a:defRPr>
            </a:lvl1pPr>
            <a:lvl2pPr lvl="1"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2pPr>
            <a:lvl3pPr lvl="2"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3pPr>
            <a:lvl4pPr lvl="3"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4pPr>
            <a:lvl5pPr lvl="4"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5pPr>
            <a:lvl6pPr lvl="5"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6pPr>
            <a:lvl7pPr lvl="6"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7pPr>
            <a:lvl8pPr lvl="7"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8pPr>
            <a:lvl9pPr lvl="8"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9pPr>
          </a:lstStyle>
          <a:p>
            <a:endParaRPr/>
          </a:p>
        </p:txBody>
      </p:sp>
      <p:sp>
        <p:nvSpPr>
          <p:cNvPr id="889" name="Google Shape;889;p104"/>
          <p:cNvSpPr txBox="1">
            <a:spLocks noGrp="1"/>
          </p:cNvSpPr>
          <p:nvPr>
            <p:ph type="title" idx="3"/>
          </p:nvPr>
        </p:nvSpPr>
        <p:spPr>
          <a:xfrm>
            <a:off x="28043700" y="8893000"/>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1200"/>
              <a:buFont typeface="Lexend Medium"/>
              <a:buNone/>
              <a:defRPr sz="4800">
                <a:latin typeface="Lexend Medium"/>
                <a:ea typeface="Lexend Medium"/>
                <a:cs typeface="Lexend Medium"/>
                <a:sym typeface="Lexend Medium"/>
              </a:defRPr>
            </a:lvl1pPr>
            <a:lvl2pPr lvl="1" algn="l">
              <a:lnSpc>
                <a:spcPct val="115000"/>
              </a:lnSpc>
              <a:spcBef>
                <a:spcPts val="0"/>
              </a:spcBef>
              <a:spcAft>
                <a:spcPts val="0"/>
              </a:spcAft>
              <a:buSzPts val="1200"/>
              <a:buNone/>
              <a:defRPr sz="4800"/>
            </a:lvl2pPr>
            <a:lvl3pPr lvl="2" algn="l">
              <a:lnSpc>
                <a:spcPct val="115000"/>
              </a:lnSpc>
              <a:spcBef>
                <a:spcPts val="0"/>
              </a:spcBef>
              <a:spcAft>
                <a:spcPts val="0"/>
              </a:spcAft>
              <a:buSzPts val="1200"/>
              <a:buNone/>
              <a:defRPr sz="4800"/>
            </a:lvl3pPr>
            <a:lvl4pPr lvl="3" algn="l">
              <a:lnSpc>
                <a:spcPct val="115000"/>
              </a:lnSpc>
              <a:spcBef>
                <a:spcPts val="0"/>
              </a:spcBef>
              <a:spcAft>
                <a:spcPts val="0"/>
              </a:spcAft>
              <a:buSzPts val="1200"/>
              <a:buNone/>
              <a:defRPr sz="4800"/>
            </a:lvl4pPr>
            <a:lvl5pPr lvl="4" algn="l">
              <a:lnSpc>
                <a:spcPct val="115000"/>
              </a:lnSpc>
              <a:spcBef>
                <a:spcPts val="0"/>
              </a:spcBef>
              <a:spcAft>
                <a:spcPts val="0"/>
              </a:spcAft>
              <a:buSzPts val="1200"/>
              <a:buNone/>
              <a:defRPr sz="4800"/>
            </a:lvl5pPr>
            <a:lvl6pPr lvl="5" algn="l">
              <a:lnSpc>
                <a:spcPct val="115000"/>
              </a:lnSpc>
              <a:spcBef>
                <a:spcPts val="0"/>
              </a:spcBef>
              <a:spcAft>
                <a:spcPts val="0"/>
              </a:spcAft>
              <a:buSzPts val="1200"/>
              <a:buNone/>
              <a:defRPr sz="4800"/>
            </a:lvl6pPr>
            <a:lvl7pPr lvl="6" algn="l">
              <a:lnSpc>
                <a:spcPct val="115000"/>
              </a:lnSpc>
              <a:spcBef>
                <a:spcPts val="0"/>
              </a:spcBef>
              <a:spcAft>
                <a:spcPts val="0"/>
              </a:spcAft>
              <a:buSzPts val="1200"/>
              <a:buNone/>
              <a:defRPr sz="4800"/>
            </a:lvl7pPr>
            <a:lvl8pPr lvl="7" algn="l">
              <a:lnSpc>
                <a:spcPct val="115000"/>
              </a:lnSpc>
              <a:spcBef>
                <a:spcPts val="0"/>
              </a:spcBef>
              <a:spcAft>
                <a:spcPts val="0"/>
              </a:spcAft>
              <a:buSzPts val="1200"/>
              <a:buNone/>
              <a:defRPr sz="4800"/>
            </a:lvl8pPr>
            <a:lvl9pPr lvl="8" algn="l">
              <a:lnSpc>
                <a:spcPct val="115000"/>
              </a:lnSpc>
              <a:spcBef>
                <a:spcPts val="0"/>
              </a:spcBef>
              <a:spcAft>
                <a:spcPts val="0"/>
              </a:spcAft>
              <a:buSzPts val="1200"/>
              <a:buNone/>
              <a:defRPr sz="4800"/>
            </a:lvl9pPr>
          </a:lstStyle>
          <a:p>
            <a:endParaRPr/>
          </a:p>
        </p:txBody>
      </p:sp>
      <p:sp>
        <p:nvSpPr>
          <p:cNvPr id="890" name="Google Shape;890;p104"/>
          <p:cNvSpPr txBox="1">
            <a:spLocks noGrp="1"/>
          </p:cNvSpPr>
          <p:nvPr>
            <p:ph type="title" idx="4"/>
          </p:nvPr>
        </p:nvSpPr>
        <p:spPr>
          <a:xfrm>
            <a:off x="28043700" y="10949932"/>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800"/>
              <a:buFont typeface="Lexend Light"/>
              <a:buNone/>
              <a:defRPr sz="3200">
                <a:latin typeface="Lexend Light"/>
                <a:ea typeface="Lexend Light"/>
                <a:cs typeface="Lexend Light"/>
                <a:sym typeface="Lexend Light"/>
              </a:defRPr>
            </a:lvl1pPr>
            <a:lvl2pPr lvl="1"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2pPr>
            <a:lvl3pPr lvl="2"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3pPr>
            <a:lvl4pPr lvl="3"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4pPr>
            <a:lvl5pPr lvl="4"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5pPr>
            <a:lvl6pPr lvl="5"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6pPr>
            <a:lvl7pPr lvl="6"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7pPr>
            <a:lvl8pPr lvl="7"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8pPr>
            <a:lvl9pPr lvl="8"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9pPr>
          </a:lstStyle>
          <a:p>
            <a:endParaRPr/>
          </a:p>
        </p:txBody>
      </p:sp>
      <p:sp>
        <p:nvSpPr>
          <p:cNvPr id="891" name="Google Shape;891;p104"/>
          <p:cNvSpPr txBox="1">
            <a:spLocks noGrp="1"/>
          </p:cNvSpPr>
          <p:nvPr>
            <p:ph type="title" idx="5"/>
          </p:nvPr>
        </p:nvSpPr>
        <p:spPr>
          <a:xfrm>
            <a:off x="19289000" y="8893000"/>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1200"/>
              <a:buFont typeface="Lexend Medium"/>
              <a:buNone/>
              <a:defRPr sz="4800">
                <a:latin typeface="Lexend Medium"/>
                <a:ea typeface="Lexend Medium"/>
                <a:cs typeface="Lexend Medium"/>
                <a:sym typeface="Lexend Medium"/>
              </a:defRPr>
            </a:lvl1pPr>
            <a:lvl2pPr lvl="1" algn="l">
              <a:lnSpc>
                <a:spcPct val="115000"/>
              </a:lnSpc>
              <a:spcBef>
                <a:spcPts val="0"/>
              </a:spcBef>
              <a:spcAft>
                <a:spcPts val="0"/>
              </a:spcAft>
              <a:buSzPts val="1200"/>
              <a:buNone/>
              <a:defRPr sz="4800"/>
            </a:lvl2pPr>
            <a:lvl3pPr lvl="2" algn="l">
              <a:lnSpc>
                <a:spcPct val="115000"/>
              </a:lnSpc>
              <a:spcBef>
                <a:spcPts val="0"/>
              </a:spcBef>
              <a:spcAft>
                <a:spcPts val="0"/>
              </a:spcAft>
              <a:buSzPts val="1200"/>
              <a:buNone/>
              <a:defRPr sz="4800"/>
            </a:lvl3pPr>
            <a:lvl4pPr lvl="3" algn="l">
              <a:lnSpc>
                <a:spcPct val="115000"/>
              </a:lnSpc>
              <a:spcBef>
                <a:spcPts val="0"/>
              </a:spcBef>
              <a:spcAft>
                <a:spcPts val="0"/>
              </a:spcAft>
              <a:buSzPts val="1200"/>
              <a:buNone/>
              <a:defRPr sz="4800"/>
            </a:lvl4pPr>
            <a:lvl5pPr lvl="4" algn="l">
              <a:lnSpc>
                <a:spcPct val="115000"/>
              </a:lnSpc>
              <a:spcBef>
                <a:spcPts val="0"/>
              </a:spcBef>
              <a:spcAft>
                <a:spcPts val="0"/>
              </a:spcAft>
              <a:buSzPts val="1200"/>
              <a:buNone/>
              <a:defRPr sz="4800"/>
            </a:lvl5pPr>
            <a:lvl6pPr lvl="5" algn="l">
              <a:lnSpc>
                <a:spcPct val="115000"/>
              </a:lnSpc>
              <a:spcBef>
                <a:spcPts val="0"/>
              </a:spcBef>
              <a:spcAft>
                <a:spcPts val="0"/>
              </a:spcAft>
              <a:buSzPts val="1200"/>
              <a:buNone/>
              <a:defRPr sz="4800"/>
            </a:lvl6pPr>
            <a:lvl7pPr lvl="6" algn="l">
              <a:lnSpc>
                <a:spcPct val="115000"/>
              </a:lnSpc>
              <a:spcBef>
                <a:spcPts val="0"/>
              </a:spcBef>
              <a:spcAft>
                <a:spcPts val="0"/>
              </a:spcAft>
              <a:buSzPts val="1200"/>
              <a:buNone/>
              <a:defRPr sz="4800"/>
            </a:lvl7pPr>
            <a:lvl8pPr lvl="7" algn="l">
              <a:lnSpc>
                <a:spcPct val="115000"/>
              </a:lnSpc>
              <a:spcBef>
                <a:spcPts val="0"/>
              </a:spcBef>
              <a:spcAft>
                <a:spcPts val="0"/>
              </a:spcAft>
              <a:buSzPts val="1200"/>
              <a:buNone/>
              <a:defRPr sz="4800"/>
            </a:lvl8pPr>
            <a:lvl9pPr lvl="8" algn="l">
              <a:lnSpc>
                <a:spcPct val="115000"/>
              </a:lnSpc>
              <a:spcBef>
                <a:spcPts val="0"/>
              </a:spcBef>
              <a:spcAft>
                <a:spcPts val="0"/>
              </a:spcAft>
              <a:buSzPts val="1200"/>
              <a:buNone/>
              <a:defRPr sz="4800"/>
            </a:lvl9pPr>
          </a:lstStyle>
          <a:p>
            <a:endParaRPr/>
          </a:p>
        </p:txBody>
      </p:sp>
      <p:sp>
        <p:nvSpPr>
          <p:cNvPr id="892" name="Google Shape;892;p104"/>
          <p:cNvSpPr txBox="1">
            <a:spLocks noGrp="1"/>
          </p:cNvSpPr>
          <p:nvPr>
            <p:ph type="title" idx="6"/>
          </p:nvPr>
        </p:nvSpPr>
        <p:spPr>
          <a:xfrm>
            <a:off x="19289000" y="10949932"/>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800"/>
              <a:buFont typeface="Lexend Light"/>
              <a:buNone/>
              <a:defRPr sz="3200">
                <a:latin typeface="Lexend Light"/>
                <a:ea typeface="Lexend Light"/>
                <a:cs typeface="Lexend Light"/>
                <a:sym typeface="Lexend Light"/>
              </a:defRPr>
            </a:lvl1pPr>
            <a:lvl2pPr lvl="1"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2pPr>
            <a:lvl3pPr lvl="2"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3pPr>
            <a:lvl4pPr lvl="3"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4pPr>
            <a:lvl5pPr lvl="4"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5pPr>
            <a:lvl6pPr lvl="5"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6pPr>
            <a:lvl7pPr lvl="6"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7pPr>
            <a:lvl8pPr lvl="7"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8pPr>
            <a:lvl9pPr lvl="8"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9pPr>
          </a:lstStyle>
          <a:p>
            <a:endParaRPr/>
          </a:p>
        </p:txBody>
      </p:sp>
      <p:sp>
        <p:nvSpPr>
          <p:cNvPr id="893" name="Google Shape;893;p104"/>
          <p:cNvSpPr txBox="1">
            <a:spLocks noGrp="1"/>
          </p:cNvSpPr>
          <p:nvPr>
            <p:ph type="title" idx="7"/>
          </p:nvPr>
        </p:nvSpPr>
        <p:spPr>
          <a:xfrm>
            <a:off x="10534252" y="8893000"/>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1200"/>
              <a:buFont typeface="Lexend Medium"/>
              <a:buNone/>
              <a:defRPr sz="4800">
                <a:latin typeface="Lexend Medium"/>
                <a:ea typeface="Lexend Medium"/>
                <a:cs typeface="Lexend Medium"/>
                <a:sym typeface="Lexend Medium"/>
              </a:defRPr>
            </a:lvl1pPr>
            <a:lvl2pPr lvl="1" algn="l">
              <a:lnSpc>
                <a:spcPct val="115000"/>
              </a:lnSpc>
              <a:spcBef>
                <a:spcPts val="0"/>
              </a:spcBef>
              <a:spcAft>
                <a:spcPts val="0"/>
              </a:spcAft>
              <a:buSzPts val="1200"/>
              <a:buNone/>
              <a:defRPr sz="4800"/>
            </a:lvl2pPr>
            <a:lvl3pPr lvl="2" algn="l">
              <a:lnSpc>
                <a:spcPct val="115000"/>
              </a:lnSpc>
              <a:spcBef>
                <a:spcPts val="0"/>
              </a:spcBef>
              <a:spcAft>
                <a:spcPts val="0"/>
              </a:spcAft>
              <a:buSzPts val="1200"/>
              <a:buNone/>
              <a:defRPr sz="4800"/>
            </a:lvl3pPr>
            <a:lvl4pPr lvl="3" algn="l">
              <a:lnSpc>
                <a:spcPct val="115000"/>
              </a:lnSpc>
              <a:spcBef>
                <a:spcPts val="0"/>
              </a:spcBef>
              <a:spcAft>
                <a:spcPts val="0"/>
              </a:spcAft>
              <a:buSzPts val="1200"/>
              <a:buNone/>
              <a:defRPr sz="4800"/>
            </a:lvl4pPr>
            <a:lvl5pPr lvl="4" algn="l">
              <a:lnSpc>
                <a:spcPct val="115000"/>
              </a:lnSpc>
              <a:spcBef>
                <a:spcPts val="0"/>
              </a:spcBef>
              <a:spcAft>
                <a:spcPts val="0"/>
              </a:spcAft>
              <a:buSzPts val="1200"/>
              <a:buNone/>
              <a:defRPr sz="4800"/>
            </a:lvl5pPr>
            <a:lvl6pPr lvl="5" algn="l">
              <a:lnSpc>
                <a:spcPct val="115000"/>
              </a:lnSpc>
              <a:spcBef>
                <a:spcPts val="0"/>
              </a:spcBef>
              <a:spcAft>
                <a:spcPts val="0"/>
              </a:spcAft>
              <a:buSzPts val="1200"/>
              <a:buNone/>
              <a:defRPr sz="4800"/>
            </a:lvl6pPr>
            <a:lvl7pPr lvl="6" algn="l">
              <a:lnSpc>
                <a:spcPct val="115000"/>
              </a:lnSpc>
              <a:spcBef>
                <a:spcPts val="0"/>
              </a:spcBef>
              <a:spcAft>
                <a:spcPts val="0"/>
              </a:spcAft>
              <a:buSzPts val="1200"/>
              <a:buNone/>
              <a:defRPr sz="4800"/>
            </a:lvl7pPr>
            <a:lvl8pPr lvl="7" algn="l">
              <a:lnSpc>
                <a:spcPct val="115000"/>
              </a:lnSpc>
              <a:spcBef>
                <a:spcPts val="0"/>
              </a:spcBef>
              <a:spcAft>
                <a:spcPts val="0"/>
              </a:spcAft>
              <a:buSzPts val="1200"/>
              <a:buNone/>
              <a:defRPr sz="4800"/>
            </a:lvl8pPr>
            <a:lvl9pPr lvl="8" algn="l">
              <a:lnSpc>
                <a:spcPct val="115000"/>
              </a:lnSpc>
              <a:spcBef>
                <a:spcPts val="0"/>
              </a:spcBef>
              <a:spcAft>
                <a:spcPts val="0"/>
              </a:spcAft>
              <a:buSzPts val="1200"/>
              <a:buNone/>
              <a:defRPr sz="4800"/>
            </a:lvl9pPr>
          </a:lstStyle>
          <a:p>
            <a:endParaRPr/>
          </a:p>
        </p:txBody>
      </p:sp>
      <p:sp>
        <p:nvSpPr>
          <p:cNvPr id="894" name="Google Shape;894;p104"/>
          <p:cNvSpPr txBox="1">
            <a:spLocks noGrp="1"/>
          </p:cNvSpPr>
          <p:nvPr>
            <p:ph type="title" idx="8"/>
          </p:nvPr>
        </p:nvSpPr>
        <p:spPr>
          <a:xfrm>
            <a:off x="10534252" y="10949932"/>
            <a:ext cx="6571200" cy="1574400"/>
          </a:xfrm>
          <a:prstGeom prst="rect">
            <a:avLst/>
          </a:prstGeom>
          <a:noFill/>
          <a:ln>
            <a:noFill/>
          </a:ln>
        </p:spPr>
        <p:txBody>
          <a:bodyPr spcFirstLastPara="1" wrap="square" lIns="0" tIns="0" rIns="0" bIns="91425" anchor="b" anchorCtr="0">
            <a:normAutofit/>
          </a:bodyPr>
          <a:lstStyle>
            <a:lvl1pPr lvl="0" algn="ctr">
              <a:lnSpc>
                <a:spcPct val="115000"/>
              </a:lnSpc>
              <a:spcBef>
                <a:spcPts val="0"/>
              </a:spcBef>
              <a:spcAft>
                <a:spcPts val="0"/>
              </a:spcAft>
              <a:buSzPts val="800"/>
              <a:buFont typeface="Lexend Light"/>
              <a:buNone/>
              <a:defRPr sz="3200">
                <a:latin typeface="Lexend Light"/>
                <a:ea typeface="Lexend Light"/>
                <a:cs typeface="Lexend Light"/>
                <a:sym typeface="Lexend Light"/>
              </a:defRPr>
            </a:lvl1pPr>
            <a:lvl2pPr lvl="1"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2pPr>
            <a:lvl3pPr lvl="2"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3pPr>
            <a:lvl4pPr lvl="3"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4pPr>
            <a:lvl5pPr lvl="4"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5pPr>
            <a:lvl6pPr lvl="5"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6pPr>
            <a:lvl7pPr lvl="6"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7pPr>
            <a:lvl8pPr lvl="7"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8pPr>
            <a:lvl9pPr lvl="8" algn="l">
              <a:lnSpc>
                <a:spcPct val="115000"/>
              </a:lnSpc>
              <a:spcBef>
                <a:spcPts val="0"/>
              </a:spcBef>
              <a:spcAft>
                <a:spcPts val="0"/>
              </a:spcAft>
              <a:buSzPts val="800"/>
              <a:buFont typeface="Lexend Light"/>
              <a:buNone/>
              <a:defRPr sz="3200">
                <a:latin typeface="Lexend Light"/>
                <a:ea typeface="Lexend Light"/>
                <a:cs typeface="Lexend Light"/>
                <a:sym typeface="Lexend Light"/>
              </a:defRPr>
            </a:lvl9pPr>
          </a:lstStyle>
          <a:p>
            <a:endParaRPr/>
          </a:p>
        </p:txBody>
      </p:sp>
      <p:sp>
        <p:nvSpPr>
          <p:cNvPr id="895" name="Google Shape;895;p104"/>
          <p:cNvSpPr txBox="1">
            <a:spLocks noGrp="1"/>
          </p:cNvSpPr>
          <p:nvPr>
            <p:ph type="title" idx="9"/>
          </p:nvPr>
        </p:nvSpPr>
        <p:spPr>
          <a:xfrm>
            <a:off x="1828800" y="1780100"/>
            <a:ext cx="33500400" cy="2290800"/>
          </a:xfrm>
          <a:prstGeom prst="rect">
            <a:avLst/>
          </a:prstGeom>
          <a:noFill/>
          <a:ln>
            <a:noFill/>
          </a:ln>
        </p:spPr>
        <p:txBody>
          <a:bodyPr spcFirstLastPara="1" wrap="square" lIns="0" tIns="0" rIns="0" bIns="91425" anchor="b" anchorCtr="0">
            <a:normAutofit/>
          </a:bodyPr>
          <a:lstStyle>
            <a:lvl1pPr lvl="0" algn="ctr">
              <a:lnSpc>
                <a:spcPct val="90000"/>
              </a:lnSpc>
              <a:spcBef>
                <a:spcPts val="0"/>
              </a:spcBef>
              <a:spcAft>
                <a:spcPts val="0"/>
              </a:spcAft>
              <a:buSzPts val="1800"/>
              <a:buFont typeface="Lexend SemiBold"/>
              <a:buNone/>
              <a:defRPr>
                <a:latin typeface="Lexend SemiBold"/>
                <a:ea typeface="Lexend SemiBold"/>
                <a:cs typeface="Lexend SemiBold"/>
                <a:sym typeface="Lexend SemiBold"/>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pic>
        <p:nvPicPr>
          <p:cNvPr id="896" name="Google Shape;896;p104"/>
          <p:cNvPicPr preferRelativeResize="0"/>
          <p:nvPr/>
        </p:nvPicPr>
        <p:blipFill rotWithShape="1">
          <a:blip r:embed="rId2">
            <a:alphaModFix/>
          </a:blip>
          <a:srcRect r="-5841"/>
          <a:stretch/>
        </p:blipFill>
        <p:spPr>
          <a:xfrm>
            <a:off x="32284464" y="18630656"/>
            <a:ext cx="2591200" cy="839000"/>
          </a:xfrm>
          <a:prstGeom prst="rect">
            <a:avLst/>
          </a:prstGeom>
          <a:noFill/>
          <a:ln>
            <a:noFill/>
          </a:ln>
        </p:spPr>
      </p:pic>
    </p:spTree>
    <p:extLst>
      <p:ext uri="{BB962C8B-B14F-4D97-AF65-F5344CB8AC3E}">
        <p14:creationId xmlns:p14="http://schemas.microsoft.com/office/powerpoint/2010/main" val="295771504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CONFIDENTIAL 1">
  <p:cSld name="CONFIDENTIAL 1">
    <p:spTree>
      <p:nvGrpSpPr>
        <p:cNvPr id="1" name="Shape 897"/>
        <p:cNvGrpSpPr/>
        <p:nvPr/>
      </p:nvGrpSpPr>
      <p:grpSpPr>
        <a:xfrm>
          <a:off x="0" y="0"/>
          <a:ext cx="0" cy="0"/>
          <a:chOff x="0" y="0"/>
          <a:chExt cx="0" cy="0"/>
        </a:xfrm>
      </p:grpSpPr>
      <p:sp>
        <p:nvSpPr>
          <p:cNvPr id="898" name="Google Shape;898;p105"/>
          <p:cNvSpPr txBox="1">
            <a:spLocks noGrp="1"/>
          </p:cNvSpPr>
          <p:nvPr>
            <p:ph type="title"/>
          </p:nvPr>
        </p:nvSpPr>
        <p:spPr>
          <a:xfrm>
            <a:off x="2514600" y="0"/>
            <a:ext cx="31546800" cy="2515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lt1"/>
              </a:buClr>
              <a:buSzPts val="3600"/>
              <a:buFont typeface="NVIDIA Sans"/>
              <a:buNone/>
              <a:defRPr sz="7200" b="1" cap="none">
                <a:latin typeface="NVIDIA Sans"/>
                <a:ea typeface="NVIDIA Sans"/>
                <a:cs typeface="NVIDIA Sans"/>
                <a:sym typeface="NVIDIA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9" name="Google Shape;899;p105"/>
          <p:cNvSpPr txBox="1">
            <a:spLocks noGrp="1"/>
          </p:cNvSpPr>
          <p:nvPr>
            <p:ph type="body" idx="1"/>
          </p:nvPr>
        </p:nvSpPr>
        <p:spPr>
          <a:xfrm>
            <a:off x="2514600" y="2487168"/>
            <a:ext cx="31546800" cy="1408800"/>
          </a:xfrm>
          <a:prstGeom prst="rect">
            <a:avLst/>
          </a:prstGeom>
          <a:noFill/>
          <a:ln>
            <a:noFill/>
          </a:ln>
        </p:spPr>
        <p:txBody>
          <a:bodyPr spcFirstLastPara="1" wrap="square" lIns="91425" tIns="45700" rIns="91425" bIns="45700" anchor="t" anchorCtr="0">
            <a:noAutofit/>
          </a:bodyPr>
          <a:lstStyle>
            <a:lvl1pPr marL="1828800" marR="0" lvl="0" indent="-914400" algn="ctr" rtl="0">
              <a:lnSpc>
                <a:spcPct val="90000"/>
              </a:lnSpc>
              <a:spcBef>
                <a:spcPts val="0"/>
              </a:spcBef>
              <a:spcAft>
                <a:spcPts val="0"/>
              </a:spcAft>
              <a:buClr>
                <a:schemeClr val="dk2"/>
              </a:buClr>
              <a:buSzPts val="2400"/>
              <a:buFont typeface="Arial"/>
              <a:buNone/>
              <a:defRPr sz="4800" b="0" i="0" u="none" strike="noStrike" cap="none">
                <a:solidFill>
                  <a:schemeClr val="dk2"/>
                </a:solidFill>
                <a:latin typeface="NVIDIA Sans"/>
                <a:ea typeface="NVIDIA Sans"/>
                <a:cs typeface="NVIDIA Sans"/>
                <a:sym typeface="NVIDIA Sans"/>
              </a:defRPr>
            </a:lvl1pPr>
            <a:lvl2pPr marL="3657600" marR="0" lvl="1" indent="-914400" algn="ctr" rtl="0">
              <a:lnSpc>
                <a:spcPct val="90000"/>
              </a:lnSpc>
              <a:spcBef>
                <a:spcPts val="1600"/>
              </a:spcBef>
              <a:spcAft>
                <a:spcPts val="0"/>
              </a:spcAft>
              <a:buClr>
                <a:schemeClr val="dk1"/>
              </a:buClr>
              <a:buSzPts val="2200"/>
              <a:buFont typeface="Arial"/>
              <a:buNone/>
              <a:defRPr sz="4400" b="0" i="0" u="none" strike="noStrike" cap="none">
                <a:solidFill>
                  <a:schemeClr val="dk1"/>
                </a:solidFill>
                <a:latin typeface="Trebuchet MS"/>
                <a:ea typeface="Trebuchet MS"/>
                <a:cs typeface="Trebuchet MS"/>
                <a:sym typeface="Trebuchet MS"/>
              </a:defRPr>
            </a:lvl2pPr>
            <a:lvl3pPr marL="5486400" marR="0" lvl="2" indent="-914400" algn="ctr" rtl="0">
              <a:lnSpc>
                <a:spcPct val="90000"/>
              </a:lnSpc>
              <a:spcBef>
                <a:spcPts val="1600"/>
              </a:spcBef>
              <a:spcAft>
                <a:spcPts val="0"/>
              </a:spcAft>
              <a:buClr>
                <a:schemeClr val="dk1"/>
              </a:buClr>
              <a:buSzPts val="2200"/>
              <a:buFont typeface="Arial"/>
              <a:buNone/>
              <a:defRPr sz="4400" b="0" i="0" u="none" strike="noStrike" cap="none">
                <a:solidFill>
                  <a:schemeClr val="dk1"/>
                </a:solidFill>
                <a:latin typeface="Trebuchet MS"/>
                <a:ea typeface="Trebuchet MS"/>
                <a:cs typeface="Trebuchet MS"/>
                <a:sym typeface="Trebuchet MS"/>
              </a:defRPr>
            </a:lvl3pPr>
            <a:lvl4pPr marL="7315200" marR="0" lvl="3" indent="-914400" algn="ctr" rtl="0">
              <a:lnSpc>
                <a:spcPct val="90000"/>
              </a:lnSpc>
              <a:spcBef>
                <a:spcPts val="1600"/>
              </a:spcBef>
              <a:spcAft>
                <a:spcPts val="0"/>
              </a:spcAft>
              <a:buClr>
                <a:schemeClr val="dk1"/>
              </a:buClr>
              <a:buSzPts val="2200"/>
              <a:buFont typeface="Arial"/>
              <a:buNone/>
              <a:defRPr sz="4400" b="0" i="0" u="none" strike="noStrike" cap="none">
                <a:solidFill>
                  <a:schemeClr val="dk1"/>
                </a:solidFill>
                <a:latin typeface="Trebuchet MS"/>
                <a:ea typeface="Trebuchet MS"/>
                <a:cs typeface="Trebuchet MS"/>
                <a:sym typeface="Trebuchet MS"/>
              </a:defRPr>
            </a:lvl4pPr>
            <a:lvl5pPr marL="9144000" marR="0" lvl="4" indent="-914400" algn="ctr" rtl="0">
              <a:lnSpc>
                <a:spcPct val="90000"/>
              </a:lnSpc>
              <a:spcBef>
                <a:spcPts val="1600"/>
              </a:spcBef>
              <a:spcAft>
                <a:spcPts val="0"/>
              </a:spcAft>
              <a:buClr>
                <a:schemeClr val="dk1"/>
              </a:buClr>
              <a:buSzPts val="2200"/>
              <a:buFont typeface="Arial"/>
              <a:buNone/>
              <a:defRPr sz="4400" b="0" i="0" u="none" strike="noStrike" cap="none">
                <a:solidFill>
                  <a:schemeClr val="dk1"/>
                </a:solidFill>
                <a:latin typeface="Trebuchet MS"/>
                <a:ea typeface="Trebuchet MS"/>
                <a:cs typeface="Trebuchet MS"/>
                <a:sym typeface="Trebuchet MS"/>
              </a:defRPr>
            </a:lvl5pPr>
            <a:lvl6pPr marL="10972800" marR="0" lvl="5"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6pPr>
            <a:lvl7pPr marL="12801600" marR="0" lvl="6"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7pPr>
            <a:lvl8pPr marL="14630400" marR="0" lvl="7"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8pPr>
            <a:lvl9pPr marL="16459200" marR="0" lvl="8"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9pPr>
          </a:lstStyle>
          <a:p>
            <a:endParaRPr/>
          </a:p>
        </p:txBody>
      </p:sp>
      <p:sp>
        <p:nvSpPr>
          <p:cNvPr id="900" name="Google Shape;900;p105"/>
          <p:cNvSpPr txBox="1">
            <a:spLocks noGrp="1"/>
          </p:cNvSpPr>
          <p:nvPr>
            <p:ph type="body" idx="2"/>
          </p:nvPr>
        </p:nvSpPr>
        <p:spPr>
          <a:xfrm>
            <a:off x="2514600" y="4846320"/>
            <a:ext cx="31546800" cy="13652400"/>
          </a:xfrm>
          <a:prstGeom prst="rect">
            <a:avLst/>
          </a:prstGeom>
          <a:noFill/>
          <a:ln>
            <a:noFill/>
          </a:ln>
        </p:spPr>
        <p:txBody>
          <a:bodyPr spcFirstLastPara="1" wrap="square" lIns="91425" tIns="45700" rIns="91425" bIns="45700" anchor="t" anchorCtr="0">
            <a:noAutofit/>
          </a:bodyPr>
          <a:lstStyle>
            <a:lvl1pPr marL="1828800" marR="0" lvl="0" indent="-1473200" algn="l" rtl="0">
              <a:lnSpc>
                <a:spcPct val="90000"/>
              </a:lnSpc>
              <a:spcBef>
                <a:spcPts val="3200"/>
              </a:spcBef>
              <a:spcAft>
                <a:spcPts val="0"/>
              </a:spcAft>
              <a:buClr>
                <a:schemeClr val="dk2"/>
              </a:buClr>
              <a:buSzPts val="2200"/>
              <a:buFont typeface="Arial"/>
              <a:buChar char="•"/>
              <a:defRPr sz="4400" b="0" i="0" u="none" strike="noStrike" cap="none">
                <a:solidFill>
                  <a:schemeClr val="lt1"/>
                </a:solidFill>
                <a:latin typeface="NVIDIA Sans"/>
                <a:ea typeface="NVIDIA Sans"/>
                <a:cs typeface="NVIDIA Sans"/>
                <a:sym typeface="NVIDIA Sans"/>
              </a:defRPr>
            </a:lvl1pPr>
            <a:lvl2pPr marL="3657600" marR="0" lvl="1" indent="-1422400" algn="l" rtl="0">
              <a:lnSpc>
                <a:spcPct val="90000"/>
              </a:lnSpc>
              <a:spcBef>
                <a:spcPts val="1600"/>
              </a:spcBef>
              <a:spcAft>
                <a:spcPts val="0"/>
              </a:spcAft>
              <a:buClr>
                <a:schemeClr val="dk2"/>
              </a:buClr>
              <a:buSzPts val="2000"/>
              <a:buFont typeface="Arial"/>
              <a:buChar char="•"/>
              <a:defRPr sz="4000" b="0" i="0" u="none" strike="noStrike" cap="none">
                <a:solidFill>
                  <a:schemeClr val="lt1"/>
                </a:solidFill>
                <a:latin typeface="NVIDIA Sans"/>
                <a:ea typeface="NVIDIA Sans"/>
                <a:cs typeface="NVIDIA Sans"/>
                <a:sym typeface="NVIDIA Sans"/>
              </a:defRPr>
            </a:lvl2pPr>
            <a:lvl3pPr marL="5486400" marR="0" lvl="2" indent="-1371600" algn="l" rtl="0">
              <a:lnSpc>
                <a:spcPct val="90000"/>
              </a:lnSpc>
              <a:spcBef>
                <a:spcPts val="1600"/>
              </a:spcBef>
              <a:spcAft>
                <a:spcPts val="0"/>
              </a:spcAft>
              <a:buClr>
                <a:schemeClr val="dk2"/>
              </a:buClr>
              <a:buSzPts val="1800"/>
              <a:buFont typeface="Arial"/>
              <a:buChar char="•"/>
              <a:defRPr sz="3600" b="0" i="0" u="none" strike="noStrike" cap="none">
                <a:solidFill>
                  <a:schemeClr val="lt1"/>
                </a:solidFill>
                <a:latin typeface="NVIDIA Sans"/>
                <a:ea typeface="NVIDIA Sans"/>
                <a:cs typeface="NVIDIA Sans"/>
                <a:sym typeface="NVIDIA Sans"/>
              </a:defRPr>
            </a:lvl3pPr>
            <a:lvl4pPr marL="7315200" marR="0" lvl="3" indent="-1320800" algn="l" rtl="0">
              <a:lnSpc>
                <a:spcPct val="90000"/>
              </a:lnSpc>
              <a:spcBef>
                <a:spcPts val="1600"/>
              </a:spcBef>
              <a:spcAft>
                <a:spcPts val="0"/>
              </a:spcAft>
              <a:buClr>
                <a:schemeClr val="dk2"/>
              </a:buClr>
              <a:buSzPts val="1600"/>
              <a:buFont typeface="Arial"/>
              <a:buChar char="•"/>
              <a:defRPr sz="3200" b="0" i="0" u="none" strike="noStrike" cap="none">
                <a:solidFill>
                  <a:schemeClr val="lt1"/>
                </a:solidFill>
                <a:latin typeface="NVIDIA Sans"/>
                <a:ea typeface="NVIDIA Sans"/>
                <a:cs typeface="NVIDIA Sans"/>
                <a:sym typeface="NVIDIA Sans"/>
              </a:defRPr>
            </a:lvl4pPr>
            <a:lvl5pPr marL="9144000" marR="0" lvl="4" indent="-1270000" algn="l" rtl="0">
              <a:lnSpc>
                <a:spcPct val="90000"/>
              </a:lnSpc>
              <a:spcBef>
                <a:spcPts val="1600"/>
              </a:spcBef>
              <a:spcAft>
                <a:spcPts val="0"/>
              </a:spcAft>
              <a:buClr>
                <a:schemeClr val="dk2"/>
              </a:buClr>
              <a:buSzPts val="1400"/>
              <a:buFont typeface="Arial"/>
              <a:buChar char="•"/>
              <a:defRPr sz="2800" b="0" i="0" u="none" strike="noStrike" cap="none">
                <a:solidFill>
                  <a:schemeClr val="lt1"/>
                </a:solidFill>
                <a:latin typeface="NVIDIA Sans"/>
                <a:ea typeface="NVIDIA Sans"/>
                <a:cs typeface="NVIDIA Sans"/>
                <a:sym typeface="NVIDIA Sans"/>
              </a:defRPr>
            </a:lvl5pPr>
            <a:lvl6pPr marL="10972800" marR="0" lvl="5"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6pPr>
            <a:lvl7pPr marL="12801600" marR="0" lvl="6"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7pPr>
            <a:lvl8pPr marL="14630400" marR="0" lvl="7"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8pPr>
            <a:lvl9pPr marL="16459200" marR="0" lvl="8" indent="-1600200" algn="l" rtl="0">
              <a:lnSpc>
                <a:spcPct val="90000"/>
              </a:lnSpc>
              <a:spcBef>
                <a:spcPts val="1600"/>
              </a:spcBef>
              <a:spcAft>
                <a:spcPts val="0"/>
              </a:spcAft>
              <a:buClr>
                <a:schemeClr val="dk1"/>
              </a:buClr>
              <a:buSzPts val="2700"/>
              <a:buFont typeface="Arial"/>
              <a:buChar char="•"/>
              <a:defRPr sz="5600" b="0" i="0" u="none" strike="noStrike" cap="none">
                <a:solidFill>
                  <a:schemeClr val="dk1"/>
                </a:solidFill>
                <a:latin typeface="NVIDIA Sans"/>
                <a:ea typeface="NVIDIA Sans"/>
                <a:cs typeface="NVIDIA Sans"/>
                <a:sym typeface="NVIDIA Sans"/>
              </a:defRPr>
            </a:lvl9pPr>
          </a:lstStyle>
          <a:p>
            <a:endParaRPr/>
          </a:p>
        </p:txBody>
      </p:sp>
    </p:spTree>
    <p:extLst>
      <p:ext uri="{BB962C8B-B14F-4D97-AF65-F5344CB8AC3E}">
        <p14:creationId xmlns:p14="http://schemas.microsoft.com/office/powerpoint/2010/main" val="296819766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Subtitle">
  <p:cSld name="1_Title, Subtitle">
    <p:spTree>
      <p:nvGrpSpPr>
        <p:cNvPr id="1" name="Shape 901"/>
        <p:cNvGrpSpPr/>
        <p:nvPr/>
      </p:nvGrpSpPr>
      <p:grpSpPr>
        <a:xfrm>
          <a:off x="0" y="0"/>
          <a:ext cx="0" cy="0"/>
          <a:chOff x="0" y="0"/>
          <a:chExt cx="0" cy="0"/>
        </a:xfrm>
      </p:grpSpPr>
      <p:sp>
        <p:nvSpPr>
          <p:cNvPr id="902" name="Google Shape;902;p106"/>
          <p:cNvSpPr txBox="1">
            <a:spLocks noGrp="1"/>
          </p:cNvSpPr>
          <p:nvPr>
            <p:ph type="title"/>
          </p:nvPr>
        </p:nvSpPr>
        <p:spPr>
          <a:xfrm>
            <a:off x="2514600" y="0"/>
            <a:ext cx="31546800" cy="2514600"/>
          </a:xfrm>
          <a:prstGeom prst="rect">
            <a:avLst/>
          </a:prstGeom>
          <a:noFill/>
          <a:ln>
            <a:noFill/>
          </a:ln>
        </p:spPr>
        <p:txBody>
          <a:bodyPr spcFirstLastPara="1" wrap="square" lIns="22850" tIns="11425" rIns="22850" bIns="11425" anchor="b" anchorCtr="0">
            <a:normAutofit/>
          </a:bodyPr>
          <a:lstStyle>
            <a:lvl1pPr lvl="0" algn="ctr">
              <a:lnSpc>
                <a:spcPct val="90000"/>
              </a:lnSpc>
              <a:spcBef>
                <a:spcPts val="0"/>
              </a:spcBef>
              <a:spcAft>
                <a:spcPts val="0"/>
              </a:spcAft>
              <a:buSzPts val="1800"/>
              <a:buNone/>
              <a:defRPr sz="7200" b="1" cap="none">
                <a:latin typeface="NVIDIA Sans"/>
                <a:ea typeface="NVIDIA Sans"/>
                <a:cs typeface="NVIDIA Sans"/>
                <a:sym typeface="NVIDIA Sans"/>
              </a:defRPr>
            </a:lvl1pPr>
            <a:lvl2pPr lvl="1" algn="l">
              <a:lnSpc>
                <a:spcPct val="100000"/>
              </a:lnSpc>
              <a:spcBef>
                <a:spcPts val="0"/>
              </a:spcBef>
              <a:spcAft>
                <a:spcPts val="0"/>
              </a:spcAft>
              <a:buSzPts val="1800"/>
              <a:buNone/>
              <a:defRPr/>
            </a:lvl2pPr>
            <a:lvl3pPr lvl="2" algn="l">
              <a:lnSpc>
                <a:spcPct val="100000"/>
              </a:lnSpc>
              <a:spcBef>
                <a:spcPts val="0"/>
              </a:spcBef>
              <a:spcAft>
                <a:spcPts val="0"/>
              </a:spcAft>
              <a:buSzPts val="18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a:endParaRPr/>
          </a:p>
        </p:txBody>
      </p:sp>
      <p:sp>
        <p:nvSpPr>
          <p:cNvPr id="903" name="Google Shape;903;p106"/>
          <p:cNvSpPr txBox="1">
            <a:spLocks noGrp="1"/>
          </p:cNvSpPr>
          <p:nvPr>
            <p:ph type="body" idx="1"/>
          </p:nvPr>
        </p:nvSpPr>
        <p:spPr>
          <a:xfrm>
            <a:off x="2514600" y="2487168"/>
            <a:ext cx="31546800" cy="1408176"/>
          </a:xfrm>
          <a:prstGeom prst="rect">
            <a:avLst/>
          </a:prstGeom>
          <a:noFill/>
          <a:ln>
            <a:noFill/>
          </a:ln>
        </p:spPr>
        <p:txBody>
          <a:bodyPr spcFirstLastPara="1" wrap="square" lIns="91425" tIns="45700" rIns="91425" bIns="45700" anchor="t" anchorCtr="0">
            <a:noAutofit/>
          </a:bodyPr>
          <a:lstStyle>
            <a:lvl1pPr marL="1828800" marR="0" lvl="0" indent="-914400" algn="ctr" rtl="0">
              <a:lnSpc>
                <a:spcPct val="100000"/>
              </a:lnSpc>
              <a:spcBef>
                <a:spcPts val="0"/>
              </a:spcBef>
              <a:spcAft>
                <a:spcPts val="0"/>
              </a:spcAft>
              <a:buClr>
                <a:srgbClr val="000000"/>
              </a:buClr>
              <a:buSzPts val="1200"/>
              <a:buFont typeface="Arial"/>
              <a:buNone/>
              <a:defRPr sz="4800" b="0" i="0" u="none" strike="noStrike" cap="none">
                <a:solidFill>
                  <a:schemeClr val="lt2"/>
                </a:solidFill>
                <a:latin typeface="NVIDIA Sans"/>
                <a:ea typeface="NVIDIA Sans"/>
                <a:cs typeface="NVIDIA Sans"/>
                <a:sym typeface="NVIDIA Sans"/>
              </a:defRPr>
            </a:lvl1pPr>
            <a:lvl2pPr marL="3657600" marR="0" lvl="1"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2pPr>
            <a:lvl3pPr marL="5486400" marR="0" lvl="2"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3pPr>
            <a:lvl4pPr marL="7315200" marR="0" lvl="3"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4pPr>
            <a:lvl5pPr marL="9144000" marR="0" lvl="4" indent="-914400" algn="ctr" rtl="0">
              <a:lnSpc>
                <a:spcPct val="100000"/>
              </a:lnSpc>
              <a:spcBef>
                <a:spcPts val="0"/>
              </a:spcBef>
              <a:spcAft>
                <a:spcPts val="0"/>
              </a:spcAft>
              <a:buClr>
                <a:srgbClr val="000000"/>
              </a:buClr>
              <a:buSzPts val="1100"/>
              <a:buFont typeface="Arial"/>
              <a:buNone/>
              <a:defRPr sz="4400" b="0" i="0" u="none" strike="noStrike" cap="none">
                <a:solidFill>
                  <a:srgbClr val="000000"/>
                </a:solidFill>
                <a:latin typeface="NVIDIA Sans"/>
                <a:ea typeface="NVIDIA Sans"/>
                <a:cs typeface="NVIDIA Sans"/>
                <a:sym typeface="NVIDIA Sans"/>
              </a:defRPr>
            </a:lvl5pPr>
            <a:lvl6pPr marL="10972800" marR="0" lvl="5"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6pPr>
            <a:lvl7pPr marL="12801600" marR="0" lvl="6"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7pPr>
            <a:lvl8pPr marL="14630400" marR="0" lvl="7"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8pPr>
            <a:lvl9pPr marL="16459200" marR="0" lvl="8" indent="-914400" algn="l" rtl="0">
              <a:lnSpc>
                <a:spcPct val="100000"/>
              </a:lnSpc>
              <a:spcBef>
                <a:spcPts val="0"/>
              </a:spcBef>
              <a:spcAft>
                <a:spcPts val="0"/>
              </a:spcAft>
              <a:buSzPts val="1400"/>
              <a:buNone/>
              <a:defRPr sz="56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1497551480"/>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CONFIDENTIAL_Codin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1BB3E37-708E-211E-579F-07C9AF797CE5}"/>
              </a:ext>
            </a:extLst>
          </p:cNvPr>
          <p:cNvSpPr>
            <a:spLocks noGrp="1"/>
          </p:cNvSpPr>
          <p:nvPr>
            <p:ph type="title" hasCustomPrompt="1"/>
          </p:nvPr>
        </p:nvSpPr>
        <p:spPr>
          <a:xfrm>
            <a:off x="2514600" y="0"/>
            <a:ext cx="31546800" cy="2514601"/>
          </a:xfrm>
        </p:spPr>
        <p:txBody>
          <a:bodyPr>
            <a:normAutofit/>
          </a:bodyPr>
          <a:lstStyle>
            <a:lvl1pPr>
              <a:defRPr sz="7200" b="1" cap="none">
                <a:latin typeface="Roboto Mono" panose="00000009000000000000" pitchFamily="49" charset="0"/>
                <a:ea typeface="Roboto Mono" panose="00000009000000000000" pitchFamily="49" charset="0"/>
                <a:cs typeface="NVIDIA Sans" panose="020B0503020203020204" pitchFamily="34" charset="0"/>
              </a:defRPr>
            </a:lvl1pPr>
          </a:lstStyle>
          <a:p>
            <a:r>
              <a:rPr lang="en-US" dirty="0"/>
              <a:t>Click To Add Title</a:t>
            </a:r>
          </a:p>
        </p:txBody>
      </p:sp>
      <p:sp>
        <p:nvSpPr>
          <p:cNvPr id="7" name="Content Placeholder 2">
            <a:extLst>
              <a:ext uri="{FF2B5EF4-FFF2-40B4-BE49-F238E27FC236}">
                <a16:creationId xmlns:a16="http://schemas.microsoft.com/office/drawing/2014/main" id="{700FC4D5-AB7A-23D7-9D7B-80DEBB4B5F29}"/>
              </a:ext>
            </a:extLst>
          </p:cNvPr>
          <p:cNvSpPr>
            <a:spLocks noGrp="1"/>
          </p:cNvSpPr>
          <p:nvPr>
            <p:ph idx="1" hasCustomPrompt="1"/>
          </p:nvPr>
        </p:nvSpPr>
        <p:spPr>
          <a:xfrm>
            <a:off x="2514600" y="4873752"/>
            <a:ext cx="31546800" cy="13651992"/>
          </a:xfrm>
          <a:prstGeom prst="rect">
            <a:avLst/>
          </a:prstGeom>
        </p:spPr>
        <p:txBody>
          <a:bodyPr/>
          <a:lstStyle>
            <a:lvl1pPr marL="457200" indent="-457200">
              <a:buClr>
                <a:schemeClr val="tx2"/>
              </a:buClr>
              <a:buFont typeface="NVIDIA Sans" panose="020B0503020203020204" pitchFamily="34" charset="0"/>
              <a:buChar char="•"/>
              <a:defRPr sz="44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457200">
              <a:buClr>
                <a:schemeClr val="tx2"/>
              </a:buClr>
              <a:buFont typeface="NVIDIA Sans" panose="020B0503020203020204" pitchFamily="34" charset="0"/>
              <a:buChar char="•"/>
              <a:defRPr sz="40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2pPr>
            <a:lvl3pPr marL="2286000" indent="-457200">
              <a:buClr>
                <a:schemeClr val="tx2"/>
              </a:buClr>
              <a:buFont typeface="NVIDIA Sans" panose="020B0503020203020204" pitchFamily="34" charset="0"/>
              <a:buChar char="•"/>
              <a:defRPr sz="36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3pPr>
            <a:lvl4pPr marL="3200400" indent="-457200">
              <a:buClr>
                <a:schemeClr val="tx2"/>
              </a:buClr>
              <a:buFont typeface="NVIDIA Sans" panose="020B0503020203020204" pitchFamily="34" charset="0"/>
              <a:buChar char="•"/>
              <a:defRPr sz="32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4pPr>
            <a:lvl5pPr marL="4054475" indent="-396875">
              <a:buClr>
                <a:schemeClr val="tx2"/>
              </a:buClr>
              <a:buFont typeface="NVIDIA Sans" panose="020B0503020203020204" pitchFamily="34" charset="0"/>
              <a:buChar char="•"/>
              <a:defRPr sz="2800">
                <a:solidFill>
                  <a:schemeClr val="bg1"/>
                </a:solidFill>
                <a:latin typeface="Roboto Mono" panose="00000009000000000000" pitchFamily="49" charset="0"/>
                <a:ea typeface="Roboto Mono" panose="00000009000000000000" pitchFamily="49" charset="0"/>
                <a:cs typeface="NVIDIA Sans" panose="020B0503020203020204" pitchFamily="34" charset="0"/>
              </a:defRPr>
            </a:lvl5pPr>
          </a:lstStyle>
          <a:p>
            <a:pPr lvl="0"/>
            <a:r>
              <a:rPr lang="en-US" dirty="0"/>
              <a:t>Click to edit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7">
            <a:extLst>
              <a:ext uri="{FF2B5EF4-FFF2-40B4-BE49-F238E27FC236}">
                <a16:creationId xmlns:a16="http://schemas.microsoft.com/office/drawing/2014/main" id="{E46F2B23-740A-C60D-727C-DC63D8F8D8FB}"/>
              </a:ext>
            </a:extLst>
          </p:cNvPr>
          <p:cNvSpPr>
            <a:spLocks noGrp="1"/>
          </p:cNvSpPr>
          <p:nvPr>
            <p:ph type="body" sz="quarter" idx="10" hasCustomPrompt="1"/>
          </p:nvPr>
        </p:nvSpPr>
        <p:spPr>
          <a:xfrm>
            <a:off x="2514600" y="2487168"/>
            <a:ext cx="31546800" cy="1408176"/>
          </a:xfrm>
          <a:prstGeom prst="rect">
            <a:avLst/>
          </a:prstGeom>
        </p:spPr>
        <p:txBody>
          <a:bodyPr/>
          <a:lstStyle>
            <a:lvl1pPr marL="0" indent="0" algn="ctr">
              <a:spcBef>
                <a:spcPts val="0"/>
              </a:spcBef>
              <a:buFontTx/>
              <a:buNone/>
              <a:defRPr sz="4800">
                <a:solidFill>
                  <a:schemeClr val="tx2"/>
                </a:solidFill>
                <a:latin typeface="Roboto Mono" panose="00000009000000000000" pitchFamily="49" charset="0"/>
                <a:ea typeface="Roboto Mono" panose="00000009000000000000" pitchFamily="49" charset="0"/>
                <a:cs typeface="NVIDIA Sans" panose="020B0503020203020204" pitchFamily="34" charset="0"/>
              </a:defRPr>
            </a:lvl1pPr>
            <a:lvl2pPr marL="1371600" indent="0" algn="ctr">
              <a:buFontTx/>
              <a:buNone/>
              <a:defRPr sz="4400">
                <a:latin typeface="NVIDIA Sans" panose="020B0503020203020204" pitchFamily="34" charset="0"/>
              </a:defRPr>
            </a:lvl2pPr>
            <a:lvl3pPr marL="2743200" indent="0" algn="ctr">
              <a:buFontTx/>
              <a:buNone/>
              <a:defRPr sz="4400">
                <a:latin typeface="NVIDIA Sans" panose="020B0503020203020204" pitchFamily="34" charset="0"/>
              </a:defRPr>
            </a:lvl3pPr>
            <a:lvl4pPr marL="4114800" indent="0" algn="ctr">
              <a:buFontTx/>
              <a:buNone/>
              <a:defRPr sz="4400">
                <a:latin typeface="NVIDIA Sans" panose="020B0503020203020204" pitchFamily="34" charset="0"/>
              </a:defRPr>
            </a:lvl4pPr>
            <a:lvl5pPr marL="5486400" indent="0" algn="ctr">
              <a:buFontTx/>
              <a:buNone/>
              <a:defRPr sz="4400">
                <a:latin typeface="NVIDIA Sans" panose="020B0503020203020204" pitchFamily="34" charset="0"/>
              </a:defRPr>
            </a:lvl5pPr>
          </a:lstStyle>
          <a:p>
            <a:pPr lvl="0"/>
            <a:r>
              <a:rPr lang="en-US" dirty="0"/>
              <a:t>Click to add subtitle</a:t>
            </a:r>
          </a:p>
        </p:txBody>
      </p:sp>
      <p:sp>
        <p:nvSpPr>
          <p:cNvPr id="10" name="TextBox 9">
            <a:extLst>
              <a:ext uri="{FF2B5EF4-FFF2-40B4-BE49-F238E27FC236}">
                <a16:creationId xmlns:a16="http://schemas.microsoft.com/office/drawing/2014/main" id="{5C9AAC10-E9F2-1A13-3A59-F02BCBD31C18}"/>
              </a:ext>
            </a:extLst>
          </p:cNvPr>
          <p:cNvSpPr txBox="1"/>
          <p:nvPr userDrawn="1"/>
        </p:nvSpPr>
        <p:spPr>
          <a:xfrm>
            <a:off x="708485" y="19635786"/>
            <a:ext cx="6504666" cy="446276"/>
          </a:xfrm>
          <a:prstGeom prst="rect">
            <a:avLst/>
          </a:prstGeom>
          <a:noFill/>
        </p:spPr>
        <p:txBody>
          <a:bodyPr wrap="none" rtlCol="0">
            <a:spAutoFit/>
          </a:bodyPr>
          <a:lstStyle/>
          <a:p>
            <a:r>
              <a:rPr lang="en-US" sz="2300" dirty="0">
                <a:solidFill>
                  <a:schemeClr val="bg1"/>
                </a:solidFill>
                <a:latin typeface="NVIDIA Sans Medium" panose="020B0603020203020204" pitchFamily="34" charset="0"/>
                <a:cs typeface="NVIDIA Sans Medium" panose="020B0603020203020204" pitchFamily="34" charset="0"/>
              </a:rPr>
              <a:t>NVIDIA CONFIDENTIAL. DO NOT DISTRIBUTE.</a:t>
            </a:r>
          </a:p>
        </p:txBody>
      </p:sp>
    </p:spTree>
    <p:extLst>
      <p:ext uri="{BB962C8B-B14F-4D97-AF65-F5344CB8AC3E}">
        <p14:creationId xmlns:p14="http://schemas.microsoft.com/office/powerpoint/2010/main" val="3365396764"/>
      </p:ext>
    </p:extLst>
  </p:cSld>
  <p:clrMapOvr>
    <a:masterClrMapping/>
  </p:clrMapOvr>
  <mc:AlternateContent xmlns:mc="http://schemas.openxmlformats.org/markup-compatibility/2006" xmlns:p14="http://schemas.microsoft.com/office/powerpoint/2010/main">
    <mc:Choice Requires="p14">
      <p:transition p14:dur="10"/>
    </mc:Choice>
    <mc:Fallback xmlns:a16="http://schemas.microsoft.com/office/drawing/2014/main" xmlns="">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image" Target="../media/image10.png"/><Relationship Id="rId7" Type="http://schemas.openxmlformats.org/officeDocument/2006/relationships/slideLayout" Target="../slideLayouts/slideLayout4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9" Type="http://schemas.openxmlformats.org/officeDocument/2006/relationships/slideLayout" Target="../slideLayouts/slideLayout69.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slideLayout" Target="../slideLayouts/slideLayout85.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slideLayout" Target="../slideLayouts/slideLayout84.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8" Type="http://schemas.openxmlformats.org/officeDocument/2006/relationships/slideLayout" Target="../slideLayouts/slideLayout48.xml"/><Relationship Id="rId3" Type="http://schemas.openxmlformats.org/officeDocument/2006/relationships/slideLayout" Target="../slideLayouts/slideLayout43.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theme" Target="../theme/theme2.xml"/><Relationship Id="rId20" Type="http://schemas.openxmlformats.org/officeDocument/2006/relationships/slideLayout" Target="../slideLayouts/slideLayout60.xml"/><Relationship Id="rId41"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514600" y="0"/>
            <a:ext cx="31546800" cy="2514600"/>
          </a:xfrm>
          <a:prstGeom prst="rect">
            <a:avLst/>
          </a:prstGeom>
        </p:spPr>
        <p:txBody>
          <a:bodyPr vert="horz" lIns="91440" tIns="45720" rIns="91440" bIns="45720" rtlCol="0" anchor="b">
            <a:normAutofit/>
          </a:bodyPr>
          <a:lstStyle/>
          <a:p>
            <a:r>
              <a:rPr lang="en-US" dirty="0"/>
              <a:t>Click To Add Title</a:t>
            </a:r>
          </a:p>
        </p:txBody>
      </p:sp>
      <p:grpSp>
        <p:nvGrpSpPr>
          <p:cNvPr id="8" name="Group 7">
            <a:extLst>
              <a:ext uri="{FF2B5EF4-FFF2-40B4-BE49-F238E27FC236}">
                <a16:creationId xmlns:a16="http://schemas.microsoft.com/office/drawing/2014/main" id="{71DA1210-4468-5B83-C91A-BBA62AF1227D}"/>
              </a:ext>
            </a:extLst>
          </p:cNvPr>
          <p:cNvGrpSpPr/>
          <p:nvPr userDrawn="1"/>
        </p:nvGrpSpPr>
        <p:grpSpPr>
          <a:xfrm>
            <a:off x="34061399" y="19504414"/>
            <a:ext cx="2514601" cy="1072783"/>
            <a:chOff x="34061399" y="19504414"/>
            <a:chExt cx="2514601" cy="1072783"/>
          </a:xfrm>
        </p:grpSpPr>
        <p:sp>
          <p:nvSpPr>
            <p:cNvPr id="5" name="Rectangle 4">
              <a:extLst>
                <a:ext uri="{FF2B5EF4-FFF2-40B4-BE49-F238E27FC236}">
                  <a16:creationId xmlns:a16="http://schemas.microsoft.com/office/drawing/2014/main" id="{B76547AF-589A-45F3-BD57-EACA3BF60CFD}"/>
                </a:ext>
              </a:extLst>
            </p:cNvPr>
            <p:cNvSpPr/>
            <p:nvPr userDrawn="1"/>
          </p:nvSpPr>
          <p:spPr>
            <a:xfrm>
              <a:off x="36420552" y="19687526"/>
              <a:ext cx="155448" cy="889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sz="4000" dirty="0" err="1">
                <a:solidFill>
                  <a:schemeClr val="tx1"/>
                </a:solidFill>
                <a:latin typeface="NVIDIA Sans" panose="020B0503020203020204" pitchFamily="34" charset="0"/>
              </a:endParaRPr>
            </a:p>
          </p:txBody>
        </p:sp>
        <p:pic>
          <p:nvPicPr>
            <p:cNvPr id="9" name="Picture 8" descr="A picture containing shape&#10;&#10;Description automatically generated">
              <a:extLst>
                <a:ext uri="{FF2B5EF4-FFF2-40B4-BE49-F238E27FC236}">
                  <a16:creationId xmlns:a16="http://schemas.microsoft.com/office/drawing/2014/main" id="{0F64E9CA-B4B2-365B-092F-3051F7475EA8}"/>
                </a:ext>
              </a:extLst>
            </p:cNvPr>
            <p:cNvPicPr>
              <a:picLocks noChangeAspect="1"/>
            </p:cNvPicPr>
            <p:nvPr userDrawn="1"/>
          </p:nvPicPr>
          <p:blipFill>
            <a:blip r:embed="rId42">
              <a:extLst>
                <a:ext uri="{28A0092B-C50C-407E-A947-70E740481C1C}">
                  <a14:useLocalDpi xmlns:a14="http://schemas.microsoft.com/office/drawing/2010/main" val="0"/>
                </a:ext>
              </a:extLst>
            </a:blip>
            <a:stretch>
              <a:fillRect/>
            </a:stretch>
          </p:blipFill>
          <p:spPr>
            <a:xfrm>
              <a:off x="34061399" y="19504414"/>
              <a:ext cx="2003438" cy="690238"/>
            </a:xfrm>
            <a:prstGeom prst="rect">
              <a:avLst/>
            </a:prstGeom>
          </p:spPr>
        </p:pic>
      </p:grpSp>
    </p:spTree>
    <p:extLst>
      <p:ext uri="{BB962C8B-B14F-4D97-AF65-F5344CB8AC3E}">
        <p14:creationId xmlns:p14="http://schemas.microsoft.com/office/powerpoint/2010/main" val="8324075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722" r:id="rId3"/>
    <p:sldLayoutId id="2147483718" r:id="rId4"/>
    <p:sldLayoutId id="2147483681" r:id="rId5"/>
    <p:sldLayoutId id="2147483680" r:id="rId6"/>
    <p:sldLayoutId id="2147483682" r:id="rId7"/>
    <p:sldLayoutId id="2147483683" r:id="rId8"/>
    <p:sldLayoutId id="2147483705" r:id="rId9"/>
    <p:sldLayoutId id="2147483685" r:id="rId10"/>
    <p:sldLayoutId id="2147483686" r:id="rId11"/>
    <p:sldLayoutId id="2147483687" r:id="rId12"/>
    <p:sldLayoutId id="2147483691" r:id="rId13"/>
    <p:sldLayoutId id="2147483688" r:id="rId14"/>
    <p:sldLayoutId id="2147483690" r:id="rId15"/>
    <p:sldLayoutId id="2147483689" r:id="rId16"/>
    <p:sldLayoutId id="2147483692" r:id="rId17"/>
    <p:sldLayoutId id="2147483693" r:id="rId18"/>
    <p:sldLayoutId id="2147483709" r:id="rId19"/>
    <p:sldLayoutId id="2147483723"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695" r:id="rId29"/>
    <p:sldLayoutId id="2147483721" r:id="rId30"/>
    <p:sldLayoutId id="2147483694" r:id="rId31"/>
    <p:sldLayoutId id="2147483719" r:id="rId32"/>
    <p:sldLayoutId id="2147483724" r:id="rId33"/>
    <p:sldLayoutId id="2147483720" r:id="rId34"/>
    <p:sldLayoutId id="2147483672" r:id="rId35"/>
    <p:sldLayoutId id="2147483708" r:id="rId36"/>
    <p:sldLayoutId id="2147483725" r:id="rId37"/>
    <p:sldLayoutId id="2147483679" r:id="rId38"/>
    <p:sldLayoutId id="2147483676" r:id="rId39"/>
    <p:sldLayoutId id="2147483684" r:id="rId40"/>
  </p:sldLayoutIdLst>
  <mc:AlternateContent xmlns:mc="http://schemas.openxmlformats.org/markup-compatibility/2006" xmlns:p14="http://schemas.microsoft.com/office/powerpoint/2010/main">
    <mc:Choice Requires="p14">
      <p:transition p14:dur="10"/>
    </mc:Choice>
    <mc:Fallback xmlns:a16="http://schemas.microsoft.com/office/drawing/2014/main" xmlns:a14="http://schemas.microsoft.com/office/drawing/2010/main" xmlns="">
      <p:transition/>
    </mc:Fallback>
  </mc:AlternateContent>
  <p:txStyles>
    <p:titleStyle>
      <a:lvl1pPr algn="ctr" defTabSz="2743200" rtl="0" eaLnBrk="1" latinLnBrk="0" hangingPunct="1">
        <a:lnSpc>
          <a:spcPct val="90000"/>
        </a:lnSpc>
        <a:spcBef>
          <a:spcPct val="0"/>
        </a:spcBef>
        <a:buNone/>
        <a:defRPr sz="7200" b="1" kern="1200" cap="none" baseline="0">
          <a:solidFill>
            <a:schemeClr val="bg1"/>
          </a:solidFill>
          <a:latin typeface="NVIDIA Sans" panose="020B0503020203020204" pitchFamily="34" charset="0"/>
          <a:ea typeface="+mj-ea"/>
          <a:cs typeface="NVIDIA Sans" panose="020B0503020203020204" pitchFamily="34" charset="0"/>
        </a:defRPr>
      </a:lvl1pPr>
    </p:titleStyle>
    <p:bodyStyle>
      <a:lvl1pPr marL="685800" indent="-685800" algn="l" defTabSz="2743200" rtl="0" eaLnBrk="1" latinLnBrk="0" hangingPunct="1">
        <a:lnSpc>
          <a:spcPct val="90000"/>
        </a:lnSpc>
        <a:spcBef>
          <a:spcPts val="3000"/>
        </a:spcBef>
        <a:buFont typeface="NVIDIA Sans" panose="020B0503020203020204" pitchFamily="34" charset="0"/>
        <a:buChar char="•"/>
        <a:defRPr sz="8400" kern="1200">
          <a:solidFill>
            <a:schemeClr val="tx1"/>
          </a:solidFill>
          <a:latin typeface="+mn-lt"/>
          <a:ea typeface="+mn-ea"/>
          <a:cs typeface="+mn-cs"/>
        </a:defRPr>
      </a:lvl1pPr>
      <a:lvl2pPr marL="2057400" indent="-685800" algn="l" defTabSz="2743200" rtl="0" eaLnBrk="1" latinLnBrk="0" hangingPunct="1">
        <a:lnSpc>
          <a:spcPct val="90000"/>
        </a:lnSpc>
        <a:spcBef>
          <a:spcPts val="1500"/>
        </a:spcBef>
        <a:buFont typeface="NVIDIA Sans" panose="020B0503020203020204" pitchFamily="34" charset="0"/>
        <a:buChar char="•"/>
        <a:defRPr sz="7200" kern="1200">
          <a:solidFill>
            <a:schemeClr val="tx1"/>
          </a:solidFill>
          <a:latin typeface="+mn-lt"/>
          <a:ea typeface="+mn-ea"/>
          <a:cs typeface="+mn-cs"/>
        </a:defRPr>
      </a:lvl2pPr>
      <a:lvl3pPr marL="3429000" indent="-685800" algn="l" defTabSz="2743200" rtl="0" eaLnBrk="1" latinLnBrk="0" hangingPunct="1">
        <a:lnSpc>
          <a:spcPct val="90000"/>
        </a:lnSpc>
        <a:spcBef>
          <a:spcPts val="1500"/>
        </a:spcBef>
        <a:buFont typeface="NVIDIA Sans" panose="020B0503020203020204" pitchFamily="34" charset="0"/>
        <a:buChar char="•"/>
        <a:defRPr sz="6000" kern="1200">
          <a:solidFill>
            <a:schemeClr val="tx1"/>
          </a:solidFill>
          <a:latin typeface="+mn-lt"/>
          <a:ea typeface="+mn-ea"/>
          <a:cs typeface="+mn-cs"/>
        </a:defRPr>
      </a:lvl3pPr>
      <a:lvl4pPr marL="4800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4pPr>
      <a:lvl5pPr marL="61722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486"/>
        <p:cNvGrpSpPr/>
        <p:nvPr/>
      </p:nvGrpSpPr>
      <p:grpSpPr>
        <a:xfrm>
          <a:off x="0" y="0"/>
          <a:ext cx="0" cy="0"/>
          <a:chOff x="0" y="0"/>
          <a:chExt cx="0" cy="0"/>
        </a:xfrm>
      </p:grpSpPr>
      <p:sp>
        <p:nvSpPr>
          <p:cNvPr id="487" name="Google Shape;487;p61"/>
          <p:cNvSpPr txBox="1">
            <a:spLocks noGrp="1"/>
          </p:cNvSpPr>
          <p:nvPr>
            <p:ph type="title"/>
          </p:nvPr>
        </p:nvSpPr>
        <p:spPr>
          <a:xfrm>
            <a:off x="2514600" y="0"/>
            <a:ext cx="31546800" cy="2515200"/>
          </a:xfrm>
          <a:prstGeom prst="rect">
            <a:avLst/>
          </a:prstGeom>
          <a:noFill/>
          <a:ln>
            <a:noFill/>
          </a:ln>
        </p:spPr>
        <p:txBody>
          <a:bodyPr spcFirstLastPara="1" wrap="square" lIns="22850" tIns="11425" rIns="22850" bIns="11425" anchor="b" anchorCtr="0">
            <a:normAutofit/>
          </a:bodyPr>
          <a:lstStyle>
            <a:lvl1pPr marR="0" lvl="0" algn="ctr" rtl="0">
              <a:lnSpc>
                <a:spcPct val="90000"/>
              </a:lnSpc>
              <a:spcBef>
                <a:spcPts val="0"/>
              </a:spcBef>
              <a:spcAft>
                <a:spcPts val="0"/>
              </a:spcAft>
              <a:buClr>
                <a:schemeClr val="lt1"/>
              </a:buClr>
              <a:buSzPts val="1800"/>
              <a:buFont typeface="NVIDIA Sans"/>
              <a:buNone/>
              <a:defRPr sz="1800" b="1" i="0" u="none" strike="noStrike" cap="none">
                <a:solidFill>
                  <a:schemeClr val="lt1"/>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9pPr>
          </a:lstStyle>
          <a:p>
            <a:endParaRPr/>
          </a:p>
        </p:txBody>
      </p:sp>
      <p:grpSp>
        <p:nvGrpSpPr>
          <p:cNvPr id="488" name="Google Shape;488;p61"/>
          <p:cNvGrpSpPr/>
          <p:nvPr/>
        </p:nvGrpSpPr>
        <p:grpSpPr>
          <a:xfrm>
            <a:off x="34061400" y="19504416"/>
            <a:ext cx="2514552" cy="1072912"/>
            <a:chOff x="34061399" y="19504414"/>
            <a:chExt cx="2514553" cy="1072912"/>
          </a:xfrm>
        </p:grpSpPr>
        <p:sp>
          <p:nvSpPr>
            <p:cNvPr id="489" name="Google Shape;489;p61"/>
            <p:cNvSpPr/>
            <p:nvPr/>
          </p:nvSpPr>
          <p:spPr>
            <a:xfrm>
              <a:off x="36420552" y="19687526"/>
              <a:ext cx="155400" cy="889800"/>
            </a:xfrm>
            <a:prstGeom prst="rect">
              <a:avLst/>
            </a:prstGeom>
            <a:solidFill>
              <a:schemeClr val="dk2"/>
            </a:solidFill>
            <a:ln>
              <a:noFill/>
            </a:ln>
          </p:spPr>
          <p:txBody>
            <a:bodyPr spcFirstLastPara="1" wrap="square" lIns="22850" tIns="11425" rIns="22850" bIns="11425" anchor="ctr" anchorCtr="0">
              <a:noAutofit/>
            </a:bodyPr>
            <a:lstStyle/>
            <a:p>
              <a:pPr marL="0" marR="0" lvl="0" indent="0" algn="ctr" rtl="0">
                <a:lnSpc>
                  <a:spcPct val="90000"/>
                </a:lnSpc>
                <a:spcBef>
                  <a:spcPts val="0"/>
                </a:spcBef>
                <a:spcAft>
                  <a:spcPts val="0"/>
                </a:spcAft>
                <a:buClr>
                  <a:srgbClr val="000000"/>
                </a:buClr>
                <a:buSzPts val="1000"/>
                <a:buFont typeface="Arial"/>
                <a:buNone/>
              </a:pPr>
              <a:endParaRPr sz="4000" b="0" i="0" u="none" strike="noStrike" cap="none">
                <a:solidFill>
                  <a:schemeClr val="dk1"/>
                </a:solidFill>
                <a:latin typeface="Trebuchet MS"/>
                <a:ea typeface="Trebuchet MS"/>
                <a:cs typeface="Trebuchet MS"/>
                <a:sym typeface="Trebuchet MS"/>
              </a:endParaRPr>
            </a:p>
          </p:txBody>
        </p:sp>
        <p:pic>
          <p:nvPicPr>
            <p:cNvPr id="490" name="Google Shape;490;p61" descr="A picture containing shape&#10;&#10;Description automatically generated"/>
            <p:cNvPicPr preferRelativeResize="0"/>
            <p:nvPr/>
          </p:nvPicPr>
          <p:blipFill rotWithShape="1">
            <a:blip r:embed="rId47">
              <a:alphaModFix/>
            </a:blip>
            <a:srcRect/>
            <a:stretch/>
          </p:blipFill>
          <p:spPr>
            <a:xfrm>
              <a:off x="34061399" y="19504414"/>
              <a:ext cx="2003438" cy="690237"/>
            </a:xfrm>
            <a:prstGeom prst="rect">
              <a:avLst/>
            </a:prstGeom>
            <a:noFill/>
            <a:ln>
              <a:noFill/>
            </a:ln>
          </p:spPr>
        </p:pic>
      </p:grpSp>
    </p:spTree>
    <p:extLst>
      <p:ext uri="{BB962C8B-B14F-4D97-AF65-F5344CB8AC3E}">
        <p14:creationId xmlns:p14="http://schemas.microsoft.com/office/powerpoint/2010/main" val="550293897"/>
      </p:ext>
    </p:extLst>
  </p:cSld>
  <p:clrMap bg1="lt1" tx1="dk1" bg2="dk2"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40" r:id="rId13"/>
    <p:sldLayoutId id="2147483741" r:id="rId14"/>
    <p:sldLayoutId id="2147483742" r:id="rId15"/>
    <p:sldLayoutId id="2147483743" r:id="rId16"/>
    <p:sldLayoutId id="2147483744" r:id="rId17"/>
    <p:sldLayoutId id="2147483745" r:id="rId18"/>
    <p:sldLayoutId id="2147483746" r:id="rId19"/>
    <p:sldLayoutId id="2147483747" r:id="rId20"/>
    <p:sldLayoutId id="2147483748" r:id="rId21"/>
    <p:sldLayoutId id="2147483749" r:id="rId22"/>
    <p:sldLayoutId id="2147483750" r:id="rId23"/>
    <p:sldLayoutId id="2147483751" r:id="rId24"/>
    <p:sldLayoutId id="2147483752" r:id="rId25"/>
    <p:sldLayoutId id="2147483753" r:id="rId26"/>
    <p:sldLayoutId id="2147483754" r:id="rId27"/>
    <p:sldLayoutId id="2147483755" r:id="rId28"/>
    <p:sldLayoutId id="2147483756" r:id="rId29"/>
    <p:sldLayoutId id="2147483757" r:id="rId30"/>
    <p:sldLayoutId id="2147483758" r:id="rId31"/>
    <p:sldLayoutId id="2147483759" r:id="rId32"/>
    <p:sldLayoutId id="2147483760" r:id="rId33"/>
    <p:sldLayoutId id="2147483761" r:id="rId34"/>
    <p:sldLayoutId id="2147483762" r:id="rId35"/>
    <p:sldLayoutId id="2147483763" r:id="rId36"/>
    <p:sldLayoutId id="2147483764" r:id="rId37"/>
    <p:sldLayoutId id="2147483765" r:id="rId38"/>
    <p:sldLayoutId id="2147483766" r:id="rId39"/>
    <p:sldLayoutId id="2147483767" r:id="rId40"/>
    <p:sldLayoutId id="2147483768" r:id="rId41"/>
    <p:sldLayoutId id="2147483769" r:id="rId42"/>
    <p:sldLayoutId id="2147483770" r:id="rId43"/>
    <p:sldLayoutId id="2147483771" r:id="rId44"/>
    <p:sldLayoutId id="2147483772" r:id="rId4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4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3.xml"/><Relationship Id="rId1" Type="http://schemas.openxmlformats.org/officeDocument/2006/relationships/slideLayout" Target="../slideLayouts/slideLayout4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41.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s>
</file>

<file path=ppt/slides/_rels/slide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xml"/><Relationship Id="rId1" Type="http://schemas.openxmlformats.org/officeDocument/2006/relationships/slideLayout" Target="../slideLayouts/slideLayout48.xml"/><Relationship Id="rId4" Type="http://schemas.openxmlformats.org/officeDocument/2006/relationships/image" Target="../media/image42.png"/></Relationships>
</file>

<file path=ppt/slides/_rels/slide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44.xml"/><Relationship Id="rId6" Type="http://schemas.openxmlformats.org/officeDocument/2006/relationships/image" Target="../media/image41.png"/><Relationship Id="rId5" Type="http://schemas.openxmlformats.org/officeDocument/2006/relationships/image" Target="../media/image45.png"/><Relationship Id="rId4" Type="http://schemas.openxmlformats.org/officeDocument/2006/relationships/image" Target="../media/image44.png"/></Relationships>
</file>

<file path=ppt/slides/_rels/slide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xml"/><Relationship Id="rId1" Type="http://schemas.openxmlformats.org/officeDocument/2006/relationships/slideLayout" Target="../slideLayouts/slideLayout45.xml"/><Relationship Id="rId5" Type="http://schemas.openxmlformats.org/officeDocument/2006/relationships/image" Target="../media/image49.png"/><Relationship Id="rId4" Type="http://schemas.openxmlformats.org/officeDocument/2006/relationships/image" Target="../media/image4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5.xml"/></Relationships>
</file>

<file path=ppt/slides/_rels/slide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44.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5.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55.png"/><Relationship Id="rId2" Type="http://schemas.openxmlformats.org/officeDocument/2006/relationships/notesSlide" Target="../notesSlides/notesSlide11.xml"/><Relationship Id="rId1" Type="http://schemas.openxmlformats.org/officeDocument/2006/relationships/slideLayout" Target="../slideLayouts/slideLayout44.xml"/><Relationship Id="rId6" Type="http://schemas.openxmlformats.org/officeDocument/2006/relationships/image" Target="../media/image54.png"/><Relationship Id="rId5" Type="http://schemas.openxmlformats.org/officeDocument/2006/relationships/image" Target="../media/image41.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47.xml"/><Relationship Id="rId5" Type="http://schemas.openxmlformats.org/officeDocument/2006/relationships/image" Target="../media/image49.png"/><Relationship Id="rId4" Type="http://schemas.openxmlformats.org/officeDocument/2006/relationships/image" Target="../media/image4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NeMo Data Designer + Safe Synthesizer</a:t>
            </a:r>
          </a:p>
        </p:txBody>
      </p:sp>
      <p:sp>
        <p:nvSpPr>
          <p:cNvPr id="3" name="Subtitle 2"/>
          <p:cNvSpPr>
            <a:spLocks noGrp="1"/>
          </p:cNvSpPr>
          <p:nvPr>
            <p:ph type="subTitle" idx="1"/>
          </p:nvPr>
        </p:nvSpPr>
        <p:spPr/>
        <p:txBody>
          <a:bodyPr/>
          <a:lstStyle/>
          <a:p>
            <a:r>
              <a:t>Synthetic data for training, fine-tuning, and evaluating AI models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109"/>
          <p:cNvSpPr/>
          <p:nvPr/>
        </p:nvSpPr>
        <p:spPr>
          <a:xfrm>
            <a:off x="21371772" y="5367958"/>
            <a:ext cx="6126480" cy="12101036"/>
          </a:xfrm>
          <a:prstGeom prst="rect">
            <a:avLst/>
          </a:prstGeom>
          <a:solidFill>
            <a:srgbClr val="F2F2F2"/>
          </a:solidFill>
          <a:ln>
            <a:noFill/>
          </a:ln>
        </p:spPr>
        <p:txBody>
          <a:bodyPr spcFirstLastPara="1" wrap="square" lIns="91400" tIns="45700" rIns="91400" bIns="45700" anchor="ctr" anchorCtr="0">
            <a:noAutofit/>
          </a:bodyPr>
          <a:lstStyle/>
          <a:p>
            <a:pPr algn="ctr" defTabSz="3657600">
              <a:buClr>
                <a:srgbClr val="FFFFFF"/>
              </a:buClr>
              <a:buSzPts val="1600"/>
            </a:pPr>
            <a:endParaRPr sz="1600" kern="0">
              <a:solidFill>
                <a:srgbClr val="FFFFFF"/>
              </a:solidFill>
              <a:latin typeface="NVIDIA Sans"/>
              <a:ea typeface="NVIDIA Sans"/>
              <a:cs typeface="NVIDIA Sans"/>
              <a:sym typeface="NVIDIA Sans"/>
            </a:endParaRPr>
          </a:p>
        </p:txBody>
      </p:sp>
      <p:sp>
        <p:nvSpPr>
          <p:cNvPr id="921" name="Google Shape;921;p109"/>
          <p:cNvSpPr/>
          <p:nvPr/>
        </p:nvSpPr>
        <p:spPr>
          <a:xfrm rot="1800000">
            <a:off x="22251648" y="7586528"/>
            <a:ext cx="4366728" cy="4366728"/>
          </a:xfrm>
          <a:prstGeom prst="ellipse">
            <a:avLst/>
          </a:prstGeom>
          <a:solidFill>
            <a:srgbClr val="666666"/>
          </a:solidFill>
          <a:ln>
            <a:noFill/>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sp>
        <p:nvSpPr>
          <p:cNvPr id="922" name="Google Shape;922;p109"/>
          <p:cNvSpPr/>
          <p:nvPr/>
        </p:nvSpPr>
        <p:spPr>
          <a:xfrm rot="10800000">
            <a:off x="22871620" y="8093282"/>
            <a:ext cx="3126776" cy="3290044"/>
          </a:xfrm>
          <a:prstGeom prst="downArrow">
            <a:avLst>
              <a:gd name="adj1" fmla="val 50000"/>
              <a:gd name="adj2" fmla="val 50000"/>
            </a:avLst>
          </a:prstGeom>
          <a:noFill/>
          <a:ln w="28575" cap="flat" cmpd="sng">
            <a:solidFill>
              <a:schemeClr val="dk1"/>
            </a:solidFill>
            <a:prstDash val="solid"/>
            <a:round/>
            <a:headEnd type="none" w="sm" len="sm"/>
            <a:tailEnd type="none" w="sm" len="sm"/>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sp>
        <p:nvSpPr>
          <p:cNvPr id="923" name="Google Shape;923;p109"/>
          <p:cNvSpPr/>
          <p:nvPr/>
        </p:nvSpPr>
        <p:spPr>
          <a:xfrm>
            <a:off x="15007720" y="5367958"/>
            <a:ext cx="6126480" cy="12101036"/>
          </a:xfrm>
          <a:prstGeom prst="rect">
            <a:avLst/>
          </a:prstGeom>
          <a:solidFill>
            <a:srgbClr val="F2F2F2"/>
          </a:solidFill>
          <a:ln>
            <a:noFill/>
          </a:ln>
        </p:spPr>
        <p:txBody>
          <a:bodyPr spcFirstLastPara="1" wrap="square" lIns="91400" tIns="45700" rIns="91400" bIns="45700" anchor="ctr" anchorCtr="0">
            <a:noAutofit/>
          </a:bodyPr>
          <a:lstStyle/>
          <a:p>
            <a:pPr algn="ctr" defTabSz="3657600">
              <a:buClr>
                <a:srgbClr val="FFFFFF"/>
              </a:buClr>
              <a:buSzPts val="1600"/>
            </a:pPr>
            <a:endParaRPr sz="1600" kern="0">
              <a:solidFill>
                <a:srgbClr val="FFFFFF"/>
              </a:solidFill>
              <a:latin typeface="NVIDIA Sans"/>
              <a:ea typeface="NVIDIA Sans"/>
              <a:cs typeface="NVIDIA Sans"/>
              <a:sym typeface="NVIDIA Sans"/>
            </a:endParaRPr>
          </a:p>
        </p:txBody>
      </p:sp>
      <p:sp>
        <p:nvSpPr>
          <p:cNvPr id="924" name="Google Shape;924;p109"/>
          <p:cNvSpPr/>
          <p:nvPr/>
        </p:nvSpPr>
        <p:spPr>
          <a:xfrm>
            <a:off x="2279616" y="5367958"/>
            <a:ext cx="6126480" cy="12101036"/>
          </a:xfrm>
          <a:prstGeom prst="rect">
            <a:avLst/>
          </a:prstGeom>
          <a:solidFill>
            <a:srgbClr val="F2F2F2"/>
          </a:solidFill>
          <a:ln>
            <a:noFill/>
          </a:ln>
        </p:spPr>
        <p:txBody>
          <a:bodyPr spcFirstLastPara="1" wrap="square" lIns="91400" tIns="45700" rIns="91400" bIns="45700" anchor="ctr" anchorCtr="0">
            <a:noAutofit/>
          </a:bodyPr>
          <a:lstStyle/>
          <a:p>
            <a:pPr algn="ctr" defTabSz="3657600">
              <a:buClr>
                <a:srgbClr val="FFFFFF"/>
              </a:buClr>
              <a:buSzPts val="1600"/>
            </a:pPr>
            <a:endParaRPr sz="1600" kern="0">
              <a:solidFill>
                <a:srgbClr val="FFFFFF"/>
              </a:solidFill>
              <a:latin typeface="NVIDIA Sans"/>
              <a:ea typeface="NVIDIA Sans"/>
              <a:cs typeface="NVIDIA Sans"/>
              <a:sym typeface="NVIDIA Sans"/>
            </a:endParaRPr>
          </a:p>
        </p:txBody>
      </p:sp>
      <p:sp>
        <p:nvSpPr>
          <p:cNvPr id="925" name="Google Shape;925;p109"/>
          <p:cNvSpPr/>
          <p:nvPr/>
        </p:nvSpPr>
        <p:spPr>
          <a:xfrm>
            <a:off x="8643668" y="5367958"/>
            <a:ext cx="6126480" cy="12101036"/>
          </a:xfrm>
          <a:prstGeom prst="rect">
            <a:avLst/>
          </a:prstGeom>
          <a:solidFill>
            <a:srgbClr val="F2F2F2"/>
          </a:solidFill>
          <a:ln>
            <a:noFill/>
          </a:ln>
        </p:spPr>
        <p:txBody>
          <a:bodyPr spcFirstLastPara="1" wrap="square" lIns="91400" tIns="45700" rIns="91400" bIns="45700" anchor="ctr" anchorCtr="0">
            <a:noAutofit/>
          </a:bodyPr>
          <a:lstStyle/>
          <a:p>
            <a:pPr algn="ctr" defTabSz="3657600">
              <a:buClr>
                <a:srgbClr val="FFFFFF"/>
              </a:buClr>
              <a:buSzPts val="1600"/>
            </a:pPr>
            <a:endParaRPr sz="1600" kern="0">
              <a:solidFill>
                <a:srgbClr val="FFFFFF"/>
              </a:solidFill>
              <a:latin typeface="NVIDIA Sans"/>
              <a:ea typeface="NVIDIA Sans"/>
              <a:cs typeface="NVIDIA Sans"/>
              <a:sym typeface="NVIDIA Sans"/>
            </a:endParaRPr>
          </a:p>
        </p:txBody>
      </p:sp>
      <p:sp>
        <p:nvSpPr>
          <p:cNvPr id="926" name="Google Shape;926;p109"/>
          <p:cNvSpPr/>
          <p:nvPr/>
        </p:nvSpPr>
        <p:spPr>
          <a:xfrm>
            <a:off x="27735828" y="5367958"/>
            <a:ext cx="6126480" cy="12101036"/>
          </a:xfrm>
          <a:prstGeom prst="rect">
            <a:avLst/>
          </a:prstGeom>
          <a:solidFill>
            <a:srgbClr val="F2F2F2"/>
          </a:solidFill>
          <a:ln>
            <a:noFill/>
          </a:ln>
        </p:spPr>
        <p:txBody>
          <a:bodyPr spcFirstLastPara="1" wrap="square" lIns="91400" tIns="45700" rIns="91400" bIns="45700" anchor="ctr" anchorCtr="0">
            <a:noAutofit/>
          </a:bodyPr>
          <a:lstStyle/>
          <a:p>
            <a:pPr algn="ctr" defTabSz="3657600">
              <a:buClr>
                <a:srgbClr val="FFFFFF"/>
              </a:buClr>
              <a:buSzPts val="1600"/>
            </a:pPr>
            <a:endParaRPr sz="1600" kern="0">
              <a:solidFill>
                <a:srgbClr val="FFFFFF"/>
              </a:solidFill>
              <a:latin typeface="NVIDIA Sans"/>
              <a:ea typeface="NVIDIA Sans"/>
              <a:cs typeface="NVIDIA Sans"/>
              <a:sym typeface="NVIDIA Sans"/>
            </a:endParaRPr>
          </a:p>
        </p:txBody>
      </p:sp>
      <p:sp>
        <p:nvSpPr>
          <p:cNvPr id="927" name="Google Shape;927;p109"/>
          <p:cNvSpPr txBox="1"/>
          <p:nvPr/>
        </p:nvSpPr>
        <p:spPr>
          <a:xfrm>
            <a:off x="2279616" y="4992852"/>
            <a:ext cx="6126480" cy="1828800"/>
          </a:xfrm>
          <a:prstGeom prst="rect">
            <a:avLst/>
          </a:prstGeom>
          <a:solidFill>
            <a:schemeClr val="accent4"/>
          </a:solidFill>
          <a:ln>
            <a:noFill/>
          </a:ln>
        </p:spPr>
        <p:txBody>
          <a:bodyPr spcFirstLastPara="1" wrap="square" lIns="91400" tIns="45700" rIns="91400" bIns="45700" anchor="ctr" anchorCtr="0">
            <a:noAutofit/>
          </a:bodyPr>
          <a:lstStyle/>
          <a:p>
            <a:pPr algn="ctr" defTabSz="3657600">
              <a:lnSpc>
                <a:spcPct val="90000"/>
              </a:lnSpc>
              <a:buClr>
                <a:srgbClr val="FFFFFF"/>
              </a:buClr>
              <a:buSzPts val="4000"/>
            </a:pPr>
            <a:r>
              <a:rPr lang="en" sz="4000" kern="0">
                <a:solidFill>
                  <a:srgbClr val="FFFFFF"/>
                </a:solidFill>
                <a:latin typeface="NVIDIA Sans"/>
                <a:ea typeface="NVIDIA Sans"/>
                <a:cs typeface="NVIDIA Sans"/>
                <a:sym typeface="NVIDIA Sans"/>
              </a:rPr>
              <a:t>Accuracy</a:t>
            </a:r>
            <a:endParaRPr sz="1400" kern="0">
              <a:solidFill>
                <a:srgbClr val="FFFFFF"/>
              </a:solidFill>
              <a:latin typeface="NVIDIA Sans"/>
              <a:ea typeface="NVIDIA Sans"/>
              <a:cs typeface="NVIDIA Sans"/>
              <a:sym typeface="NVIDIA Sans"/>
            </a:endParaRPr>
          </a:p>
        </p:txBody>
      </p:sp>
      <p:sp>
        <p:nvSpPr>
          <p:cNvPr id="928" name="Google Shape;928;p109"/>
          <p:cNvSpPr txBox="1"/>
          <p:nvPr/>
        </p:nvSpPr>
        <p:spPr>
          <a:xfrm>
            <a:off x="8643668" y="4992852"/>
            <a:ext cx="6126480" cy="1828800"/>
          </a:xfrm>
          <a:prstGeom prst="rect">
            <a:avLst/>
          </a:prstGeom>
          <a:solidFill>
            <a:schemeClr val="accent4"/>
          </a:solidFill>
          <a:ln>
            <a:noFill/>
          </a:ln>
        </p:spPr>
        <p:txBody>
          <a:bodyPr spcFirstLastPara="1" wrap="square" lIns="91400" tIns="45700" rIns="91400" bIns="45700" anchor="ctr" anchorCtr="0">
            <a:noAutofit/>
          </a:bodyPr>
          <a:lstStyle/>
          <a:p>
            <a:pPr algn="ctr" defTabSz="3657600">
              <a:lnSpc>
                <a:spcPct val="90000"/>
              </a:lnSpc>
              <a:buClr>
                <a:srgbClr val="FFFFFF"/>
              </a:buClr>
              <a:buSzPts val="4000"/>
            </a:pPr>
            <a:r>
              <a:rPr lang="en" sz="4000" kern="0">
                <a:solidFill>
                  <a:srgbClr val="FFFFFF"/>
                </a:solidFill>
                <a:latin typeface="NVIDIA Sans"/>
                <a:ea typeface="NVIDIA Sans"/>
                <a:cs typeface="NVIDIA Sans"/>
                <a:sym typeface="NVIDIA Sans"/>
              </a:rPr>
              <a:t>Privacy</a:t>
            </a:r>
            <a:endParaRPr sz="400" kern="0">
              <a:solidFill>
                <a:srgbClr val="000000"/>
              </a:solidFill>
              <a:latin typeface="NVIDIA Sans"/>
              <a:ea typeface="NVIDIA Sans"/>
              <a:cs typeface="NVIDIA Sans"/>
              <a:sym typeface="NVIDIA Sans"/>
            </a:endParaRPr>
          </a:p>
        </p:txBody>
      </p:sp>
      <p:sp>
        <p:nvSpPr>
          <p:cNvPr id="929" name="Google Shape;929;p109"/>
          <p:cNvSpPr txBox="1"/>
          <p:nvPr/>
        </p:nvSpPr>
        <p:spPr>
          <a:xfrm>
            <a:off x="15007720" y="4992852"/>
            <a:ext cx="6126480" cy="1828800"/>
          </a:xfrm>
          <a:prstGeom prst="rect">
            <a:avLst/>
          </a:prstGeom>
          <a:solidFill>
            <a:schemeClr val="accent4"/>
          </a:solidFill>
          <a:ln>
            <a:noFill/>
          </a:ln>
        </p:spPr>
        <p:txBody>
          <a:bodyPr spcFirstLastPara="1" wrap="square" lIns="91400" tIns="45700" rIns="91400" bIns="45700" anchor="ctr" anchorCtr="0">
            <a:noAutofit/>
          </a:bodyPr>
          <a:lstStyle/>
          <a:p>
            <a:pPr algn="ctr" defTabSz="3657600">
              <a:lnSpc>
                <a:spcPct val="90000"/>
              </a:lnSpc>
              <a:buClr>
                <a:srgbClr val="000000"/>
              </a:buClr>
            </a:pPr>
            <a:r>
              <a:rPr lang="en" sz="4000" kern="0">
                <a:solidFill>
                  <a:srgbClr val="FFFFFF"/>
                </a:solidFill>
                <a:latin typeface="NVIDIA Sans"/>
                <a:ea typeface="NVIDIA Sans"/>
                <a:cs typeface="NVIDIA Sans"/>
                <a:sym typeface="NVIDIA Sans"/>
              </a:rPr>
              <a:t>Scarcity</a:t>
            </a:r>
            <a:endParaRPr sz="4000" kern="0">
              <a:solidFill>
                <a:srgbClr val="FFFFFF"/>
              </a:solidFill>
              <a:latin typeface="NVIDIA Sans"/>
              <a:ea typeface="NVIDIA Sans"/>
              <a:cs typeface="NVIDIA Sans"/>
              <a:sym typeface="NVIDIA Sans"/>
            </a:endParaRPr>
          </a:p>
        </p:txBody>
      </p:sp>
      <p:sp>
        <p:nvSpPr>
          <p:cNvPr id="930" name="Google Shape;930;p109"/>
          <p:cNvSpPr txBox="1"/>
          <p:nvPr/>
        </p:nvSpPr>
        <p:spPr>
          <a:xfrm>
            <a:off x="21371772" y="4992852"/>
            <a:ext cx="6126480" cy="1828800"/>
          </a:xfrm>
          <a:prstGeom prst="rect">
            <a:avLst/>
          </a:prstGeom>
          <a:solidFill>
            <a:schemeClr val="accent4"/>
          </a:solidFill>
          <a:ln>
            <a:noFill/>
          </a:ln>
        </p:spPr>
        <p:txBody>
          <a:bodyPr spcFirstLastPara="1" wrap="square" lIns="91400" tIns="45700" rIns="91400" bIns="45700" anchor="ctr" anchorCtr="0">
            <a:noAutofit/>
          </a:bodyPr>
          <a:lstStyle/>
          <a:p>
            <a:pPr algn="ctr" defTabSz="3657600">
              <a:lnSpc>
                <a:spcPct val="90000"/>
              </a:lnSpc>
              <a:buClr>
                <a:srgbClr val="FFFFFF"/>
              </a:buClr>
              <a:buSzPts val="4000"/>
            </a:pPr>
            <a:r>
              <a:rPr lang="en" sz="4000" kern="0">
                <a:solidFill>
                  <a:srgbClr val="FFFFFF"/>
                </a:solidFill>
                <a:latin typeface="NVIDIA Sans"/>
                <a:ea typeface="NVIDIA Sans"/>
                <a:cs typeface="NVIDIA Sans"/>
                <a:sym typeface="NVIDIA Sans"/>
              </a:rPr>
              <a:t>Cost</a:t>
            </a:r>
            <a:endParaRPr sz="1400" kern="0">
              <a:solidFill>
                <a:srgbClr val="FFFFFF"/>
              </a:solidFill>
              <a:latin typeface="NVIDIA Sans"/>
              <a:ea typeface="NVIDIA Sans"/>
              <a:cs typeface="NVIDIA Sans"/>
              <a:sym typeface="NVIDIA Sans"/>
            </a:endParaRPr>
          </a:p>
        </p:txBody>
      </p:sp>
      <p:sp>
        <p:nvSpPr>
          <p:cNvPr id="931" name="Google Shape;931;p109"/>
          <p:cNvSpPr txBox="1"/>
          <p:nvPr/>
        </p:nvSpPr>
        <p:spPr>
          <a:xfrm>
            <a:off x="27735828" y="4992852"/>
            <a:ext cx="6126480" cy="1828800"/>
          </a:xfrm>
          <a:prstGeom prst="rect">
            <a:avLst/>
          </a:prstGeom>
          <a:solidFill>
            <a:schemeClr val="accent4"/>
          </a:solidFill>
          <a:ln>
            <a:noFill/>
          </a:ln>
        </p:spPr>
        <p:txBody>
          <a:bodyPr spcFirstLastPara="1" wrap="square" lIns="91400" tIns="45700" rIns="91400" bIns="45700" anchor="ctr" anchorCtr="0">
            <a:noAutofit/>
          </a:bodyPr>
          <a:lstStyle/>
          <a:p>
            <a:pPr algn="ctr" defTabSz="3657600">
              <a:lnSpc>
                <a:spcPct val="90000"/>
              </a:lnSpc>
              <a:buClr>
                <a:srgbClr val="FFFFFF"/>
              </a:buClr>
              <a:buSzPts val="4000"/>
            </a:pPr>
            <a:r>
              <a:rPr lang="en" sz="4000" kern="0">
                <a:solidFill>
                  <a:srgbClr val="FFFFFF"/>
                </a:solidFill>
                <a:latin typeface="NVIDIA Sans"/>
                <a:ea typeface="NVIDIA Sans"/>
                <a:cs typeface="NVIDIA Sans"/>
                <a:sym typeface="NVIDIA Sans"/>
              </a:rPr>
              <a:t>Innovation Velocity</a:t>
            </a:r>
            <a:endParaRPr sz="1400" kern="0">
              <a:solidFill>
                <a:srgbClr val="FFFFFF"/>
              </a:solidFill>
              <a:latin typeface="NVIDIA Sans"/>
              <a:ea typeface="NVIDIA Sans"/>
              <a:cs typeface="NVIDIA Sans"/>
              <a:sym typeface="NVIDIA Sans"/>
            </a:endParaRPr>
          </a:p>
        </p:txBody>
      </p:sp>
      <p:sp>
        <p:nvSpPr>
          <p:cNvPr id="932" name="Google Shape;932;p109"/>
          <p:cNvSpPr txBox="1"/>
          <p:nvPr/>
        </p:nvSpPr>
        <p:spPr>
          <a:xfrm>
            <a:off x="2542118" y="13446036"/>
            <a:ext cx="5595540" cy="2308284"/>
          </a:xfrm>
          <a:prstGeom prst="rect">
            <a:avLst/>
          </a:prstGeom>
          <a:noFill/>
          <a:ln>
            <a:noFill/>
          </a:ln>
        </p:spPr>
        <p:txBody>
          <a:bodyPr spcFirstLastPara="1" wrap="square" lIns="91400" tIns="45700" rIns="91400" bIns="45700" anchor="t" anchorCtr="0">
            <a:spAutoFit/>
          </a:bodyPr>
          <a:lstStyle/>
          <a:p>
            <a:pPr defTabSz="3657600">
              <a:buClr>
                <a:srgbClr val="000000"/>
              </a:buClr>
            </a:pPr>
            <a:r>
              <a:rPr lang="en" sz="3600" kern="0">
                <a:solidFill>
                  <a:srgbClr val="000000"/>
                </a:solidFill>
                <a:latin typeface="NVIDIA Sans"/>
                <a:ea typeface="NVIDIA Sans"/>
                <a:cs typeface="NVIDIA Sans"/>
                <a:sym typeface="NVIDIA Sans"/>
              </a:rPr>
              <a:t>Inaccurate, biased, or outdated data leads to poor quality data and reduced model accuracy.</a:t>
            </a:r>
            <a:endParaRPr sz="3600" kern="0">
              <a:solidFill>
                <a:srgbClr val="000000"/>
              </a:solidFill>
              <a:latin typeface="NVIDIA Sans"/>
              <a:ea typeface="NVIDIA Sans"/>
              <a:cs typeface="NVIDIA Sans"/>
              <a:sym typeface="NVIDIA Sans"/>
            </a:endParaRPr>
          </a:p>
        </p:txBody>
      </p:sp>
      <p:sp>
        <p:nvSpPr>
          <p:cNvPr id="933" name="Google Shape;933;p109"/>
          <p:cNvSpPr txBox="1"/>
          <p:nvPr/>
        </p:nvSpPr>
        <p:spPr>
          <a:xfrm>
            <a:off x="8969404" y="13446038"/>
            <a:ext cx="5549936" cy="2862282"/>
          </a:xfrm>
          <a:prstGeom prst="rect">
            <a:avLst/>
          </a:prstGeom>
          <a:noFill/>
          <a:ln>
            <a:noFill/>
          </a:ln>
        </p:spPr>
        <p:txBody>
          <a:bodyPr spcFirstLastPara="1" wrap="square" lIns="91400" tIns="45700" rIns="91400" bIns="45700" anchor="t" anchorCtr="0">
            <a:spAutoFit/>
          </a:bodyPr>
          <a:lstStyle/>
          <a:p>
            <a:pPr defTabSz="3657600">
              <a:buClr>
                <a:srgbClr val="000000"/>
              </a:buClr>
            </a:pPr>
            <a:r>
              <a:rPr lang="en" sz="3600" kern="0">
                <a:solidFill>
                  <a:srgbClr val="000000"/>
                </a:solidFill>
                <a:latin typeface="NVIDIA Sans"/>
                <a:ea typeface="NVIDIA Sans"/>
                <a:cs typeface="NVIDIA Sans"/>
                <a:sym typeface="NVIDIA Sans"/>
              </a:rPr>
              <a:t>Inadequate data privacy protections expose sensitive information barring usage for external use cases.</a:t>
            </a:r>
            <a:endParaRPr sz="3600" kern="0">
              <a:solidFill>
                <a:srgbClr val="000000"/>
              </a:solidFill>
              <a:latin typeface="NVIDIA Sans"/>
              <a:ea typeface="NVIDIA Sans"/>
              <a:cs typeface="NVIDIA Sans"/>
              <a:sym typeface="NVIDIA Sans"/>
            </a:endParaRPr>
          </a:p>
        </p:txBody>
      </p:sp>
      <p:sp>
        <p:nvSpPr>
          <p:cNvPr id="934" name="Google Shape;934;p109"/>
          <p:cNvSpPr txBox="1"/>
          <p:nvPr/>
        </p:nvSpPr>
        <p:spPr>
          <a:xfrm>
            <a:off x="15327526" y="13446036"/>
            <a:ext cx="5552900" cy="2862282"/>
          </a:xfrm>
          <a:prstGeom prst="rect">
            <a:avLst/>
          </a:prstGeom>
          <a:noFill/>
          <a:ln>
            <a:noFill/>
          </a:ln>
        </p:spPr>
        <p:txBody>
          <a:bodyPr spcFirstLastPara="1" wrap="square" lIns="91400" tIns="45700" rIns="91400" bIns="45700" anchor="t" anchorCtr="0">
            <a:spAutoFit/>
          </a:bodyPr>
          <a:lstStyle/>
          <a:p>
            <a:pPr defTabSz="3657600">
              <a:buClr>
                <a:srgbClr val="000000"/>
              </a:buClr>
            </a:pPr>
            <a:r>
              <a:rPr lang="en" sz="3600" kern="0">
                <a:solidFill>
                  <a:srgbClr val="000000"/>
                </a:solidFill>
                <a:latin typeface="NVIDIA Sans"/>
                <a:ea typeface="NVIDIA Sans"/>
                <a:cs typeface="NVIDIA Sans"/>
                <a:sym typeface="NVIDIA Sans"/>
              </a:rPr>
              <a:t>Insufficient data availability forces trade-offs between model accuracy, fairness, and reliability.</a:t>
            </a:r>
            <a:endParaRPr sz="3600" kern="0">
              <a:solidFill>
                <a:srgbClr val="000000"/>
              </a:solidFill>
              <a:latin typeface="NVIDIA Sans"/>
              <a:ea typeface="NVIDIA Sans"/>
              <a:cs typeface="NVIDIA Sans"/>
              <a:sym typeface="NVIDIA Sans"/>
            </a:endParaRPr>
          </a:p>
        </p:txBody>
      </p:sp>
      <p:sp>
        <p:nvSpPr>
          <p:cNvPr id="935" name="Google Shape;935;p109"/>
          <p:cNvSpPr txBox="1"/>
          <p:nvPr/>
        </p:nvSpPr>
        <p:spPr>
          <a:xfrm>
            <a:off x="21553718" y="13446036"/>
            <a:ext cx="5690764" cy="2308284"/>
          </a:xfrm>
          <a:prstGeom prst="rect">
            <a:avLst/>
          </a:prstGeom>
          <a:noFill/>
          <a:ln>
            <a:noFill/>
          </a:ln>
        </p:spPr>
        <p:txBody>
          <a:bodyPr spcFirstLastPara="1" wrap="square" lIns="91400" tIns="45700" rIns="91400" bIns="45700" anchor="t" anchorCtr="0">
            <a:spAutoFit/>
          </a:bodyPr>
          <a:lstStyle/>
          <a:p>
            <a:pPr defTabSz="3657600">
              <a:buClr>
                <a:srgbClr val="000000"/>
              </a:buClr>
            </a:pPr>
            <a:r>
              <a:rPr lang="en" sz="3600" kern="0">
                <a:solidFill>
                  <a:srgbClr val="000000"/>
                </a:solidFill>
                <a:latin typeface="NVIDIA Sans"/>
                <a:ea typeface="NVIDIA Sans"/>
                <a:cs typeface="NVIDIA Sans"/>
                <a:sym typeface="NVIDIA Sans"/>
              </a:rPr>
              <a:t>Manual data collection and labeling methods drive high costs and delays.</a:t>
            </a:r>
            <a:endParaRPr sz="3600" kern="0">
              <a:solidFill>
                <a:srgbClr val="000000"/>
              </a:solidFill>
              <a:latin typeface="NVIDIA Sans"/>
              <a:ea typeface="NVIDIA Sans"/>
              <a:cs typeface="NVIDIA Sans"/>
              <a:sym typeface="NVIDIA Sans"/>
            </a:endParaRPr>
          </a:p>
        </p:txBody>
      </p:sp>
      <p:sp>
        <p:nvSpPr>
          <p:cNvPr id="936" name="Google Shape;936;p109"/>
          <p:cNvSpPr/>
          <p:nvPr/>
        </p:nvSpPr>
        <p:spPr>
          <a:xfrm>
            <a:off x="3293710" y="7586528"/>
            <a:ext cx="4232508" cy="4366728"/>
          </a:xfrm>
          <a:prstGeom prst="ellipse">
            <a:avLst/>
          </a:prstGeom>
          <a:solidFill>
            <a:srgbClr val="5E5E5E"/>
          </a:solidFill>
          <a:ln>
            <a:noFill/>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sp>
        <p:nvSpPr>
          <p:cNvPr id="937" name="Google Shape;937;p109"/>
          <p:cNvSpPr/>
          <p:nvPr/>
        </p:nvSpPr>
        <p:spPr>
          <a:xfrm>
            <a:off x="9561008" y="7586528"/>
            <a:ext cx="4366728" cy="4366728"/>
          </a:xfrm>
          <a:prstGeom prst="ellipse">
            <a:avLst/>
          </a:prstGeom>
          <a:solidFill>
            <a:srgbClr val="666666"/>
          </a:solidFill>
          <a:ln>
            <a:noFill/>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sp>
        <p:nvSpPr>
          <p:cNvPr id="938" name="Google Shape;938;p109"/>
          <p:cNvSpPr/>
          <p:nvPr/>
        </p:nvSpPr>
        <p:spPr>
          <a:xfrm>
            <a:off x="28648716" y="7586528"/>
            <a:ext cx="4366728" cy="4366728"/>
          </a:xfrm>
          <a:prstGeom prst="ellipse">
            <a:avLst/>
          </a:prstGeom>
          <a:solidFill>
            <a:srgbClr val="666666"/>
          </a:solidFill>
          <a:ln>
            <a:noFill/>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sp>
        <p:nvSpPr>
          <p:cNvPr id="939" name="Google Shape;939;p109"/>
          <p:cNvSpPr/>
          <p:nvPr/>
        </p:nvSpPr>
        <p:spPr>
          <a:xfrm>
            <a:off x="15884628" y="7586528"/>
            <a:ext cx="4366728" cy="4366728"/>
          </a:xfrm>
          <a:prstGeom prst="ellipse">
            <a:avLst/>
          </a:prstGeom>
          <a:solidFill>
            <a:srgbClr val="666666"/>
          </a:solidFill>
          <a:ln>
            <a:noFill/>
          </a:ln>
        </p:spPr>
        <p:txBody>
          <a:bodyPr spcFirstLastPara="1" wrap="square" lIns="91400" tIns="45700" rIns="91400" bIns="45700" anchor="ctr" anchorCtr="0">
            <a:noAutofit/>
          </a:bodyPr>
          <a:lstStyle/>
          <a:p>
            <a:pPr algn="ctr" defTabSz="3657600">
              <a:lnSpc>
                <a:spcPct val="90000"/>
              </a:lnSpc>
              <a:buClr>
                <a:srgbClr val="000000"/>
              </a:buClr>
              <a:buSzPts val="4000"/>
            </a:pPr>
            <a:endParaRPr sz="4000" kern="0">
              <a:solidFill>
                <a:srgbClr val="FFFFFF"/>
              </a:solidFill>
              <a:latin typeface="NVIDIA Sans"/>
              <a:ea typeface="NVIDIA Sans"/>
              <a:cs typeface="NVIDIA Sans"/>
              <a:sym typeface="NVIDIA Sans"/>
            </a:endParaRPr>
          </a:p>
        </p:txBody>
      </p:sp>
      <p:pic>
        <p:nvPicPr>
          <p:cNvPr id="940" name="Google Shape;940;p109" descr="Bullseye outline"/>
          <p:cNvPicPr preferRelativeResize="0"/>
          <p:nvPr/>
        </p:nvPicPr>
        <p:blipFill rotWithShape="1">
          <a:blip r:embed="rId3">
            <a:alphaModFix/>
          </a:blip>
          <a:srcRect/>
          <a:stretch/>
        </p:blipFill>
        <p:spPr>
          <a:xfrm rot="5400000">
            <a:off x="3530234" y="7844106"/>
            <a:ext cx="3806236" cy="3776740"/>
          </a:xfrm>
          <a:prstGeom prst="rect">
            <a:avLst/>
          </a:prstGeom>
          <a:noFill/>
          <a:ln>
            <a:noFill/>
          </a:ln>
        </p:spPr>
      </p:pic>
      <p:sp>
        <p:nvSpPr>
          <p:cNvPr id="941" name="Google Shape;941;p109"/>
          <p:cNvSpPr/>
          <p:nvPr/>
        </p:nvSpPr>
        <p:spPr>
          <a:xfrm>
            <a:off x="23869494" y="8649498"/>
            <a:ext cx="1142452" cy="1354492"/>
          </a:xfrm>
          <a:prstGeom prst="ellipse">
            <a:avLst/>
          </a:prstGeom>
          <a:noFill/>
          <a:ln>
            <a:noFill/>
          </a:ln>
        </p:spPr>
        <p:txBody>
          <a:bodyPr spcFirstLastPara="1" wrap="square" lIns="91400" tIns="45700" rIns="91400" bIns="45700" anchor="ctr" anchorCtr="0">
            <a:noAutofit/>
          </a:bodyPr>
          <a:lstStyle/>
          <a:p>
            <a:pPr algn="ctr" defTabSz="3657600">
              <a:lnSpc>
                <a:spcPct val="90000"/>
              </a:lnSpc>
              <a:buClr>
                <a:srgbClr val="FFFFFF"/>
              </a:buClr>
              <a:buSzPts val="8000"/>
            </a:pPr>
            <a:r>
              <a:rPr lang="en" sz="8000" kern="0">
                <a:solidFill>
                  <a:srgbClr val="FFFFFF"/>
                </a:solidFill>
                <a:latin typeface="NVIDIA Sans"/>
                <a:ea typeface="NVIDIA Sans"/>
                <a:cs typeface="NVIDIA Sans"/>
                <a:sym typeface="NVIDIA Sans"/>
              </a:rPr>
              <a:t>$</a:t>
            </a:r>
            <a:endParaRPr sz="400" kern="0">
              <a:solidFill>
                <a:srgbClr val="000000"/>
              </a:solidFill>
              <a:latin typeface="NVIDIA Sans"/>
              <a:ea typeface="NVIDIA Sans"/>
              <a:cs typeface="NVIDIA Sans"/>
              <a:sym typeface="NVIDIA Sans"/>
            </a:endParaRPr>
          </a:p>
        </p:txBody>
      </p:sp>
      <p:grpSp>
        <p:nvGrpSpPr>
          <p:cNvPr id="942" name="Google Shape;942;p109"/>
          <p:cNvGrpSpPr/>
          <p:nvPr/>
        </p:nvGrpSpPr>
        <p:grpSpPr>
          <a:xfrm>
            <a:off x="28166788" y="7222970"/>
            <a:ext cx="5115504" cy="5229188"/>
            <a:chOff x="27513769" y="6866747"/>
            <a:chExt cx="6858446" cy="6858446"/>
          </a:xfrm>
        </p:grpSpPr>
        <p:pic>
          <p:nvPicPr>
            <p:cNvPr id="943" name="Google Shape;943;p109" descr="Arrow circle outline"/>
            <p:cNvPicPr preferRelativeResize="0"/>
            <p:nvPr/>
          </p:nvPicPr>
          <p:blipFill rotWithShape="1">
            <a:blip r:embed="rId4">
              <a:alphaModFix/>
            </a:blip>
            <a:srcRect/>
            <a:stretch/>
          </p:blipFill>
          <p:spPr>
            <a:xfrm>
              <a:off x="27513769" y="6866747"/>
              <a:ext cx="6858446" cy="6858446"/>
            </a:xfrm>
            <a:prstGeom prst="rect">
              <a:avLst/>
            </a:prstGeom>
            <a:noFill/>
            <a:ln>
              <a:noFill/>
            </a:ln>
          </p:spPr>
        </p:pic>
        <p:pic>
          <p:nvPicPr>
            <p:cNvPr id="944" name="Google Shape;944;p109" descr="Single gear with solid fill"/>
            <p:cNvPicPr preferRelativeResize="0"/>
            <p:nvPr/>
          </p:nvPicPr>
          <p:blipFill rotWithShape="1">
            <a:blip r:embed="rId5">
              <a:alphaModFix/>
            </a:blip>
            <a:srcRect/>
            <a:stretch/>
          </p:blipFill>
          <p:spPr>
            <a:xfrm>
              <a:off x="29577540" y="8760177"/>
              <a:ext cx="2943903" cy="2943903"/>
            </a:xfrm>
            <a:prstGeom prst="rect">
              <a:avLst/>
            </a:prstGeom>
            <a:noFill/>
            <a:ln>
              <a:noFill/>
            </a:ln>
          </p:spPr>
        </p:pic>
      </p:grpSp>
      <p:sp>
        <p:nvSpPr>
          <p:cNvPr id="945" name="Google Shape;945;p109"/>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r>
              <a:rPr lang="en"/>
              <a:t>Challenges</a:t>
            </a:r>
            <a:endParaRPr/>
          </a:p>
        </p:txBody>
      </p:sp>
      <p:sp>
        <p:nvSpPr>
          <p:cNvPr id="946" name="Google Shape;946;p109"/>
          <p:cNvSpPr txBox="1">
            <a:spLocks noGrp="1"/>
          </p:cNvSpPr>
          <p:nvPr>
            <p:ph type="subTitle" idx="2"/>
          </p:nvPr>
        </p:nvSpPr>
        <p:spPr>
          <a:xfrm>
            <a:off x="2286000" y="3058668"/>
            <a:ext cx="31546800" cy="1408800"/>
          </a:xfrm>
          <a:prstGeom prst="rect">
            <a:avLst/>
          </a:prstGeom>
          <a:noFill/>
          <a:ln>
            <a:noFill/>
          </a:ln>
        </p:spPr>
        <p:txBody>
          <a:bodyPr spcFirstLastPara="1" wrap="square" lIns="91400" tIns="45700" rIns="91400" bIns="45700" anchor="t" anchorCtr="0">
            <a:noAutofit/>
          </a:bodyPr>
          <a:lstStyle/>
          <a:p>
            <a:r>
              <a:rPr lang="en"/>
              <a:t>Training models like Nemotron requires domain-specific data, but most AI teams are data poor. </a:t>
            </a:r>
            <a:endParaRPr/>
          </a:p>
        </p:txBody>
      </p:sp>
      <p:sp>
        <p:nvSpPr>
          <p:cNvPr id="947" name="Google Shape;947;p109"/>
          <p:cNvSpPr txBox="1"/>
          <p:nvPr/>
        </p:nvSpPr>
        <p:spPr>
          <a:xfrm>
            <a:off x="27980398" y="13446036"/>
            <a:ext cx="5690764" cy="2308284"/>
          </a:xfrm>
          <a:prstGeom prst="rect">
            <a:avLst/>
          </a:prstGeom>
          <a:noFill/>
          <a:ln>
            <a:noFill/>
          </a:ln>
        </p:spPr>
        <p:txBody>
          <a:bodyPr spcFirstLastPara="1" wrap="square" lIns="91400" tIns="45700" rIns="91400" bIns="45700" anchor="t" anchorCtr="0">
            <a:spAutoFit/>
          </a:bodyPr>
          <a:lstStyle/>
          <a:p>
            <a:pPr defTabSz="3657600">
              <a:buClr>
                <a:srgbClr val="000000"/>
              </a:buClr>
            </a:pPr>
            <a:r>
              <a:rPr lang="en" sz="3600" kern="0">
                <a:solidFill>
                  <a:srgbClr val="000000"/>
                </a:solidFill>
                <a:latin typeface="NVIDIA Sans"/>
                <a:ea typeface="NVIDIA Sans"/>
                <a:cs typeface="NVIDIA Sans"/>
                <a:sym typeface="NVIDIA Sans"/>
              </a:rPr>
              <a:t>Lack of access to high-quality, domain-specific data hinders AI development.</a:t>
            </a:r>
            <a:endParaRPr sz="3600" kern="0">
              <a:solidFill>
                <a:srgbClr val="000000"/>
              </a:solidFill>
              <a:latin typeface="NVIDIA Sans"/>
              <a:ea typeface="NVIDIA Sans"/>
              <a:cs typeface="NVIDIA Sans"/>
              <a:sym typeface="NVIDIA Sans"/>
            </a:endParaRPr>
          </a:p>
        </p:txBody>
      </p:sp>
      <p:pic>
        <p:nvPicPr>
          <p:cNvPr id="948" name="Google Shape;948;p109" descr="A white line drawing of a round object with a lock&#10;&#10;AI-generated content may be incorrect."/>
          <p:cNvPicPr preferRelativeResize="0"/>
          <p:nvPr/>
        </p:nvPicPr>
        <p:blipFill rotWithShape="1">
          <a:blip r:embed="rId6">
            <a:alphaModFix/>
          </a:blip>
          <a:srcRect/>
          <a:stretch/>
        </p:blipFill>
        <p:spPr>
          <a:xfrm>
            <a:off x="9658710" y="7739334"/>
            <a:ext cx="4103300" cy="4017036"/>
          </a:xfrm>
          <a:prstGeom prst="rect">
            <a:avLst/>
          </a:prstGeom>
          <a:noFill/>
          <a:ln>
            <a:noFill/>
          </a:ln>
        </p:spPr>
      </p:pic>
      <p:pic>
        <p:nvPicPr>
          <p:cNvPr id="949" name="Google Shape;949;p109" descr="A white line in a circle&#10;&#10;AI-generated content may be incorrect."/>
          <p:cNvPicPr preferRelativeResize="0"/>
          <p:nvPr/>
        </p:nvPicPr>
        <p:blipFill rotWithShape="1">
          <a:blip r:embed="rId7">
            <a:alphaModFix/>
          </a:blip>
          <a:srcRect/>
          <a:stretch/>
        </p:blipFill>
        <p:spPr>
          <a:xfrm>
            <a:off x="15568606" y="7304184"/>
            <a:ext cx="5009076" cy="4879680"/>
          </a:xfrm>
          <a:prstGeom prst="rect">
            <a:avLst/>
          </a:prstGeom>
          <a:noFill/>
          <a:ln>
            <a:noFill/>
          </a:ln>
        </p:spPr>
      </p:pic>
      <p:pic>
        <p:nvPicPr>
          <p:cNvPr id="950" name="Google Shape;950;p109" descr="A white clock on a black background&#10;&#10;AI-generated content may be incorrect."/>
          <p:cNvPicPr preferRelativeResize="0"/>
          <p:nvPr/>
        </p:nvPicPr>
        <p:blipFill rotWithShape="1">
          <a:blip r:embed="rId8">
            <a:alphaModFix/>
          </a:blip>
          <a:srcRect/>
          <a:stretch/>
        </p:blipFill>
        <p:spPr>
          <a:xfrm>
            <a:off x="23820776" y="9834710"/>
            <a:ext cx="1315576" cy="13996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p110"/>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pPr algn="l"/>
            <a:r>
              <a:rPr lang="en"/>
              <a:t>What is synthetic data?</a:t>
            </a:r>
            <a:endParaRPr/>
          </a:p>
        </p:txBody>
      </p:sp>
      <p:sp>
        <p:nvSpPr>
          <p:cNvPr id="956" name="Google Shape;956;p110"/>
          <p:cNvSpPr/>
          <p:nvPr/>
        </p:nvSpPr>
        <p:spPr>
          <a:xfrm>
            <a:off x="28662400" y="5305772"/>
            <a:ext cx="6218400" cy="9830400"/>
          </a:xfrm>
          <a:prstGeom prst="rect">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57" name="Google Shape;957;p110"/>
          <p:cNvSpPr/>
          <p:nvPr/>
        </p:nvSpPr>
        <p:spPr>
          <a:xfrm>
            <a:off x="3161600" y="9969940"/>
            <a:ext cx="6218400" cy="51660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58" name="Google Shape;958;p110"/>
          <p:cNvSpPr/>
          <p:nvPr/>
        </p:nvSpPr>
        <p:spPr>
          <a:xfrm>
            <a:off x="9536800" y="8766144"/>
            <a:ext cx="6218400" cy="63696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59" name="Google Shape;959;p110"/>
          <p:cNvSpPr/>
          <p:nvPr/>
        </p:nvSpPr>
        <p:spPr>
          <a:xfrm>
            <a:off x="15912000" y="7625588"/>
            <a:ext cx="6218400" cy="75120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60" name="Google Shape;960;p110"/>
          <p:cNvSpPr/>
          <p:nvPr/>
        </p:nvSpPr>
        <p:spPr>
          <a:xfrm>
            <a:off x="22287200" y="6465680"/>
            <a:ext cx="6218400" cy="86712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cxnSp>
        <p:nvCxnSpPr>
          <p:cNvPr id="961" name="Google Shape;961;p110"/>
          <p:cNvCxnSpPr/>
          <p:nvPr/>
        </p:nvCxnSpPr>
        <p:spPr>
          <a:xfrm>
            <a:off x="3207300" y="17509712"/>
            <a:ext cx="31443600" cy="0"/>
          </a:xfrm>
          <a:prstGeom prst="straightConnector1">
            <a:avLst/>
          </a:prstGeom>
          <a:noFill/>
          <a:ln w="9525" cap="flat" cmpd="sng">
            <a:solidFill>
              <a:schemeClr val="lt1"/>
            </a:solidFill>
            <a:prstDash val="solid"/>
            <a:round/>
            <a:headEnd type="triangle" w="med" len="med"/>
            <a:tailEnd type="triangle" w="med" len="med"/>
          </a:ln>
        </p:spPr>
      </p:cxnSp>
      <p:sp>
        <p:nvSpPr>
          <p:cNvPr id="962" name="Google Shape;962;p110"/>
          <p:cNvSpPr txBox="1"/>
          <p:nvPr/>
        </p:nvSpPr>
        <p:spPr>
          <a:xfrm>
            <a:off x="3527600" y="11405336"/>
            <a:ext cx="5486400" cy="3427200"/>
          </a:xfrm>
          <a:prstGeom prst="rect">
            <a:avLst/>
          </a:prstGeom>
          <a:noFill/>
          <a:ln>
            <a:noFill/>
          </a:ln>
        </p:spPr>
        <p:txBody>
          <a:bodyPr spcFirstLastPara="1" wrap="square" lIns="0" tIns="0" rIns="0" bIns="365700" anchor="t" anchorCtr="0">
            <a:noAutofit/>
          </a:bodyPr>
          <a:lstStyle/>
          <a:p>
            <a:pPr>
              <a:buClr>
                <a:srgbClr val="000000"/>
              </a:buClr>
              <a:buSzPts val="600"/>
            </a:pPr>
            <a:r>
              <a:rPr lang="en" sz="2400">
                <a:solidFill>
                  <a:srgbClr val="000000"/>
                </a:solidFill>
                <a:latin typeface="NVIDIA Sans Light"/>
                <a:ea typeface="NVIDIA Sans Light"/>
                <a:cs typeface="NVIDIA Sans Light"/>
                <a:sym typeface="NVIDIA Sans Light"/>
              </a:rPr>
              <a:t>Basic synthetic data follows fixed rules, random generation, and simple templates, producing predictable but limited outputs.</a:t>
            </a:r>
            <a:br>
              <a:rPr lang="en" sz="2400">
                <a:solidFill>
                  <a:srgbClr val="000000"/>
                </a:solidFill>
                <a:latin typeface="NVIDIA Sans Light"/>
                <a:ea typeface="NVIDIA Sans Light"/>
                <a:cs typeface="NVIDIA Sans Light"/>
                <a:sym typeface="NVIDIA Sans Light"/>
              </a:rPr>
            </a:br>
            <a:endParaRPr sz="2400">
              <a:solidFill>
                <a:srgbClr val="000000"/>
              </a:solidFill>
              <a:latin typeface="NVIDIA Sans Light"/>
              <a:ea typeface="NVIDIA Sans Light"/>
              <a:cs typeface="NVIDIA Sans Light"/>
              <a:sym typeface="NVIDIA Sans Light"/>
            </a:endParaRPr>
          </a:p>
          <a:p>
            <a:pPr>
              <a:buClr>
                <a:srgbClr val="000000"/>
              </a:buClr>
              <a:buSzPts val="600"/>
            </a:pPr>
            <a:r>
              <a:rPr lang="en" sz="2400">
                <a:solidFill>
                  <a:srgbClr val="000000"/>
                </a:solidFill>
                <a:latin typeface="NVIDIA Sans Light"/>
                <a:ea typeface="NVIDIA Sans Light"/>
                <a:cs typeface="NVIDIA Sans Light"/>
                <a:sym typeface="NVIDIA Sans Light"/>
              </a:rPr>
              <a:t>Tools like Faker generate names, addresses, and text based on </a:t>
            </a:r>
            <a:r>
              <a:rPr lang="en" sz="2400" b="1">
                <a:solidFill>
                  <a:srgbClr val="000000"/>
                </a:solidFill>
                <a:latin typeface="NVIDIA Sans Light"/>
                <a:ea typeface="NVIDIA Sans Light"/>
                <a:cs typeface="NVIDIA Sans Light"/>
                <a:sym typeface="NVIDIA Sans Light"/>
              </a:rPr>
              <a:t>predefined patterns</a:t>
            </a:r>
            <a:r>
              <a:rPr lang="en" sz="2400">
                <a:solidFill>
                  <a:srgbClr val="000000"/>
                </a:solidFill>
                <a:latin typeface="NVIDIA Sans Light"/>
                <a:ea typeface="NVIDIA Sans Light"/>
                <a:cs typeface="NVIDIA Sans Light"/>
                <a:sym typeface="NVIDIA Sans Light"/>
              </a:rPr>
              <a:t>. Can be reliable for simple use cases.</a:t>
            </a:r>
            <a:endParaRPr sz="2400">
              <a:solidFill>
                <a:srgbClr val="000000"/>
              </a:solidFill>
              <a:latin typeface="NVIDIA Sans Light"/>
              <a:ea typeface="NVIDIA Sans Light"/>
              <a:cs typeface="NVIDIA Sans Light"/>
              <a:sym typeface="NVIDIA Sans Light"/>
            </a:endParaRPr>
          </a:p>
        </p:txBody>
      </p:sp>
      <p:sp>
        <p:nvSpPr>
          <p:cNvPr id="963" name="Google Shape;963;p110"/>
          <p:cNvSpPr/>
          <p:nvPr/>
        </p:nvSpPr>
        <p:spPr>
          <a:xfrm>
            <a:off x="3161592" y="15289812"/>
            <a:ext cx="6193200" cy="14628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64" name="Google Shape;964;p110"/>
          <p:cNvSpPr txBox="1"/>
          <p:nvPr/>
        </p:nvSpPr>
        <p:spPr>
          <a:xfrm>
            <a:off x="3527600" y="15747612"/>
            <a:ext cx="5486400" cy="463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3200">
                <a:solidFill>
                  <a:schemeClr val="lt1"/>
                </a:solidFill>
                <a:latin typeface="NVIDIA Sans Medium"/>
                <a:ea typeface="NVIDIA Sans Medium"/>
                <a:cs typeface="NVIDIA Sans Medium"/>
                <a:sym typeface="NVIDIA Sans Medium"/>
              </a:rPr>
              <a:t>Basic rules &amp; templates</a:t>
            </a:r>
            <a:endParaRPr sz="3200">
              <a:solidFill>
                <a:schemeClr val="lt1"/>
              </a:solidFill>
              <a:latin typeface="NVIDIA Sans Medium"/>
              <a:ea typeface="NVIDIA Sans Medium"/>
              <a:cs typeface="NVIDIA Sans Medium"/>
              <a:sym typeface="NVIDIA Sans Medium"/>
            </a:endParaRPr>
          </a:p>
        </p:txBody>
      </p:sp>
      <p:sp>
        <p:nvSpPr>
          <p:cNvPr id="965" name="Google Shape;965;p110"/>
          <p:cNvSpPr txBox="1"/>
          <p:nvPr/>
        </p:nvSpPr>
        <p:spPr>
          <a:xfrm>
            <a:off x="16094400" y="17150908"/>
            <a:ext cx="6206400" cy="991200"/>
          </a:xfrm>
          <a:prstGeom prst="rect">
            <a:avLst/>
          </a:prstGeom>
          <a:solidFill>
            <a:schemeClr val="dk1"/>
          </a:solidFill>
          <a:ln>
            <a:noFill/>
          </a:ln>
        </p:spPr>
        <p:txBody>
          <a:bodyPr spcFirstLastPara="1" wrap="square" lIns="0" tIns="0" rIns="0" bIns="365700" anchor="ctr" anchorCtr="0">
            <a:noAutofit/>
          </a:bodyPr>
          <a:lstStyle/>
          <a:p>
            <a:pPr algn="ctr">
              <a:lnSpc>
                <a:spcPct val="115000"/>
              </a:lnSpc>
              <a:buClr>
                <a:srgbClr val="000000"/>
              </a:buClr>
              <a:buSzPts val="900"/>
            </a:pPr>
            <a:r>
              <a:rPr lang="en" sz="3600">
                <a:solidFill>
                  <a:srgbClr val="000000"/>
                </a:solidFill>
                <a:latin typeface="NVIDIA Sans Medium"/>
                <a:ea typeface="NVIDIA Sans Medium"/>
                <a:cs typeface="NVIDIA Sans Medium"/>
                <a:sym typeface="NVIDIA Sans Medium"/>
              </a:rPr>
              <a:t>Synthetic data maturity</a:t>
            </a:r>
            <a:endParaRPr sz="3600">
              <a:solidFill>
                <a:srgbClr val="000000"/>
              </a:solidFill>
              <a:latin typeface="NVIDIA Sans Medium"/>
              <a:ea typeface="NVIDIA Sans Medium"/>
              <a:cs typeface="NVIDIA Sans Medium"/>
              <a:sym typeface="NVIDIA Sans Medium"/>
            </a:endParaRPr>
          </a:p>
        </p:txBody>
      </p:sp>
      <p:sp>
        <p:nvSpPr>
          <p:cNvPr id="966" name="Google Shape;966;p110"/>
          <p:cNvSpPr txBox="1"/>
          <p:nvPr/>
        </p:nvSpPr>
        <p:spPr>
          <a:xfrm>
            <a:off x="29024100" y="7089404"/>
            <a:ext cx="5486400" cy="4881600"/>
          </a:xfrm>
          <a:prstGeom prst="rect">
            <a:avLst/>
          </a:prstGeom>
          <a:noFill/>
          <a:ln>
            <a:noFill/>
          </a:ln>
        </p:spPr>
        <p:txBody>
          <a:bodyPr spcFirstLastPara="1" wrap="square" lIns="0" tIns="0" rIns="0" bIns="365700" anchor="t" anchorCtr="0">
            <a:noAutofit/>
          </a:bodyPr>
          <a:lstStyle/>
          <a:p>
            <a:pPr>
              <a:buClr>
                <a:srgbClr val="000000"/>
              </a:buClr>
              <a:buSzPts val="600"/>
            </a:pPr>
            <a:r>
              <a:rPr lang="en" sz="2400" b="1">
                <a:solidFill>
                  <a:schemeClr val="lt1"/>
                </a:solidFill>
                <a:latin typeface="NVIDIA Sans Light"/>
                <a:ea typeface="NVIDIA Sans Light"/>
                <a:cs typeface="NVIDIA Sans Light"/>
                <a:sym typeface="NVIDIA Sans Light"/>
              </a:rPr>
              <a:t>Advanced systems integrate multiple models and tools to generate consistent and realistic synthetic data.</a:t>
            </a:r>
            <a:endParaRPr sz="7200"/>
          </a:p>
          <a:p>
            <a:pPr>
              <a:buClr>
                <a:srgbClr val="000000"/>
              </a:buClr>
              <a:buSzPts val="600"/>
            </a:pPr>
            <a:endParaRPr sz="2400" b="1">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They create complex, interconnected datasets that mimic real-world relationships and handle edge cases.</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Highly adaptive, these systems adjust to varying data needs while maintaining coherence across outputs.</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p:txBody>
      </p:sp>
      <p:sp>
        <p:nvSpPr>
          <p:cNvPr id="967" name="Google Shape;967;p110"/>
          <p:cNvSpPr txBox="1"/>
          <p:nvPr/>
        </p:nvSpPr>
        <p:spPr>
          <a:xfrm>
            <a:off x="22653300" y="8186204"/>
            <a:ext cx="5486400" cy="4101600"/>
          </a:xfrm>
          <a:prstGeom prst="rect">
            <a:avLst/>
          </a:prstGeom>
          <a:noFill/>
          <a:ln>
            <a:noFill/>
          </a:ln>
        </p:spPr>
        <p:txBody>
          <a:bodyPr spcFirstLastPara="1" wrap="square" lIns="0" tIns="0" rIns="0" bIns="365700" anchor="t" anchorCtr="0">
            <a:noAutofit/>
          </a:bodyPr>
          <a:lstStyle/>
          <a:p>
            <a:pPr>
              <a:buClr>
                <a:srgbClr val="000000"/>
              </a:buClr>
              <a:buSzPts val="600"/>
            </a:pPr>
            <a:r>
              <a:rPr lang="en" sz="2400" b="1">
                <a:solidFill>
                  <a:schemeClr val="lt1"/>
                </a:solidFill>
                <a:latin typeface="NVIDIA Sans Light"/>
                <a:ea typeface="NVIDIA Sans Light"/>
                <a:cs typeface="NVIDIA Sans Light"/>
                <a:sym typeface="NVIDIA Sans Light"/>
              </a:rPr>
              <a:t>LLMs generate diverse synthetic data </a:t>
            </a:r>
            <a:r>
              <a:rPr lang="en" sz="2400">
                <a:solidFill>
                  <a:schemeClr val="lt1"/>
                </a:solidFill>
                <a:latin typeface="NVIDIA Sans Light"/>
                <a:ea typeface="NVIDIA Sans Light"/>
                <a:cs typeface="NVIDIA Sans Light"/>
                <a:sym typeface="NVIDIA Sans Light"/>
              </a:rPr>
              <a:t>with an understanding of context, relationships, and complex patterns.</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They can adapt to different data domains and adjust outputs based on specific requirements.</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While highly capable, they still have limitations and struggle with certain edge cases.</a:t>
            </a:r>
            <a:endParaRPr sz="2400">
              <a:solidFill>
                <a:schemeClr val="lt1"/>
              </a:solidFill>
              <a:latin typeface="NVIDIA Sans Light"/>
              <a:ea typeface="NVIDIA Sans Light"/>
              <a:cs typeface="NVIDIA Sans Light"/>
              <a:sym typeface="NVIDIA Sans Light"/>
            </a:endParaRPr>
          </a:p>
        </p:txBody>
      </p:sp>
      <p:sp>
        <p:nvSpPr>
          <p:cNvPr id="968" name="Google Shape;968;p110"/>
          <p:cNvSpPr txBox="1"/>
          <p:nvPr/>
        </p:nvSpPr>
        <p:spPr>
          <a:xfrm>
            <a:off x="16323700" y="9283036"/>
            <a:ext cx="5486400" cy="4059600"/>
          </a:xfrm>
          <a:prstGeom prst="rect">
            <a:avLst/>
          </a:prstGeom>
          <a:noFill/>
          <a:ln>
            <a:noFill/>
          </a:ln>
        </p:spPr>
        <p:txBody>
          <a:bodyPr spcFirstLastPara="1" wrap="square" lIns="0" tIns="0" rIns="0" bIns="365700" anchor="t" anchorCtr="0">
            <a:noAutofit/>
          </a:bodyPr>
          <a:lstStyle/>
          <a:p>
            <a:pPr>
              <a:buClr>
                <a:srgbClr val="000000"/>
              </a:buClr>
              <a:buSzPts val="600"/>
            </a:pPr>
            <a:r>
              <a:rPr lang="en" sz="2400">
                <a:solidFill>
                  <a:schemeClr val="lt1"/>
                </a:solidFill>
                <a:latin typeface="NVIDIA Sans Light"/>
                <a:ea typeface="NVIDIA Sans Light"/>
                <a:cs typeface="NVIDIA Sans Light"/>
                <a:sym typeface="NVIDIA Sans Light"/>
              </a:rPr>
              <a:t>Specialized AI models, like GANs for images or fine-tuned LLMs for text, generate highly realistic synthetic data </a:t>
            </a:r>
            <a:r>
              <a:rPr lang="en" sz="2400" b="1">
                <a:solidFill>
                  <a:schemeClr val="lt1"/>
                </a:solidFill>
                <a:latin typeface="NVIDIA Sans Light"/>
                <a:ea typeface="NVIDIA Sans Light"/>
                <a:cs typeface="NVIDIA Sans Light"/>
                <a:sym typeface="NVIDIA Sans Light"/>
              </a:rPr>
              <a:t>for specific tasks</a:t>
            </a:r>
            <a:r>
              <a:rPr lang="en" sz="2400">
                <a:solidFill>
                  <a:schemeClr val="lt1"/>
                </a:solidFill>
                <a:latin typeface="NVIDIA Sans Light"/>
                <a:ea typeface="NVIDIA Sans Light"/>
                <a:cs typeface="NVIDIA Sans Light"/>
                <a:sym typeface="NVIDIA Sans Light"/>
              </a:rPr>
              <a:t>.</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Models excel in their domains but lack broader understanding.</a:t>
            </a:r>
            <a:endParaRPr sz="2400">
              <a:solidFill>
                <a:schemeClr val="lt1"/>
              </a:solidFill>
              <a:latin typeface="NVIDIA Sans Light"/>
              <a:ea typeface="NVIDIA Sans Light"/>
              <a:cs typeface="NVIDIA Sans Light"/>
              <a:sym typeface="NVIDIA Sans Light"/>
            </a:endParaRPr>
          </a:p>
          <a:p>
            <a:pPr>
              <a:buClr>
                <a:srgbClr val="000000"/>
              </a:buClr>
              <a:buSzPts val="600"/>
            </a:pPr>
            <a:endParaRPr sz="2400">
              <a:solidFill>
                <a:schemeClr val="lt1"/>
              </a:solidFill>
              <a:latin typeface="NVIDIA Sans Light"/>
              <a:ea typeface="NVIDIA Sans Light"/>
              <a:cs typeface="NVIDIA Sans Light"/>
              <a:sym typeface="NVIDIA Sans Light"/>
            </a:endParaRPr>
          </a:p>
          <a:p>
            <a:pPr>
              <a:buClr>
                <a:srgbClr val="000000"/>
              </a:buClr>
              <a:buSzPts val="600"/>
            </a:pPr>
            <a:r>
              <a:rPr lang="en" sz="2400">
                <a:solidFill>
                  <a:schemeClr val="lt1"/>
                </a:solidFill>
                <a:latin typeface="NVIDIA Sans Light"/>
                <a:ea typeface="NVIDIA Sans Light"/>
                <a:cs typeface="NVIDIA Sans Light"/>
                <a:sym typeface="NVIDIA Sans Light"/>
              </a:rPr>
              <a:t>The models operate within defined constraints, making them powerful but not adaptable. </a:t>
            </a:r>
            <a:endParaRPr sz="2400">
              <a:solidFill>
                <a:schemeClr val="lt1"/>
              </a:solidFill>
              <a:latin typeface="NVIDIA Sans Light"/>
              <a:ea typeface="NVIDIA Sans Light"/>
              <a:cs typeface="NVIDIA Sans Light"/>
              <a:sym typeface="NVIDIA Sans Light"/>
            </a:endParaRPr>
          </a:p>
        </p:txBody>
      </p:sp>
      <p:sp>
        <p:nvSpPr>
          <p:cNvPr id="969" name="Google Shape;969;p110"/>
          <p:cNvSpPr txBox="1"/>
          <p:nvPr/>
        </p:nvSpPr>
        <p:spPr>
          <a:xfrm>
            <a:off x="9902800" y="10186136"/>
            <a:ext cx="5486400" cy="3427200"/>
          </a:xfrm>
          <a:prstGeom prst="rect">
            <a:avLst/>
          </a:prstGeom>
          <a:noFill/>
          <a:ln>
            <a:noFill/>
          </a:ln>
        </p:spPr>
        <p:txBody>
          <a:bodyPr spcFirstLastPara="1" wrap="square" lIns="0" tIns="0" rIns="0" bIns="365700" anchor="t" anchorCtr="0">
            <a:noAutofit/>
          </a:bodyPr>
          <a:lstStyle/>
          <a:p>
            <a:pPr>
              <a:buClr>
                <a:srgbClr val="000000"/>
              </a:buClr>
              <a:buSzPts val="600"/>
            </a:pPr>
            <a:r>
              <a:rPr lang="en" sz="2400">
                <a:solidFill>
                  <a:srgbClr val="000000"/>
                </a:solidFill>
                <a:latin typeface="NVIDIA Sans Light"/>
                <a:ea typeface="NVIDIA Sans Light"/>
                <a:cs typeface="NVIDIA Sans Light"/>
                <a:sym typeface="NVIDIA Sans Light"/>
              </a:rPr>
              <a:t>More advanced than fixed rules, this approach uses statistical methods and basic machine learning to </a:t>
            </a:r>
            <a:r>
              <a:rPr lang="en" sz="2400" b="1">
                <a:solidFill>
                  <a:srgbClr val="000000"/>
                </a:solidFill>
                <a:latin typeface="NVIDIA Sans Light"/>
                <a:ea typeface="NVIDIA Sans Light"/>
                <a:cs typeface="NVIDIA Sans Light"/>
                <a:sym typeface="NVIDIA Sans Light"/>
              </a:rPr>
              <a:t>replicate data patterns </a:t>
            </a:r>
            <a:r>
              <a:rPr lang="en" sz="2400">
                <a:solidFill>
                  <a:srgbClr val="000000"/>
                </a:solidFill>
                <a:latin typeface="NVIDIA Sans Light"/>
                <a:ea typeface="NVIDIA Sans Light"/>
                <a:cs typeface="NVIDIA Sans Light"/>
                <a:sym typeface="NVIDIA Sans Light"/>
              </a:rPr>
              <a:t>within strict limits.</a:t>
            </a:r>
            <a:endParaRPr sz="2400">
              <a:solidFill>
                <a:srgbClr val="000000"/>
              </a:solidFill>
              <a:latin typeface="NVIDIA Sans Light"/>
              <a:ea typeface="NVIDIA Sans Light"/>
              <a:cs typeface="NVIDIA Sans Light"/>
              <a:sym typeface="NVIDIA Sans Light"/>
            </a:endParaRPr>
          </a:p>
          <a:p>
            <a:pPr>
              <a:buClr>
                <a:srgbClr val="000000"/>
              </a:buClr>
              <a:buSzPts val="600"/>
            </a:pPr>
            <a:endParaRPr sz="2400">
              <a:solidFill>
                <a:srgbClr val="000000"/>
              </a:solidFill>
              <a:latin typeface="NVIDIA Sans Light"/>
              <a:ea typeface="NVIDIA Sans Light"/>
              <a:cs typeface="NVIDIA Sans Light"/>
              <a:sym typeface="NVIDIA Sans Light"/>
            </a:endParaRPr>
          </a:p>
          <a:p>
            <a:pPr>
              <a:buClr>
                <a:srgbClr val="000000"/>
              </a:buClr>
              <a:buSzPts val="600"/>
            </a:pPr>
            <a:r>
              <a:rPr lang="en" sz="2400">
                <a:solidFill>
                  <a:srgbClr val="000000"/>
                </a:solidFill>
                <a:latin typeface="NVIDIA Sans Light"/>
                <a:ea typeface="NVIDIA Sans Light"/>
                <a:cs typeface="NVIDIA Sans Light"/>
                <a:sym typeface="NVIDIA Sans Light"/>
              </a:rPr>
              <a:t>Adapts to patterns, but lacks true decision-making, keeping data generation constrained.</a:t>
            </a:r>
            <a:endParaRPr sz="2400">
              <a:solidFill>
                <a:srgbClr val="000000"/>
              </a:solidFill>
              <a:latin typeface="NVIDIA Sans Light"/>
              <a:ea typeface="NVIDIA Sans Light"/>
              <a:cs typeface="NVIDIA Sans Light"/>
              <a:sym typeface="NVIDIA Sans Light"/>
            </a:endParaRPr>
          </a:p>
        </p:txBody>
      </p:sp>
      <p:sp>
        <p:nvSpPr>
          <p:cNvPr id="970" name="Google Shape;970;p110"/>
          <p:cNvSpPr/>
          <p:nvPr/>
        </p:nvSpPr>
        <p:spPr>
          <a:xfrm>
            <a:off x="9536772" y="15289812"/>
            <a:ext cx="6218400" cy="14628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71" name="Google Shape;971;p110"/>
          <p:cNvSpPr/>
          <p:nvPr/>
        </p:nvSpPr>
        <p:spPr>
          <a:xfrm>
            <a:off x="28662600" y="15289812"/>
            <a:ext cx="6218400" cy="1462800"/>
          </a:xfrm>
          <a:prstGeom prst="rect">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72" name="Google Shape;972;p110"/>
          <p:cNvSpPr/>
          <p:nvPr/>
        </p:nvSpPr>
        <p:spPr>
          <a:xfrm>
            <a:off x="15912044" y="15289812"/>
            <a:ext cx="6218400" cy="14628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sp>
        <p:nvSpPr>
          <p:cNvPr id="973" name="Google Shape;973;p110"/>
          <p:cNvSpPr/>
          <p:nvPr/>
        </p:nvSpPr>
        <p:spPr>
          <a:xfrm>
            <a:off x="22287324" y="15289812"/>
            <a:ext cx="6218400" cy="1462800"/>
          </a:xfrm>
          <a:prstGeom prst="rect">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Arial"/>
              <a:ea typeface="Arial"/>
              <a:cs typeface="Arial"/>
              <a:sym typeface="Arial"/>
            </a:endParaRPr>
          </a:p>
        </p:txBody>
      </p:sp>
      <p:cxnSp>
        <p:nvCxnSpPr>
          <p:cNvPr id="974" name="Google Shape;974;p110"/>
          <p:cNvCxnSpPr/>
          <p:nvPr/>
        </p:nvCxnSpPr>
        <p:spPr>
          <a:xfrm rot="10800000">
            <a:off x="2187604" y="6487808"/>
            <a:ext cx="0" cy="10264800"/>
          </a:xfrm>
          <a:prstGeom prst="straightConnector1">
            <a:avLst/>
          </a:prstGeom>
          <a:noFill/>
          <a:ln w="9525" cap="flat" cmpd="sng">
            <a:solidFill>
              <a:schemeClr val="lt1"/>
            </a:solidFill>
            <a:prstDash val="solid"/>
            <a:round/>
            <a:headEnd type="triangle" w="med" len="med"/>
            <a:tailEnd type="triangle" w="med" len="med"/>
          </a:ln>
        </p:spPr>
      </p:cxnSp>
      <p:sp>
        <p:nvSpPr>
          <p:cNvPr id="975" name="Google Shape;975;p110"/>
          <p:cNvSpPr txBox="1"/>
          <p:nvPr/>
        </p:nvSpPr>
        <p:spPr>
          <a:xfrm rot="-5400000">
            <a:off x="-975600" y="11113312"/>
            <a:ext cx="6600000" cy="991200"/>
          </a:xfrm>
          <a:prstGeom prst="rect">
            <a:avLst/>
          </a:prstGeom>
          <a:solidFill>
            <a:schemeClr val="dk1"/>
          </a:solidFill>
          <a:ln>
            <a:noFill/>
          </a:ln>
        </p:spPr>
        <p:txBody>
          <a:bodyPr spcFirstLastPara="1" wrap="square" lIns="0" tIns="0" rIns="0" bIns="365700" anchor="ctr" anchorCtr="0">
            <a:noAutofit/>
          </a:bodyPr>
          <a:lstStyle/>
          <a:p>
            <a:pPr algn="ctr">
              <a:lnSpc>
                <a:spcPct val="115000"/>
              </a:lnSpc>
              <a:buClr>
                <a:srgbClr val="000000"/>
              </a:buClr>
              <a:buSzPts val="900"/>
            </a:pPr>
            <a:r>
              <a:rPr lang="en" sz="3600">
                <a:solidFill>
                  <a:srgbClr val="000000"/>
                </a:solidFill>
                <a:latin typeface="NVIDIA Sans Medium"/>
                <a:ea typeface="NVIDIA Sans Medium"/>
                <a:cs typeface="NVIDIA Sans Medium"/>
                <a:sym typeface="NVIDIA Sans Medium"/>
              </a:rPr>
              <a:t>Synthetic data techniques</a:t>
            </a:r>
            <a:endParaRPr sz="3600">
              <a:solidFill>
                <a:srgbClr val="000000"/>
              </a:solidFill>
              <a:latin typeface="NVIDIA Sans Medium"/>
              <a:ea typeface="NVIDIA Sans Medium"/>
              <a:cs typeface="NVIDIA Sans Medium"/>
              <a:sym typeface="NVIDIA Sans Medium"/>
            </a:endParaRPr>
          </a:p>
        </p:txBody>
      </p:sp>
      <p:sp>
        <p:nvSpPr>
          <p:cNvPr id="976" name="Google Shape;976;p110"/>
          <p:cNvSpPr txBox="1"/>
          <p:nvPr/>
        </p:nvSpPr>
        <p:spPr>
          <a:xfrm>
            <a:off x="9948500" y="15747612"/>
            <a:ext cx="5486400" cy="463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3200">
                <a:solidFill>
                  <a:schemeClr val="lt1"/>
                </a:solidFill>
                <a:latin typeface="NVIDIA Sans Medium"/>
                <a:ea typeface="NVIDIA Sans Medium"/>
                <a:cs typeface="NVIDIA Sans Medium"/>
                <a:sym typeface="NVIDIA Sans Medium"/>
              </a:rPr>
              <a:t>Statistical modeling</a:t>
            </a:r>
            <a:endParaRPr sz="3200">
              <a:solidFill>
                <a:schemeClr val="lt1"/>
              </a:solidFill>
              <a:latin typeface="NVIDIA Sans Medium"/>
              <a:ea typeface="NVIDIA Sans Medium"/>
              <a:cs typeface="NVIDIA Sans Medium"/>
              <a:sym typeface="NVIDIA Sans Medium"/>
            </a:endParaRPr>
          </a:p>
        </p:txBody>
      </p:sp>
      <p:sp>
        <p:nvSpPr>
          <p:cNvPr id="977" name="Google Shape;977;p110"/>
          <p:cNvSpPr txBox="1"/>
          <p:nvPr/>
        </p:nvSpPr>
        <p:spPr>
          <a:xfrm>
            <a:off x="16323700" y="15747612"/>
            <a:ext cx="5486400" cy="463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3200">
                <a:solidFill>
                  <a:schemeClr val="lt1"/>
                </a:solidFill>
                <a:latin typeface="NVIDIA Sans Medium"/>
                <a:ea typeface="NVIDIA Sans Medium"/>
                <a:cs typeface="NVIDIA Sans Medium"/>
                <a:sym typeface="NVIDIA Sans Medium"/>
              </a:rPr>
              <a:t>Single-purpose AI models</a:t>
            </a:r>
            <a:endParaRPr sz="3200">
              <a:solidFill>
                <a:schemeClr val="lt1"/>
              </a:solidFill>
              <a:latin typeface="NVIDIA Sans Medium"/>
              <a:ea typeface="NVIDIA Sans Medium"/>
              <a:cs typeface="NVIDIA Sans Medium"/>
              <a:sym typeface="NVIDIA Sans Medium"/>
            </a:endParaRPr>
          </a:p>
        </p:txBody>
      </p:sp>
      <p:sp>
        <p:nvSpPr>
          <p:cNvPr id="978" name="Google Shape;978;p110"/>
          <p:cNvSpPr txBox="1"/>
          <p:nvPr/>
        </p:nvSpPr>
        <p:spPr>
          <a:xfrm>
            <a:off x="22879000" y="15747612"/>
            <a:ext cx="5486400" cy="463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3200">
                <a:solidFill>
                  <a:schemeClr val="lt1"/>
                </a:solidFill>
                <a:latin typeface="NVIDIA Sans Medium"/>
                <a:ea typeface="NVIDIA Sans Medium"/>
                <a:cs typeface="NVIDIA Sans Medium"/>
                <a:sym typeface="NVIDIA Sans Medium"/>
              </a:rPr>
              <a:t>General-purpose LLMs</a:t>
            </a:r>
            <a:endParaRPr sz="3200">
              <a:solidFill>
                <a:schemeClr val="lt1"/>
              </a:solidFill>
              <a:latin typeface="NVIDIA Sans Medium"/>
              <a:ea typeface="NVIDIA Sans Medium"/>
              <a:cs typeface="NVIDIA Sans Medium"/>
              <a:sym typeface="NVIDIA Sans Medium"/>
            </a:endParaRPr>
          </a:p>
        </p:txBody>
      </p:sp>
      <p:sp>
        <p:nvSpPr>
          <p:cNvPr id="979" name="Google Shape;979;p110"/>
          <p:cNvSpPr txBox="1"/>
          <p:nvPr/>
        </p:nvSpPr>
        <p:spPr>
          <a:xfrm>
            <a:off x="29211600" y="15747612"/>
            <a:ext cx="5486400" cy="463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3200">
                <a:solidFill>
                  <a:schemeClr val="lt1"/>
                </a:solidFill>
                <a:latin typeface="NVIDIA Sans Medium"/>
                <a:ea typeface="NVIDIA Sans Medium"/>
                <a:cs typeface="NVIDIA Sans Medium"/>
                <a:sym typeface="NVIDIA Sans Medium"/>
              </a:rPr>
              <a:t>Compound AI systems</a:t>
            </a:r>
            <a:endParaRPr sz="3200">
              <a:solidFill>
                <a:schemeClr val="lt1"/>
              </a:solidFill>
              <a:latin typeface="NVIDIA Sans Medium"/>
              <a:ea typeface="NVIDIA Sans Medium"/>
              <a:cs typeface="NVIDIA Sans Medium"/>
              <a:sym typeface="NVIDIA Sans Medium"/>
            </a:endParaRPr>
          </a:p>
        </p:txBody>
      </p:sp>
      <p:sp>
        <p:nvSpPr>
          <p:cNvPr id="980" name="Google Shape;980;p110"/>
          <p:cNvSpPr/>
          <p:nvPr/>
        </p:nvSpPr>
        <p:spPr>
          <a:xfrm flipH="1">
            <a:off x="3161600" y="9963072"/>
            <a:ext cx="1096800" cy="1096800"/>
          </a:xfrm>
          <a:prstGeom prst="teardrop">
            <a:avLst>
              <a:gd name="adj" fmla="val 100000"/>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Lexend"/>
              <a:ea typeface="Lexend"/>
              <a:cs typeface="Lexend"/>
              <a:sym typeface="Lexend"/>
            </a:endParaRPr>
          </a:p>
        </p:txBody>
      </p:sp>
      <p:sp>
        <p:nvSpPr>
          <p:cNvPr id="981" name="Google Shape;981;p110"/>
          <p:cNvSpPr txBox="1">
            <a:spLocks noGrp="1"/>
          </p:cNvSpPr>
          <p:nvPr>
            <p:ph type="body" idx="1"/>
          </p:nvPr>
        </p:nvSpPr>
        <p:spPr>
          <a:xfrm>
            <a:off x="3214424" y="10174300"/>
            <a:ext cx="991200" cy="674400"/>
          </a:xfrm>
          <a:prstGeom prst="rect">
            <a:avLst/>
          </a:prstGeom>
          <a:noFill/>
          <a:ln>
            <a:noFill/>
          </a:ln>
        </p:spPr>
        <p:txBody>
          <a:bodyPr spcFirstLastPara="1" wrap="square" lIns="0" tIns="0" rIns="0" bIns="0" anchor="t" anchorCtr="0">
            <a:noAutofit/>
          </a:bodyPr>
          <a:lstStyle/>
          <a:p>
            <a:pPr marL="0" indent="0" algn="ctr">
              <a:lnSpc>
                <a:spcPct val="105000"/>
              </a:lnSpc>
              <a:buClr>
                <a:schemeClr val="dk1"/>
              </a:buClr>
              <a:buSzPts val="770"/>
              <a:buNone/>
            </a:pPr>
            <a:r>
              <a:rPr lang="en" sz="4000">
                <a:solidFill>
                  <a:srgbClr val="222222"/>
                </a:solidFill>
                <a:latin typeface="NVIDIA Sans Medium"/>
                <a:ea typeface="NVIDIA Sans Medium"/>
                <a:cs typeface="NVIDIA Sans Medium"/>
                <a:sym typeface="NVIDIA Sans Medium"/>
              </a:rPr>
              <a:t>1</a:t>
            </a:r>
            <a:endParaRPr sz="4000">
              <a:solidFill>
                <a:srgbClr val="222222"/>
              </a:solidFill>
              <a:latin typeface="NVIDIA Sans Medium"/>
              <a:ea typeface="NVIDIA Sans Medium"/>
              <a:cs typeface="NVIDIA Sans Medium"/>
              <a:sym typeface="NVIDIA Sans Medium"/>
            </a:endParaRPr>
          </a:p>
        </p:txBody>
      </p:sp>
      <p:sp>
        <p:nvSpPr>
          <p:cNvPr id="982" name="Google Shape;982;p110"/>
          <p:cNvSpPr/>
          <p:nvPr/>
        </p:nvSpPr>
        <p:spPr>
          <a:xfrm flipH="1">
            <a:off x="9536800" y="8753324"/>
            <a:ext cx="1096800" cy="1096800"/>
          </a:xfrm>
          <a:prstGeom prst="teardrop">
            <a:avLst>
              <a:gd name="adj" fmla="val 100000"/>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Lexend"/>
              <a:ea typeface="Lexend"/>
              <a:cs typeface="Lexend"/>
              <a:sym typeface="Lexend"/>
            </a:endParaRPr>
          </a:p>
        </p:txBody>
      </p:sp>
      <p:sp>
        <p:nvSpPr>
          <p:cNvPr id="983" name="Google Shape;983;p110"/>
          <p:cNvSpPr txBox="1">
            <a:spLocks noGrp="1"/>
          </p:cNvSpPr>
          <p:nvPr>
            <p:ph type="body" idx="1"/>
          </p:nvPr>
        </p:nvSpPr>
        <p:spPr>
          <a:xfrm>
            <a:off x="9589624" y="8964552"/>
            <a:ext cx="991200" cy="674400"/>
          </a:xfrm>
          <a:prstGeom prst="rect">
            <a:avLst/>
          </a:prstGeom>
          <a:noFill/>
          <a:ln>
            <a:noFill/>
          </a:ln>
        </p:spPr>
        <p:txBody>
          <a:bodyPr spcFirstLastPara="1" wrap="square" lIns="0" tIns="0" rIns="0" bIns="0" anchor="ctr" anchorCtr="0">
            <a:noAutofit/>
          </a:bodyPr>
          <a:lstStyle/>
          <a:p>
            <a:pPr marL="0" indent="0" algn="ctr">
              <a:lnSpc>
                <a:spcPct val="105000"/>
              </a:lnSpc>
              <a:spcBef>
                <a:spcPts val="0"/>
              </a:spcBef>
              <a:buClr>
                <a:schemeClr val="dk1"/>
              </a:buClr>
              <a:buSzPts val="770"/>
              <a:buNone/>
            </a:pPr>
            <a:r>
              <a:rPr lang="en" sz="4000">
                <a:solidFill>
                  <a:srgbClr val="222222"/>
                </a:solidFill>
                <a:latin typeface="NVIDIA Sans Medium"/>
                <a:ea typeface="NVIDIA Sans Medium"/>
                <a:cs typeface="NVIDIA Sans Medium"/>
                <a:sym typeface="NVIDIA Sans Medium"/>
              </a:rPr>
              <a:t>2</a:t>
            </a:r>
            <a:endParaRPr sz="4000">
              <a:solidFill>
                <a:srgbClr val="222222"/>
              </a:solidFill>
              <a:latin typeface="NVIDIA Sans Medium"/>
              <a:ea typeface="NVIDIA Sans Medium"/>
              <a:cs typeface="NVIDIA Sans Medium"/>
              <a:sym typeface="NVIDIA Sans Medium"/>
            </a:endParaRPr>
          </a:p>
        </p:txBody>
      </p:sp>
      <p:sp>
        <p:nvSpPr>
          <p:cNvPr id="984" name="Google Shape;984;p110"/>
          <p:cNvSpPr/>
          <p:nvPr/>
        </p:nvSpPr>
        <p:spPr>
          <a:xfrm flipH="1">
            <a:off x="15912000" y="7625624"/>
            <a:ext cx="1096800" cy="1096800"/>
          </a:xfrm>
          <a:prstGeom prst="teardrop">
            <a:avLst>
              <a:gd name="adj" fmla="val 100000"/>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Lexend"/>
              <a:ea typeface="Lexend"/>
              <a:cs typeface="Lexend"/>
              <a:sym typeface="Lexend"/>
            </a:endParaRPr>
          </a:p>
        </p:txBody>
      </p:sp>
      <p:sp>
        <p:nvSpPr>
          <p:cNvPr id="985" name="Google Shape;985;p110"/>
          <p:cNvSpPr txBox="1">
            <a:spLocks noGrp="1"/>
          </p:cNvSpPr>
          <p:nvPr>
            <p:ph type="body" idx="1"/>
          </p:nvPr>
        </p:nvSpPr>
        <p:spPr>
          <a:xfrm>
            <a:off x="15964824" y="7836852"/>
            <a:ext cx="991200" cy="674400"/>
          </a:xfrm>
          <a:prstGeom prst="rect">
            <a:avLst/>
          </a:prstGeom>
          <a:noFill/>
          <a:ln>
            <a:noFill/>
          </a:ln>
        </p:spPr>
        <p:txBody>
          <a:bodyPr spcFirstLastPara="1" wrap="square" lIns="0" tIns="0" rIns="0" bIns="0" anchor="ctr" anchorCtr="0">
            <a:noAutofit/>
          </a:bodyPr>
          <a:lstStyle/>
          <a:p>
            <a:pPr marL="0" indent="0" algn="ctr">
              <a:lnSpc>
                <a:spcPct val="105000"/>
              </a:lnSpc>
              <a:spcBef>
                <a:spcPts val="0"/>
              </a:spcBef>
              <a:buClr>
                <a:schemeClr val="dk1"/>
              </a:buClr>
              <a:buSzPts val="770"/>
              <a:buNone/>
            </a:pPr>
            <a:r>
              <a:rPr lang="en" sz="4000">
                <a:solidFill>
                  <a:srgbClr val="222222"/>
                </a:solidFill>
                <a:latin typeface="NVIDIA Sans Medium"/>
                <a:ea typeface="NVIDIA Sans Medium"/>
                <a:cs typeface="NVIDIA Sans Medium"/>
                <a:sym typeface="NVIDIA Sans Medium"/>
              </a:rPr>
              <a:t>3</a:t>
            </a:r>
            <a:endParaRPr sz="4000">
              <a:solidFill>
                <a:srgbClr val="222222"/>
              </a:solidFill>
              <a:latin typeface="NVIDIA Sans Medium"/>
              <a:ea typeface="NVIDIA Sans Medium"/>
              <a:cs typeface="NVIDIA Sans Medium"/>
              <a:sym typeface="NVIDIA Sans Medium"/>
            </a:endParaRPr>
          </a:p>
        </p:txBody>
      </p:sp>
      <p:sp>
        <p:nvSpPr>
          <p:cNvPr id="986" name="Google Shape;986;p110"/>
          <p:cNvSpPr/>
          <p:nvPr/>
        </p:nvSpPr>
        <p:spPr>
          <a:xfrm flipH="1">
            <a:off x="22260368" y="6451060"/>
            <a:ext cx="1096800" cy="1096800"/>
          </a:xfrm>
          <a:prstGeom prst="teardrop">
            <a:avLst>
              <a:gd name="adj" fmla="val 100000"/>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Lexend"/>
              <a:ea typeface="Lexend"/>
              <a:cs typeface="Lexend"/>
              <a:sym typeface="Lexend"/>
            </a:endParaRPr>
          </a:p>
        </p:txBody>
      </p:sp>
      <p:sp>
        <p:nvSpPr>
          <p:cNvPr id="987" name="Google Shape;987;p110"/>
          <p:cNvSpPr txBox="1">
            <a:spLocks noGrp="1"/>
          </p:cNvSpPr>
          <p:nvPr>
            <p:ph type="body" idx="1"/>
          </p:nvPr>
        </p:nvSpPr>
        <p:spPr>
          <a:xfrm>
            <a:off x="22313192" y="6662288"/>
            <a:ext cx="991200" cy="674400"/>
          </a:xfrm>
          <a:prstGeom prst="rect">
            <a:avLst/>
          </a:prstGeom>
          <a:noFill/>
          <a:ln>
            <a:noFill/>
          </a:ln>
        </p:spPr>
        <p:txBody>
          <a:bodyPr spcFirstLastPara="1" wrap="square" lIns="0" tIns="0" rIns="0" bIns="0" anchor="ctr" anchorCtr="0">
            <a:noAutofit/>
          </a:bodyPr>
          <a:lstStyle/>
          <a:p>
            <a:pPr marL="0" indent="0" algn="ctr">
              <a:lnSpc>
                <a:spcPct val="105000"/>
              </a:lnSpc>
              <a:spcBef>
                <a:spcPts val="0"/>
              </a:spcBef>
              <a:buClr>
                <a:schemeClr val="dk1"/>
              </a:buClr>
              <a:buSzPts val="770"/>
              <a:buNone/>
            </a:pPr>
            <a:r>
              <a:rPr lang="en" sz="4000">
                <a:solidFill>
                  <a:srgbClr val="222222"/>
                </a:solidFill>
                <a:latin typeface="NVIDIA Sans Medium"/>
                <a:ea typeface="NVIDIA Sans Medium"/>
                <a:cs typeface="NVIDIA Sans Medium"/>
                <a:sym typeface="NVIDIA Sans Medium"/>
              </a:rPr>
              <a:t>4</a:t>
            </a:r>
            <a:endParaRPr sz="4000">
              <a:solidFill>
                <a:srgbClr val="222222"/>
              </a:solidFill>
              <a:latin typeface="NVIDIA Sans Medium"/>
              <a:ea typeface="NVIDIA Sans Medium"/>
              <a:cs typeface="NVIDIA Sans Medium"/>
              <a:sym typeface="NVIDIA Sans Medium"/>
            </a:endParaRPr>
          </a:p>
        </p:txBody>
      </p:sp>
      <p:pic>
        <p:nvPicPr>
          <p:cNvPr id="988" name="Google Shape;988;p110" title="Nodes4.png"/>
          <p:cNvPicPr preferRelativeResize="0"/>
          <p:nvPr/>
        </p:nvPicPr>
        <p:blipFill rotWithShape="1">
          <a:blip r:embed="rId3">
            <a:alphaModFix/>
          </a:blip>
          <a:srcRect/>
          <a:stretch/>
        </p:blipFill>
        <p:spPr>
          <a:xfrm>
            <a:off x="23986600" y="3313702"/>
            <a:ext cx="2872600" cy="4421396"/>
          </a:xfrm>
          <a:prstGeom prst="rect">
            <a:avLst/>
          </a:prstGeom>
          <a:noFill/>
          <a:ln>
            <a:noFill/>
          </a:ln>
        </p:spPr>
      </p:pic>
      <p:pic>
        <p:nvPicPr>
          <p:cNvPr id="989" name="Google Shape;989;p110" title="Nodes1.png"/>
          <p:cNvPicPr preferRelativeResize="0"/>
          <p:nvPr/>
        </p:nvPicPr>
        <p:blipFill rotWithShape="1">
          <a:blip r:embed="rId4">
            <a:alphaModFix/>
          </a:blip>
          <a:srcRect/>
          <a:stretch/>
        </p:blipFill>
        <p:spPr>
          <a:xfrm>
            <a:off x="5052400" y="6588894"/>
            <a:ext cx="2872600" cy="4421396"/>
          </a:xfrm>
          <a:prstGeom prst="rect">
            <a:avLst/>
          </a:prstGeom>
          <a:noFill/>
          <a:ln>
            <a:noFill/>
          </a:ln>
        </p:spPr>
      </p:pic>
      <p:pic>
        <p:nvPicPr>
          <p:cNvPr id="990" name="Google Shape;990;p110" title="Level2.png"/>
          <p:cNvPicPr preferRelativeResize="0"/>
          <p:nvPr/>
        </p:nvPicPr>
        <p:blipFill rotWithShape="1">
          <a:blip r:embed="rId5">
            <a:alphaModFix/>
          </a:blip>
          <a:srcRect/>
          <a:stretch/>
        </p:blipFill>
        <p:spPr>
          <a:xfrm>
            <a:off x="11650752" y="5869246"/>
            <a:ext cx="2872600" cy="4421396"/>
          </a:xfrm>
          <a:prstGeom prst="rect">
            <a:avLst/>
          </a:prstGeom>
          <a:noFill/>
          <a:ln>
            <a:noFill/>
          </a:ln>
        </p:spPr>
      </p:pic>
      <p:pic>
        <p:nvPicPr>
          <p:cNvPr id="991" name="Google Shape;991;p110" title="Nodes3.png"/>
          <p:cNvPicPr preferRelativeResize="0"/>
          <p:nvPr/>
        </p:nvPicPr>
        <p:blipFill rotWithShape="1">
          <a:blip r:embed="rId6">
            <a:alphaModFix/>
          </a:blip>
          <a:srcRect/>
          <a:stretch/>
        </p:blipFill>
        <p:spPr>
          <a:xfrm>
            <a:off x="17982800" y="5109546"/>
            <a:ext cx="2872600" cy="4421396"/>
          </a:xfrm>
          <a:prstGeom prst="rect">
            <a:avLst/>
          </a:prstGeom>
          <a:noFill/>
          <a:ln>
            <a:noFill/>
          </a:ln>
        </p:spPr>
      </p:pic>
      <p:pic>
        <p:nvPicPr>
          <p:cNvPr id="992" name="Google Shape;992;p110" title="Frame 433.png"/>
          <p:cNvPicPr preferRelativeResize="0"/>
          <p:nvPr/>
        </p:nvPicPr>
        <p:blipFill rotWithShape="1">
          <a:blip r:embed="rId7">
            <a:alphaModFix/>
          </a:blip>
          <a:srcRect/>
          <a:stretch/>
        </p:blipFill>
        <p:spPr>
          <a:xfrm>
            <a:off x="30335500" y="2066402"/>
            <a:ext cx="2872600" cy="4421396"/>
          </a:xfrm>
          <a:prstGeom prst="rect">
            <a:avLst/>
          </a:prstGeom>
          <a:noFill/>
          <a:ln>
            <a:noFill/>
          </a:ln>
        </p:spPr>
      </p:pic>
      <p:sp>
        <p:nvSpPr>
          <p:cNvPr id="993" name="Google Shape;993;p110"/>
          <p:cNvSpPr/>
          <p:nvPr/>
        </p:nvSpPr>
        <p:spPr>
          <a:xfrm flipH="1">
            <a:off x="28662600" y="5305824"/>
            <a:ext cx="1096800" cy="1096800"/>
          </a:xfrm>
          <a:prstGeom prst="teardrop">
            <a:avLst>
              <a:gd name="adj" fmla="val 100000"/>
            </a:avLst>
          </a:prstGeom>
          <a:solidFill>
            <a:srgbClr val="F2F2F2"/>
          </a:solidFill>
          <a:ln>
            <a:noFill/>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Lexend"/>
              <a:ea typeface="Lexend"/>
              <a:cs typeface="Lexend"/>
              <a:sym typeface="Lexend"/>
            </a:endParaRPr>
          </a:p>
        </p:txBody>
      </p:sp>
      <p:sp>
        <p:nvSpPr>
          <p:cNvPr id="994" name="Google Shape;994;p110"/>
          <p:cNvSpPr txBox="1">
            <a:spLocks noGrp="1"/>
          </p:cNvSpPr>
          <p:nvPr>
            <p:ph type="body" idx="1"/>
          </p:nvPr>
        </p:nvSpPr>
        <p:spPr>
          <a:xfrm>
            <a:off x="28715424" y="5517052"/>
            <a:ext cx="991200" cy="674400"/>
          </a:xfrm>
          <a:prstGeom prst="rect">
            <a:avLst/>
          </a:prstGeom>
          <a:noFill/>
          <a:ln>
            <a:noFill/>
          </a:ln>
        </p:spPr>
        <p:txBody>
          <a:bodyPr spcFirstLastPara="1" wrap="square" lIns="0" tIns="0" rIns="0" bIns="0" anchor="ctr" anchorCtr="0">
            <a:noAutofit/>
          </a:bodyPr>
          <a:lstStyle/>
          <a:p>
            <a:pPr marL="0" indent="0" algn="ctr">
              <a:lnSpc>
                <a:spcPct val="105000"/>
              </a:lnSpc>
              <a:spcBef>
                <a:spcPts val="0"/>
              </a:spcBef>
              <a:buClr>
                <a:schemeClr val="dk1"/>
              </a:buClr>
              <a:buSzPts val="770"/>
              <a:buNone/>
            </a:pPr>
            <a:r>
              <a:rPr lang="en" sz="4000">
                <a:latin typeface="NVIDIA Sans Medium"/>
                <a:ea typeface="NVIDIA Sans Medium"/>
                <a:cs typeface="NVIDIA Sans Medium"/>
                <a:sym typeface="NVIDIA Sans Medium"/>
              </a:rPr>
              <a:t>5</a:t>
            </a:r>
            <a:endParaRPr sz="4000">
              <a:latin typeface="NVIDIA Sans Medium"/>
              <a:ea typeface="NVIDIA Sans Medium"/>
              <a:cs typeface="NVIDIA Sans Medium"/>
              <a:sym typeface="NVIDIA Sans Medium"/>
            </a:endParaRPr>
          </a:p>
        </p:txBody>
      </p:sp>
      <p:sp>
        <p:nvSpPr>
          <p:cNvPr id="995" name="Google Shape;995;p110"/>
          <p:cNvSpPr txBox="1">
            <a:spLocks noGrp="1"/>
          </p:cNvSpPr>
          <p:nvPr>
            <p:ph type="body" idx="2"/>
          </p:nvPr>
        </p:nvSpPr>
        <p:spPr>
          <a:xfrm>
            <a:off x="2514600" y="3069500"/>
            <a:ext cx="15772800" cy="2542800"/>
          </a:xfrm>
          <a:prstGeom prst="rect">
            <a:avLst/>
          </a:prstGeom>
          <a:noFill/>
          <a:ln>
            <a:noFill/>
          </a:ln>
        </p:spPr>
        <p:txBody>
          <a:bodyPr spcFirstLastPara="1" wrap="square" lIns="0" tIns="0" rIns="0" bIns="0" anchor="ctr" anchorCtr="0">
            <a:noAutofit/>
          </a:bodyPr>
          <a:lstStyle/>
          <a:p>
            <a:pPr algn="l">
              <a:lnSpc>
                <a:spcPct val="105000"/>
              </a:lnSpc>
              <a:buClr>
                <a:schemeClr val="dk1"/>
              </a:buClr>
              <a:buSzPts val="770"/>
            </a:pPr>
            <a:r>
              <a:rPr lang="en" sz="3600">
                <a:solidFill>
                  <a:schemeClr val="lt1"/>
                </a:solidFill>
              </a:rPr>
              <a:t>Synthetic data mimics the statistical properties and patterns of real-world data without directly replicating it. It is created using techniques such as statistical modeling, rule-based simulations, and generative AI models to produce realistic, </a:t>
            </a:r>
            <a:r>
              <a:rPr lang="en" sz="3600" b="1">
                <a:solidFill>
                  <a:schemeClr val="lt1"/>
                </a:solidFill>
              </a:rPr>
              <a:t>high-quality</a:t>
            </a:r>
            <a:r>
              <a:rPr lang="en" sz="3600">
                <a:solidFill>
                  <a:schemeClr val="lt1"/>
                </a:solidFill>
              </a:rPr>
              <a:t> datasets.</a:t>
            </a:r>
            <a:endParaRPr sz="360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111"/>
          <p:cNvSpPr/>
          <p:nvPr/>
        </p:nvSpPr>
        <p:spPr>
          <a:xfrm>
            <a:off x="2320548" y="5046344"/>
            <a:ext cx="9954000" cy="3348000"/>
          </a:xfrm>
          <a:prstGeom prst="rect">
            <a:avLst/>
          </a:prstGeom>
          <a:solidFill>
            <a:schemeClr val="accent1">
              <a:alpha val="5490"/>
            </a:schemeClr>
          </a:solidFill>
          <a:ln w="12700" cap="flat" cmpd="sng">
            <a:solidFill>
              <a:srgbClr val="00382A"/>
            </a:solidFill>
            <a:prstDash val="solid"/>
            <a:round/>
            <a:headEnd type="none" w="sm" len="sm"/>
            <a:tailEnd type="none" w="sm" len="sm"/>
          </a:ln>
        </p:spPr>
        <p:txBody>
          <a:bodyPr spcFirstLastPara="1" wrap="square" lIns="365700" tIns="182800" rIns="365700" bIns="182800" anchor="ctr" anchorCtr="0">
            <a:noAutofit/>
          </a:bodyPr>
          <a:lstStyle/>
          <a:p>
            <a:pPr algn="ctr"/>
            <a:endParaRPr sz="5600">
              <a:solidFill>
                <a:schemeClr val="lt1"/>
              </a:solidFill>
              <a:latin typeface="Arial"/>
              <a:ea typeface="Arial"/>
              <a:cs typeface="Arial"/>
              <a:sym typeface="Arial"/>
            </a:endParaRPr>
          </a:p>
        </p:txBody>
      </p:sp>
      <p:sp>
        <p:nvSpPr>
          <p:cNvPr id="1002" name="Google Shape;1002;p111"/>
          <p:cNvSpPr txBox="1"/>
          <p:nvPr/>
        </p:nvSpPr>
        <p:spPr>
          <a:xfrm>
            <a:off x="13742032" y="18637866"/>
            <a:ext cx="4827600" cy="646290"/>
          </a:xfrm>
          <a:prstGeom prst="rect">
            <a:avLst/>
          </a:prstGeom>
          <a:noFill/>
          <a:ln>
            <a:noFill/>
          </a:ln>
        </p:spPr>
        <p:txBody>
          <a:bodyPr spcFirstLastPara="1" wrap="square" lIns="91400" tIns="45700" rIns="91400" bIns="457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OPTIMIZE</a:t>
            </a:r>
            <a:endParaRPr sz="3600">
              <a:solidFill>
                <a:schemeClr val="lt1"/>
              </a:solidFill>
              <a:latin typeface="NVIDIA Sans Medium"/>
              <a:ea typeface="NVIDIA Sans Medium"/>
              <a:cs typeface="NVIDIA Sans Medium"/>
              <a:sym typeface="NVIDIA Sans Medium"/>
            </a:endParaRPr>
          </a:p>
        </p:txBody>
      </p:sp>
      <p:sp>
        <p:nvSpPr>
          <p:cNvPr id="1003" name="Google Shape;1003;p111"/>
          <p:cNvSpPr txBox="1"/>
          <p:nvPr/>
        </p:nvSpPr>
        <p:spPr>
          <a:xfrm>
            <a:off x="12185696" y="17629944"/>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Agent Toolkit</a:t>
            </a:r>
            <a:endParaRPr sz="7200"/>
          </a:p>
        </p:txBody>
      </p:sp>
      <p:cxnSp>
        <p:nvCxnSpPr>
          <p:cNvPr id="1004" name="Google Shape;1004;p111"/>
          <p:cNvCxnSpPr/>
          <p:nvPr/>
        </p:nvCxnSpPr>
        <p:spPr>
          <a:xfrm>
            <a:off x="17167888" y="5824356"/>
            <a:ext cx="2628000" cy="927600"/>
          </a:xfrm>
          <a:prstGeom prst="straightConnector1">
            <a:avLst/>
          </a:prstGeom>
          <a:noFill/>
          <a:ln w="12700" cap="flat" cmpd="sng">
            <a:solidFill>
              <a:schemeClr val="dk1"/>
            </a:solidFill>
            <a:prstDash val="solid"/>
            <a:round/>
            <a:headEnd type="none" w="sm" len="sm"/>
            <a:tailEnd type="triangle" w="lg" len="lg"/>
          </a:ln>
        </p:spPr>
      </p:cxnSp>
      <p:sp>
        <p:nvSpPr>
          <p:cNvPr id="1005" name="Google Shape;1005;p111"/>
          <p:cNvSpPr txBox="1"/>
          <p:nvPr/>
        </p:nvSpPr>
        <p:spPr>
          <a:xfrm>
            <a:off x="19701200" y="7694008"/>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Guardrails</a:t>
            </a:r>
            <a:endParaRPr sz="7200"/>
          </a:p>
        </p:txBody>
      </p:sp>
      <p:cxnSp>
        <p:nvCxnSpPr>
          <p:cNvPr id="1006" name="Google Shape;1006;p111"/>
          <p:cNvCxnSpPr/>
          <p:nvPr/>
        </p:nvCxnSpPr>
        <p:spPr>
          <a:xfrm>
            <a:off x="23410512" y="5827204"/>
            <a:ext cx="2512800" cy="0"/>
          </a:xfrm>
          <a:prstGeom prst="straightConnector1">
            <a:avLst/>
          </a:prstGeom>
          <a:noFill/>
          <a:ln w="12700" cap="flat" cmpd="sng">
            <a:solidFill>
              <a:schemeClr val="dk1"/>
            </a:solidFill>
            <a:prstDash val="solid"/>
            <a:round/>
            <a:headEnd type="none" w="sm" len="sm"/>
            <a:tailEnd type="triangle" w="lg" len="lg"/>
          </a:ln>
        </p:spPr>
      </p:cxnSp>
      <p:sp>
        <p:nvSpPr>
          <p:cNvPr id="1007" name="Google Shape;1007;p111"/>
          <p:cNvSpPr txBox="1"/>
          <p:nvPr/>
        </p:nvSpPr>
        <p:spPr>
          <a:xfrm>
            <a:off x="21642856" y="8736758"/>
            <a:ext cx="3992400" cy="830876"/>
          </a:xfrm>
          <a:prstGeom prst="rect">
            <a:avLst/>
          </a:prstGeom>
          <a:noFill/>
          <a:ln>
            <a:noFill/>
          </a:ln>
        </p:spPr>
        <p:txBody>
          <a:bodyPr spcFirstLastPara="1" wrap="square" lIns="274300" tIns="137100" rIns="274300" bIns="1371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GUARDRAIL</a:t>
            </a:r>
            <a:endParaRPr sz="7200"/>
          </a:p>
        </p:txBody>
      </p:sp>
      <p:pic>
        <p:nvPicPr>
          <p:cNvPr id="1008" name="Google Shape;1008;p111" descr="A black background with a black square&#10;&#10;AI-generated content may be incorrect."/>
          <p:cNvPicPr preferRelativeResize="0"/>
          <p:nvPr/>
        </p:nvPicPr>
        <p:blipFill rotWithShape="1">
          <a:blip r:embed="rId3">
            <a:alphaModFix/>
          </a:blip>
          <a:srcRect/>
          <a:stretch/>
        </p:blipFill>
        <p:spPr>
          <a:xfrm>
            <a:off x="22302618" y="5182826"/>
            <a:ext cx="2619548" cy="2619548"/>
          </a:xfrm>
          <a:prstGeom prst="rect">
            <a:avLst/>
          </a:prstGeom>
          <a:noFill/>
          <a:ln>
            <a:noFill/>
          </a:ln>
        </p:spPr>
      </p:pic>
      <p:sp>
        <p:nvSpPr>
          <p:cNvPr id="1009" name="Google Shape;1009;p111"/>
          <p:cNvSpPr txBox="1"/>
          <p:nvPr/>
        </p:nvSpPr>
        <p:spPr>
          <a:xfrm>
            <a:off x="25687728" y="8691156"/>
            <a:ext cx="3936000" cy="923168"/>
          </a:xfrm>
          <a:prstGeom prst="rect">
            <a:avLst/>
          </a:prstGeom>
          <a:noFill/>
          <a:ln>
            <a:noFill/>
          </a:ln>
        </p:spPr>
        <p:txBody>
          <a:bodyPr spcFirstLastPara="1" wrap="square" lIns="365700" tIns="182800" rIns="365700" bIns="1828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LEARN</a:t>
            </a:r>
            <a:endParaRPr sz="7200"/>
          </a:p>
        </p:txBody>
      </p:sp>
      <p:pic>
        <p:nvPicPr>
          <p:cNvPr id="1010" name="Google Shape;1010;p111" descr="A black background with a black square&#10;&#10;AI-generated content may be incorrect."/>
          <p:cNvPicPr preferRelativeResize="0"/>
          <p:nvPr/>
        </p:nvPicPr>
        <p:blipFill rotWithShape="1">
          <a:blip r:embed="rId4">
            <a:alphaModFix/>
          </a:blip>
          <a:srcRect/>
          <a:stretch/>
        </p:blipFill>
        <p:spPr>
          <a:xfrm>
            <a:off x="15017720" y="15457070"/>
            <a:ext cx="2262360" cy="2176636"/>
          </a:xfrm>
          <a:prstGeom prst="rect">
            <a:avLst/>
          </a:prstGeom>
          <a:noFill/>
          <a:ln>
            <a:noFill/>
          </a:ln>
        </p:spPr>
      </p:pic>
      <p:pic>
        <p:nvPicPr>
          <p:cNvPr id="1011" name="Google Shape;1011;p111" descr="A black background with a black square&#10;&#10;AI-generated content may be incorrect."/>
          <p:cNvPicPr preferRelativeResize="0"/>
          <p:nvPr/>
        </p:nvPicPr>
        <p:blipFill rotWithShape="1">
          <a:blip r:embed="rId5">
            <a:alphaModFix/>
          </a:blip>
          <a:srcRect/>
          <a:stretch/>
        </p:blipFill>
        <p:spPr>
          <a:xfrm>
            <a:off x="26225990" y="5182826"/>
            <a:ext cx="2619548" cy="2619548"/>
          </a:xfrm>
          <a:prstGeom prst="rect">
            <a:avLst/>
          </a:prstGeom>
          <a:noFill/>
          <a:ln>
            <a:noFill/>
          </a:ln>
        </p:spPr>
      </p:pic>
      <p:pic>
        <p:nvPicPr>
          <p:cNvPr id="1012" name="Google Shape;1012;p111"/>
          <p:cNvPicPr preferRelativeResize="0"/>
          <p:nvPr/>
        </p:nvPicPr>
        <p:blipFill rotWithShape="1">
          <a:blip r:embed="rId6">
            <a:alphaModFix/>
          </a:blip>
          <a:srcRect l="9900" r="7557"/>
          <a:stretch/>
        </p:blipFill>
        <p:spPr>
          <a:xfrm>
            <a:off x="13171556" y="9724934"/>
            <a:ext cx="6152408" cy="6294572"/>
          </a:xfrm>
          <a:prstGeom prst="rect">
            <a:avLst/>
          </a:prstGeom>
          <a:noFill/>
          <a:ln>
            <a:noFill/>
          </a:ln>
        </p:spPr>
      </p:pic>
      <p:sp>
        <p:nvSpPr>
          <p:cNvPr id="1013" name="Google Shape;1013;p111"/>
          <p:cNvSpPr txBox="1"/>
          <p:nvPr/>
        </p:nvSpPr>
        <p:spPr>
          <a:xfrm>
            <a:off x="17114256" y="8691156"/>
            <a:ext cx="3992400" cy="923168"/>
          </a:xfrm>
          <a:prstGeom prst="rect">
            <a:avLst/>
          </a:prstGeom>
          <a:noFill/>
          <a:ln>
            <a:noFill/>
          </a:ln>
        </p:spPr>
        <p:txBody>
          <a:bodyPr spcFirstLastPara="1" wrap="square" lIns="365700" tIns="182800" rIns="365700" bIns="1828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EVALUATE</a:t>
            </a:r>
            <a:endParaRPr sz="7200"/>
          </a:p>
        </p:txBody>
      </p:sp>
      <p:pic>
        <p:nvPicPr>
          <p:cNvPr id="1014" name="Google Shape;1014;p111" descr="A black background with a black square&#10;&#10;AI-generated content may be incorrect."/>
          <p:cNvPicPr preferRelativeResize="0"/>
          <p:nvPr/>
        </p:nvPicPr>
        <p:blipFill rotWithShape="1">
          <a:blip r:embed="rId7">
            <a:alphaModFix/>
          </a:blip>
          <a:srcRect/>
          <a:stretch/>
        </p:blipFill>
        <p:spPr>
          <a:xfrm>
            <a:off x="17842820" y="5161392"/>
            <a:ext cx="2682240" cy="2682240"/>
          </a:xfrm>
          <a:prstGeom prst="rect">
            <a:avLst/>
          </a:prstGeom>
          <a:noFill/>
          <a:ln>
            <a:noFill/>
          </a:ln>
        </p:spPr>
      </p:pic>
      <p:sp>
        <p:nvSpPr>
          <p:cNvPr id="1015" name="Google Shape;1015;p111"/>
          <p:cNvSpPr txBox="1"/>
          <p:nvPr/>
        </p:nvSpPr>
        <p:spPr>
          <a:xfrm>
            <a:off x="23681208" y="7694008"/>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Retriever</a:t>
            </a:r>
            <a:endParaRPr sz="7200"/>
          </a:p>
        </p:txBody>
      </p:sp>
      <p:sp>
        <p:nvSpPr>
          <p:cNvPr id="1016" name="Google Shape;1016;p111"/>
          <p:cNvSpPr txBox="1"/>
          <p:nvPr/>
        </p:nvSpPr>
        <p:spPr>
          <a:xfrm>
            <a:off x="11032888" y="7694008"/>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Customizer</a:t>
            </a:r>
            <a:endParaRPr sz="7200"/>
          </a:p>
        </p:txBody>
      </p:sp>
      <p:sp>
        <p:nvSpPr>
          <p:cNvPr id="1017" name="Google Shape;1017;p111"/>
          <p:cNvSpPr txBox="1"/>
          <p:nvPr/>
        </p:nvSpPr>
        <p:spPr>
          <a:xfrm>
            <a:off x="12673724" y="8691156"/>
            <a:ext cx="4404000" cy="923168"/>
          </a:xfrm>
          <a:prstGeom prst="rect">
            <a:avLst/>
          </a:prstGeom>
          <a:noFill/>
          <a:ln>
            <a:noFill/>
          </a:ln>
        </p:spPr>
        <p:txBody>
          <a:bodyPr spcFirstLastPara="1" wrap="square" lIns="365700" tIns="182800" rIns="365700" bIns="1828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CUSTOMIZE</a:t>
            </a:r>
            <a:endParaRPr sz="7200"/>
          </a:p>
        </p:txBody>
      </p:sp>
      <p:pic>
        <p:nvPicPr>
          <p:cNvPr id="1018" name="Google Shape;1018;p111" descr="A black background with a black square&#10;&#10;AI-generated content may be incorrect."/>
          <p:cNvPicPr preferRelativeResize="0"/>
          <p:nvPr/>
        </p:nvPicPr>
        <p:blipFill rotWithShape="1">
          <a:blip r:embed="rId8">
            <a:alphaModFix/>
          </a:blip>
          <a:srcRect/>
          <a:stretch/>
        </p:blipFill>
        <p:spPr>
          <a:xfrm>
            <a:off x="13374382" y="5054238"/>
            <a:ext cx="2889532" cy="2889532"/>
          </a:xfrm>
          <a:prstGeom prst="rect">
            <a:avLst/>
          </a:prstGeom>
          <a:noFill/>
          <a:ln>
            <a:noFill/>
          </a:ln>
        </p:spPr>
      </p:pic>
      <p:sp>
        <p:nvSpPr>
          <p:cNvPr id="1019" name="Google Shape;1019;p111"/>
          <p:cNvSpPr txBox="1"/>
          <p:nvPr/>
        </p:nvSpPr>
        <p:spPr>
          <a:xfrm>
            <a:off x="15135764" y="7694008"/>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Evaluator</a:t>
            </a:r>
            <a:endParaRPr sz="7200"/>
          </a:p>
        </p:txBody>
      </p:sp>
      <p:sp>
        <p:nvSpPr>
          <p:cNvPr id="1020" name="Google Shape;1020;p111"/>
          <p:cNvSpPr txBox="1"/>
          <p:nvPr/>
        </p:nvSpPr>
        <p:spPr>
          <a:xfrm>
            <a:off x="27639232" y="7694008"/>
            <a:ext cx="7940400" cy="861613"/>
          </a:xfrm>
          <a:prstGeom prst="rect">
            <a:avLst/>
          </a:prstGeom>
          <a:noFill/>
          <a:ln>
            <a:noFill/>
          </a:ln>
        </p:spPr>
        <p:txBody>
          <a:bodyPr spcFirstLastPara="1" wrap="square" lIns="365700" tIns="182800" rIns="365700" bIns="1828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Auditor</a:t>
            </a:r>
            <a:endParaRPr sz="7200"/>
          </a:p>
        </p:txBody>
      </p:sp>
      <p:sp>
        <p:nvSpPr>
          <p:cNvPr id="1021" name="Google Shape;1021;p111"/>
          <p:cNvSpPr txBox="1"/>
          <p:nvPr/>
        </p:nvSpPr>
        <p:spPr>
          <a:xfrm>
            <a:off x="29645752" y="8691156"/>
            <a:ext cx="3936000" cy="923168"/>
          </a:xfrm>
          <a:prstGeom prst="rect">
            <a:avLst/>
          </a:prstGeom>
          <a:noFill/>
          <a:ln>
            <a:noFill/>
          </a:ln>
        </p:spPr>
        <p:txBody>
          <a:bodyPr spcFirstLastPara="1" wrap="square" lIns="365700" tIns="182800" rIns="365700" bIns="1828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SCAN</a:t>
            </a:r>
            <a:endParaRPr sz="7200"/>
          </a:p>
        </p:txBody>
      </p:sp>
      <p:pic>
        <p:nvPicPr>
          <p:cNvPr id="1022" name="Google Shape;1022;p111" descr="A black background with a black square&#10;&#10;AI-generated content may be incorrect."/>
          <p:cNvPicPr preferRelativeResize="0"/>
          <p:nvPr/>
        </p:nvPicPr>
        <p:blipFill rotWithShape="1">
          <a:blip r:embed="rId9">
            <a:alphaModFix/>
          </a:blip>
          <a:srcRect/>
          <a:stretch/>
        </p:blipFill>
        <p:spPr>
          <a:xfrm>
            <a:off x="30334086" y="5218542"/>
            <a:ext cx="2550980" cy="2550980"/>
          </a:xfrm>
          <a:prstGeom prst="rect">
            <a:avLst/>
          </a:prstGeom>
          <a:noFill/>
          <a:ln>
            <a:noFill/>
          </a:ln>
        </p:spPr>
      </p:pic>
      <p:sp>
        <p:nvSpPr>
          <p:cNvPr id="1023" name="Google Shape;1023;p111"/>
          <p:cNvSpPr txBox="1"/>
          <p:nvPr/>
        </p:nvSpPr>
        <p:spPr>
          <a:xfrm>
            <a:off x="2330416" y="7590100"/>
            <a:ext cx="4954800" cy="769320"/>
          </a:xfrm>
          <a:prstGeom prst="rect">
            <a:avLst/>
          </a:prstGeom>
          <a:noFill/>
          <a:ln>
            <a:noFill/>
          </a:ln>
        </p:spPr>
        <p:txBody>
          <a:bodyPr spcFirstLastPara="1" wrap="square" lIns="274300" tIns="137100" rIns="274300" bIns="137100" anchor="t" anchorCtr="0">
            <a:spAutoFit/>
          </a:bodyPr>
          <a:lstStyle/>
          <a:p>
            <a:pPr algn="ctr">
              <a:buClr>
                <a:srgbClr val="76B900"/>
              </a:buClr>
              <a:buSzPts val="800"/>
            </a:pPr>
            <a:r>
              <a:rPr lang="en" sz="3200">
                <a:solidFill>
                  <a:srgbClr val="76B900"/>
                </a:solidFill>
                <a:latin typeface="NVIDIA Sans Medium"/>
                <a:ea typeface="NVIDIA Sans Medium"/>
                <a:cs typeface="NVIDIA Sans Medium"/>
                <a:sym typeface="NVIDIA Sans Medium"/>
              </a:rPr>
              <a:t>NeMo Data Designer</a:t>
            </a:r>
            <a:endParaRPr sz="7200"/>
          </a:p>
        </p:txBody>
      </p:sp>
      <p:sp>
        <p:nvSpPr>
          <p:cNvPr id="1024" name="Google Shape;1024;p111"/>
          <p:cNvSpPr txBox="1"/>
          <p:nvPr/>
        </p:nvSpPr>
        <p:spPr>
          <a:xfrm>
            <a:off x="6992120" y="7590102"/>
            <a:ext cx="5340000" cy="769320"/>
          </a:xfrm>
          <a:prstGeom prst="rect">
            <a:avLst/>
          </a:prstGeom>
          <a:noFill/>
          <a:ln>
            <a:noFill/>
          </a:ln>
        </p:spPr>
        <p:txBody>
          <a:bodyPr spcFirstLastPara="1" wrap="square" lIns="274300" tIns="137100" rIns="274300" bIns="137100" anchor="t" anchorCtr="0">
            <a:spAutoFit/>
          </a:bodyPr>
          <a:lstStyle/>
          <a:p>
            <a:pPr algn="ctr"/>
            <a:r>
              <a:rPr lang="en" sz="3200">
                <a:solidFill>
                  <a:srgbClr val="76B900"/>
                </a:solidFill>
                <a:latin typeface="NVIDIA Sans Medium"/>
                <a:ea typeface="NVIDIA Sans Medium"/>
                <a:cs typeface="NVIDIA Sans Medium"/>
                <a:sym typeface="NVIDIA Sans Medium"/>
              </a:rPr>
              <a:t>NeMo Safe Synthesizer</a:t>
            </a:r>
            <a:endParaRPr sz="3200">
              <a:solidFill>
                <a:srgbClr val="76B900"/>
              </a:solidFill>
              <a:latin typeface="NVIDIA Sans Medium"/>
              <a:ea typeface="NVIDIA Sans Medium"/>
              <a:cs typeface="NVIDIA Sans Medium"/>
              <a:sym typeface="NVIDIA Sans Medium"/>
            </a:endParaRPr>
          </a:p>
        </p:txBody>
      </p:sp>
      <p:grpSp>
        <p:nvGrpSpPr>
          <p:cNvPr id="1025" name="Google Shape;1025;p111"/>
          <p:cNvGrpSpPr/>
          <p:nvPr/>
        </p:nvGrpSpPr>
        <p:grpSpPr>
          <a:xfrm>
            <a:off x="19316122" y="9915408"/>
            <a:ext cx="12446564" cy="3028040"/>
            <a:chOff x="5372369" y="2298260"/>
            <a:chExt cx="3111641" cy="988909"/>
          </a:xfrm>
        </p:grpSpPr>
        <p:cxnSp>
          <p:nvCxnSpPr>
            <p:cNvPr id="1026" name="Google Shape;1026;p111"/>
            <p:cNvCxnSpPr/>
            <p:nvPr/>
          </p:nvCxnSpPr>
          <p:spPr>
            <a:xfrm>
              <a:off x="8473294" y="2298260"/>
              <a:ext cx="0" cy="988909"/>
            </a:xfrm>
            <a:prstGeom prst="straightConnector1">
              <a:avLst/>
            </a:prstGeom>
            <a:noFill/>
            <a:ln w="25400" cap="flat" cmpd="sng">
              <a:solidFill>
                <a:schemeClr val="lt1"/>
              </a:solidFill>
              <a:prstDash val="solid"/>
              <a:round/>
              <a:headEnd type="none" w="sm" len="sm"/>
              <a:tailEnd type="none" w="sm" len="sm"/>
            </a:ln>
          </p:spPr>
        </p:cxnSp>
        <p:sp>
          <p:nvSpPr>
            <p:cNvPr id="1027" name="Google Shape;1027;p111"/>
            <p:cNvSpPr/>
            <p:nvPr/>
          </p:nvSpPr>
          <p:spPr>
            <a:xfrm rot="10800000" flipH="1">
              <a:off x="5372369" y="3228822"/>
              <a:ext cx="3111641" cy="58274"/>
            </a:xfrm>
            <a:custGeom>
              <a:avLst/>
              <a:gdLst/>
              <a:ahLst/>
              <a:cxnLst/>
              <a:rect l="l" t="t" r="r" b="b"/>
              <a:pathLst>
                <a:path w="3285066" h="120000" extrusionOk="0">
                  <a:moveTo>
                    <a:pt x="0" y="0"/>
                  </a:moveTo>
                  <a:lnTo>
                    <a:pt x="3285066" y="0"/>
                  </a:lnTo>
                </a:path>
              </a:pathLst>
            </a:custGeom>
            <a:noFill/>
            <a:ln w="25400" cap="flat" cmpd="sng">
              <a:solidFill>
                <a:schemeClr val="lt1"/>
              </a:solidFill>
              <a:prstDash val="solid"/>
              <a:round/>
              <a:headEnd type="triangle" w="lg" len="lg"/>
              <a:tailEnd type="none" w="sm" len="sm"/>
            </a:ln>
          </p:spPr>
          <p:txBody>
            <a:bodyPr spcFirstLastPara="1" wrap="square" lIns="91400" tIns="45700" rIns="91400" bIns="45700" anchor="ctr" anchorCtr="0">
              <a:noAutofit/>
            </a:bodyPr>
            <a:lstStyle/>
            <a:p>
              <a:pPr algn="ctr">
                <a:buClr>
                  <a:srgbClr val="000000"/>
                </a:buClr>
                <a:buSzPts val="450"/>
              </a:pPr>
              <a:endParaRPr>
                <a:solidFill>
                  <a:schemeClr val="dk1"/>
                </a:solidFill>
                <a:latin typeface="NVIDIA Sans"/>
                <a:ea typeface="NVIDIA Sans"/>
                <a:cs typeface="NVIDIA Sans"/>
                <a:sym typeface="NVIDIA Sans"/>
              </a:endParaRPr>
            </a:p>
          </p:txBody>
        </p:sp>
      </p:grpSp>
      <p:pic>
        <p:nvPicPr>
          <p:cNvPr id="1028" name="Google Shape;1028;p111"/>
          <p:cNvPicPr preferRelativeResize="0"/>
          <p:nvPr/>
        </p:nvPicPr>
        <p:blipFill rotWithShape="1">
          <a:blip r:embed="rId10">
            <a:alphaModFix/>
          </a:blip>
          <a:srcRect/>
          <a:stretch/>
        </p:blipFill>
        <p:spPr>
          <a:xfrm>
            <a:off x="3269334" y="5114298"/>
            <a:ext cx="2921052" cy="2658724"/>
          </a:xfrm>
          <a:prstGeom prst="rect">
            <a:avLst/>
          </a:prstGeom>
          <a:noFill/>
          <a:ln>
            <a:noFill/>
          </a:ln>
        </p:spPr>
      </p:pic>
      <p:grpSp>
        <p:nvGrpSpPr>
          <p:cNvPr id="1029" name="Google Shape;1029;p111"/>
          <p:cNvGrpSpPr/>
          <p:nvPr/>
        </p:nvGrpSpPr>
        <p:grpSpPr>
          <a:xfrm>
            <a:off x="7225590" y="9966280"/>
            <a:ext cx="5804980" cy="2889544"/>
            <a:chOff x="1170969" y="2247968"/>
            <a:chExt cx="2409905" cy="1085479"/>
          </a:xfrm>
        </p:grpSpPr>
        <p:sp>
          <p:nvSpPr>
            <p:cNvPr id="1030" name="Google Shape;1030;p111"/>
            <p:cNvSpPr/>
            <p:nvPr/>
          </p:nvSpPr>
          <p:spPr>
            <a:xfrm>
              <a:off x="1170969" y="3287728"/>
              <a:ext cx="2409905" cy="45719"/>
            </a:xfrm>
            <a:custGeom>
              <a:avLst/>
              <a:gdLst/>
              <a:ahLst/>
              <a:cxnLst/>
              <a:rect l="l" t="t" r="r" b="b"/>
              <a:pathLst>
                <a:path w="3285066" h="120000" extrusionOk="0">
                  <a:moveTo>
                    <a:pt x="0" y="0"/>
                  </a:moveTo>
                  <a:lnTo>
                    <a:pt x="3285066" y="0"/>
                  </a:lnTo>
                </a:path>
              </a:pathLst>
            </a:custGeom>
            <a:noFill/>
            <a:ln w="25400" cap="flat" cmpd="sng">
              <a:solidFill>
                <a:schemeClr val="lt1"/>
              </a:solidFill>
              <a:prstDash val="solid"/>
              <a:round/>
              <a:headEnd type="none" w="sm" len="sm"/>
              <a:tailEnd type="none" w="sm" len="sm"/>
            </a:ln>
          </p:spPr>
          <p:txBody>
            <a:bodyPr spcFirstLastPara="1" wrap="square" lIns="91400" tIns="45700" rIns="91400" bIns="45700" anchor="ctr" anchorCtr="0">
              <a:noAutofit/>
            </a:bodyPr>
            <a:lstStyle/>
            <a:p>
              <a:pPr algn="ctr">
                <a:buClr>
                  <a:srgbClr val="000000"/>
                </a:buClr>
                <a:buSzPts val="450"/>
              </a:pPr>
              <a:endParaRPr>
                <a:solidFill>
                  <a:schemeClr val="dk1"/>
                </a:solidFill>
                <a:latin typeface="NVIDIA Sans"/>
                <a:ea typeface="NVIDIA Sans"/>
                <a:cs typeface="NVIDIA Sans"/>
                <a:sym typeface="NVIDIA Sans"/>
              </a:endParaRPr>
            </a:p>
          </p:txBody>
        </p:sp>
        <p:sp>
          <p:nvSpPr>
            <p:cNvPr id="1031" name="Google Shape;1031;p111"/>
            <p:cNvSpPr/>
            <p:nvPr/>
          </p:nvSpPr>
          <p:spPr>
            <a:xfrm rot="-5400000">
              <a:off x="684946" y="2744709"/>
              <a:ext cx="1039200" cy="45719"/>
            </a:xfrm>
            <a:custGeom>
              <a:avLst/>
              <a:gdLst/>
              <a:ahLst/>
              <a:cxnLst/>
              <a:rect l="l" t="t" r="r" b="b"/>
              <a:pathLst>
                <a:path w="3285066" h="120000" extrusionOk="0">
                  <a:moveTo>
                    <a:pt x="0" y="0"/>
                  </a:moveTo>
                  <a:lnTo>
                    <a:pt x="3285066" y="0"/>
                  </a:lnTo>
                </a:path>
              </a:pathLst>
            </a:custGeom>
            <a:noFill/>
            <a:ln w="25400" cap="flat" cmpd="sng">
              <a:solidFill>
                <a:schemeClr val="lt1"/>
              </a:solidFill>
              <a:prstDash val="solid"/>
              <a:round/>
              <a:headEnd type="none" w="sm" len="sm"/>
              <a:tailEnd type="triangle" w="lg" len="lg"/>
            </a:ln>
          </p:spPr>
          <p:txBody>
            <a:bodyPr spcFirstLastPara="1" wrap="square" lIns="91400" tIns="45700" rIns="91400" bIns="45700" anchor="ctr" anchorCtr="0">
              <a:noAutofit/>
            </a:bodyPr>
            <a:lstStyle/>
            <a:p>
              <a:pPr algn="ctr">
                <a:buClr>
                  <a:srgbClr val="000000"/>
                </a:buClr>
                <a:buSzPts val="450"/>
              </a:pPr>
              <a:endParaRPr>
                <a:solidFill>
                  <a:schemeClr val="dk1"/>
                </a:solidFill>
                <a:latin typeface="NVIDIA Sans"/>
                <a:ea typeface="NVIDIA Sans"/>
                <a:cs typeface="NVIDIA Sans"/>
                <a:sym typeface="NVIDIA Sans"/>
              </a:endParaRPr>
            </a:p>
          </p:txBody>
        </p:sp>
      </p:grpSp>
      <p:sp>
        <p:nvSpPr>
          <p:cNvPr id="1032" name="Google Shape;1032;p111"/>
          <p:cNvSpPr txBox="1"/>
          <p:nvPr/>
        </p:nvSpPr>
        <p:spPr>
          <a:xfrm>
            <a:off x="5540408" y="8829156"/>
            <a:ext cx="3502800" cy="646290"/>
          </a:xfrm>
          <a:prstGeom prst="rect">
            <a:avLst/>
          </a:prstGeom>
          <a:noFill/>
          <a:ln>
            <a:noFill/>
          </a:ln>
        </p:spPr>
        <p:txBody>
          <a:bodyPr spcFirstLastPara="1" wrap="square" lIns="91400" tIns="45700" rIns="91400" bIns="45700" anchor="t" anchorCtr="0">
            <a:spAutoFit/>
          </a:bodyPr>
          <a:lstStyle/>
          <a:p>
            <a:pPr algn="ctr">
              <a:buClr>
                <a:schemeClr val="lt1"/>
              </a:buClr>
              <a:buSzPts val="900"/>
            </a:pPr>
            <a:r>
              <a:rPr lang="en" sz="3600">
                <a:solidFill>
                  <a:schemeClr val="lt1"/>
                </a:solidFill>
                <a:latin typeface="NVIDIA Sans Medium"/>
                <a:ea typeface="NVIDIA Sans Medium"/>
                <a:cs typeface="NVIDIA Sans Medium"/>
                <a:sym typeface="NVIDIA Sans Medium"/>
              </a:rPr>
              <a:t>GENERATE</a:t>
            </a:r>
            <a:endParaRPr sz="3600">
              <a:solidFill>
                <a:schemeClr val="lt1"/>
              </a:solidFill>
              <a:latin typeface="NVIDIA Sans Medium"/>
              <a:ea typeface="NVIDIA Sans Medium"/>
              <a:cs typeface="NVIDIA Sans Medium"/>
              <a:sym typeface="NVIDIA Sans Medium"/>
            </a:endParaRPr>
          </a:p>
        </p:txBody>
      </p:sp>
      <p:pic>
        <p:nvPicPr>
          <p:cNvPr id="1033" name="Google Shape;1033;p111"/>
          <p:cNvPicPr preferRelativeResize="0"/>
          <p:nvPr/>
        </p:nvPicPr>
        <p:blipFill rotWithShape="1">
          <a:blip r:embed="rId11">
            <a:alphaModFix/>
          </a:blip>
          <a:srcRect/>
          <a:stretch/>
        </p:blipFill>
        <p:spPr>
          <a:xfrm>
            <a:off x="8225350" y="5089774"/>
            <a:ext cx="2694708" cy="2694708"/>
          </a:xfrm>
          <a:prstGeom prst="rect">
            <a:avLst/>
          </a:prstGeom>
          <a:noFill/>
          <a:ln>
            <a:noFill/>
          </a:ln>
        </p:spPr>
      </p:pic>
      <p:sp>
        <p:nvSpPr>
          <p:cNvPr id="1034" name="Google Shape;1034;p111"/>
          <p:cNvSpPr txBox="1"/>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pPr algn="ctr">
              <a:lnSpc>
                <a:spcPct val="90000"/>
              </a:lnSpc>
              <a:buClr>
                <a:schemeClr val="lt1"/>
              </a:buClr>
              <a:buSzPts val="1800"/>
            </a:pPr>
            <a:r>
              <a:rPr lang="en" sz="7200" b="1">
                <a:solidFill>
                  <a:schemeClr val="lt1"/>
                </a:solidFill>
                <a:latin typeface="NVIDIA Sans"/>
                <a:ea typeface="NVIDIA Sans"/>
                <a:cs typeface="NVIDIA Sans"/>
                <a:sym typeface="NVIDIA Sans"/>
              </a:rPr>
              <a:t>NVIDIA NeMo Manages and Accelerates the AI Agent Lifecycle</a:t>
            </a:r>
            <a:endParaRPr sz="7200"/>
          </a:p>
        </p:txBody>
      </p:sp>
      <p:sp>
        <p:nvSpPr>
          <p:cNvPr id="1035" name="Google Shape;1035;p111"/>
          <p:cNvSpPr txBox="1">
            <a:spLocks noGrp="1"/>
          </p:cNvSpPr>
          <p:nvPr>
            <p:ph type="body" idx="1"/>
          </p:nvPr>
        </p:nvSpPr>
        <p:spPr>
          <a:xfrm>
            <a:off x="2514600" y="2487200"/>
            <a:ext cx="31546800" cy="1557600"/>
          </a:xfrm>
          <a:prstGeom prst="rect">
            <a:avLst/>
          </a:prstGeom>
          <a:noFill/>
          <a:ln>
            <a:noFill/>
          </a:ln>
        </p:spPr>
        <p:txBody>
          <a:bodyPr spcFirstLastPara="1" wrap="square" lIns="365700" tIns="182800" rIns="365700" bIns="182800" anchor="t" anchorCtr="0">
            <a:noAutofit/>
          </a:bodyPr>
          <a:lstStyle/>
          <a:p>
            <a:pPr marL="0" indent="0" algn="ctr">
              <a:lnSpc>
                <a:spcPct val="100000"/>
              </a:lnSpc>
              <a:spcBef>
                <a:spcPts val="0"/>
              </a:spcBef>
              <a:buSzPts val="1200"/>
              <a:buNone/>
            </a:pPr>
            <a:r>
              <a:rPr lang="en">
                <a:solidFill>
                  <a:schemeClr val="dk2"/>
                </a:solidFill>
                <a:latin typeface="NVIDIA Sans"/>
                <a:ea typeface="NVIDIA Sans"/>
                <a:cs typeface="NVIDIA Sans"/>
                <a:sym typeface="NVIDIA Sans"/>
              </a:rPr>
              <a:t>Data Designer and Safe Synthesizer provide data for </a:t>
            </a:r>
            <a:endParaRPr/>
          </a:p>
          <a:p>
            <a:pPr marL="0" indent="0" algn="ctr">
              <a:lnSpc>
                <a:spcPct val="100000"/>
              </a:lnSpc>
              <a:spcBef>
                <a:spcPts val="0"/>
              </a:spcBef>
              <a:buSzPts val="1200"/>
              <a:buNone/>
            </a:pPr>
            <a:r>
              <a:rPr lang="en">
                <a:solidFill>
                  <a:schemeClr val="dk2"/>
                </a:solidFill>
                <a:latin typeface="NVIDIA Sans"/>
                <a:ea typeface="NVIDIA Sans"/>
                <a:cs typeface="NVIDIA Sans"/>
                <a:sym typeface="NVIDIA Sans"/>
              </a:rPr>
              <a:t>training, fine-tuning, and evaluating models</a:t>
            </a:r>
            <a:endParaRPr>
              <a:solidFill>
                <a:schemeClr val="dk2"/>
              </a:solidFill>
              <a:latin typeface="NVIDIA Sans"/>
              <a:ea typeface="NVIDIA Sans"/>
              <a:cs typeface="NVIDIA Sans"/>
              <a:sym typeface="NVIDIA Sans"/>
            </a:endParaRPr>
          </a:p>
          <a:p>
            <a:pPr marL="0" indent="0" algn="ctr">
              <a:lnSpc>
                <a:spcPct val="100000"/>
              </a:lnSpc>
              <a:spcBef>
                <a:spcPts val="0"/>
              </a:spcBef>
              <a:buSzPts val="1200"/>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8"/>
        <p:cNvGrpSpPr/>
        <p:nvPr/>
      </p:nvGrpSpPr>
      <p:grpSpPr>
        <a:xfrm>
          <a:off x="0" y="0"/>
          <a:ext cx="0" cy="0"/>
          <a:chOff x="0" y="0"/>
          <a:chExt cx="0" cy="0"/>
        </a:xfrm>
      </p:grpSpPr>
      <p:sp>
        <p:nvSpPr>
          <p:cNvPr id="1129" name="Google Shape;1129;p119"/>
          <p:cNvSpPr txBox="1"/>
          <p:nvPr/>
        </p:nvSpPr>
        <p:spPr>
          <a:xfrm>
            <a:off x="20151436" y="7304900"/>
            <a:ext cx="11108400" cy="991200"/>
          </a:xfrm>
          <a:prstGeom prst="rect">
            <a:avLst/>
          </a:prstGeom>
          <a:noFill/>
          <a:ln>
            <a:noFill/>
          </a:ln>
        </p:spPr>
        <p:txBody>
          <a:bodyPr spcFirstLastPara="1" wrap="square" lIns="0" tIns="0" rIns="0" bIns="365700" anchor="t" anchorCtr="0">
            <a:noAutofit/>
          </a:bodyPr>
          <a:lstStyle/>
          <a:p>
            <a:pPr marL="685800" indent="-685800">
              <a:lnSpc>
                <a:spcPct val="115000"/>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Generate data from scratch</a:t>
            </a:r>
            <a:endParaRPr sz="4000">
              <a:solidFill>
                <a:schemeClr val="lt1"/>
              </a:solidFill>
              <a:latin typeface="NVIDIA Sans Light"/>
              <a:ea typeface="NVIDIA Sans Light"/>
              <a:cs typeface="NVIDIA Sans Light"/>
              <a:sym typeface="NVIDIA Sans Light"/>
            </a:endParaRPr>
          </a:p>
          <a:p>
            <a:pPr marL="685800" indent="-685800">
              <a:lnSpc>
                <a:spcPct val="115000"/>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Extrapolate beyond seed data (if any)</a:t>
            </a:r>
            <a:endParaRPr sz="4000">
              <a:solidFill>
                <a:schemeClr val="lt1"/>
              </a:solidFill>
              <a:latin typeface="NVIDIA Sans Light"/>
              <a:ea typeface="NVIDIA Sans Light"/>
              <a:cs typeface="NVIDIA Sans Light"/>
              <a:sym typeface="NVIDIA Sans Light"/>
            </a:endParaRPr>
          </a:p>
          <a:p>
            <a:pPr marL="685800" indent="-685800">
              <a:lnSpc>
                <a:spcPct val="115000"/>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Used for when the data doesn’t cover all your cases</a:t>
            </a:r>
            <a:endParaRPr sz="4000">
              <a:solidFill>
                <a:schemeClr val="lt1"/>
              </a:solidFill>
              <a:latin typeface="NVIDIA Sans Medium"/>
              <a:ea typeface="NVIDIA Sans Medium"/>
              <a:cs typeface="NVIDIA Sans Medium"/>
              <a:sym typeface="NVIDIA Sans Medium"/>
            </a:endParaRPr>
          </a:p>
        </p:txBody>
      </p:sp>
      <p:sp>
        <p:nvSpPr>
          <p:cNvPr id="1130" name="Google Shape;1130;p119"/>
          <p:cNvSpPr/>
          <p:nvPr/>
        </p:nvSpPr>
        <p:spPr>
          <a:xfrm>
            <a:off x="20151436" y="6059900"/>
            <a:ext cx="5486400" cy="991200"/>
          </a:xfrm>
          <a:prstGeom prst="roundRect">
            <a:avLst>
              <a:gd name="adj" fmla="val 27492"/>
            </a:avLst>
          </a:prstGeom>
          <a:solidFill>
            <a:schemeClr val="dk2"/>
          </a:solidFill>
          <a:ln>
            <a:noFill/>
          </a:ln>
        </p:spPr>
        <p:txBody>
          <a:bodyPr spcFirstLastPara="1" wrap="square" lIns="365700" tIns="365700" rIns="365700" bIns="365700" anchor="ctr" anchorCtr="0">
            <a:noAutofit/>
          </a:bodyPr>
          <a:lstStyle/>
          <a:p>
            <a:pPr algn="ctr">
              <a:buClr>
                <a:srgbClr val="000000"/>
              </a:buClr>
              <a:buSzPts val="900"/>
            </a:pPr>
            <a:r>
              <a:rPr lang="en" sz="3600">
                <a:solidFill>
                  <a:schemeClr val="dk1"/>
                </a:solidFill>
                <a:latin typeface="NVIDIA Sans"/>
                <a:ea typeface="NVIDIA Sans"/>
                <a:cs typeface="NVIDIA Sans"/>
                <a:sym typeface="NVIDIA Sans"/>
              </a:rPr>
              <a:t>Data Designer</a:t>
            </a:r>
            <a:endParaRPr sz="3600">
              <a:solidFill>
                <a:schemeClr val="dk1"/>
              </a:solidFill>
              <a:latin typeface="NVIDIA Sans"/>
              <a:ea typeface="NVIDIA Sans"/>
              <a:cs typeface="NVIDIA Sans"/>
              <a:sym typeface="NVIDIA Sans"/>
            </a:endParaRPr>
          </a:p>
        </p:txBody>
      </p:sp>
      <p:sp>
        <p:nvSpPr>
          <p:cNvPr id="1131" name="Google Shape;1131;p119"/>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r>
              <a:rPr lang="en"/>
              <a:t>What’s blocking your AI projects?</a:t>
            </a:r>
            <a:endParaRPr/>
          </a:p>
        </p:txBody>
      </p:sp>
      <p:sp>
        <p:nvSpPr>
          <p:cNvPr id="1132" name="Google Shape;1132;p119"/>
          <p:cNvSpPr txBox="1">
            <a:spLocks noGrp="1"/>
          </p:cNvSpPr>
          <p:nvPr>
            <p:ph type="body" idx="1"/>
          </p:nvPr>
        </p:nvSpPr>
        <p:spPr>
          <a:xfrm>
            <a:off x="19856508" y="3791952"/>
            <a:ext cx="6811800" cy="991200"/>
          </a:xfrm>
          <a:prstGeom prst="rect">
            <a:avLst/>
          </a:prstGeom>
          <a:noFill/>
          <a:ln>
            <a:noFill/>
          </a:ln>
        </p:spPr>
        <p:txBody>
          <a:bodyPr spcFirstLastPara="1" wrap="square" lIns="365700" tIns="365700" rIns="365700" bIns="365700" anchor="ctr" anchorCtr="0">
            <a:noAutofit/>
          </a:bodyPr>
          <a:lstStyle/>
          <a:p>
            <a:pPr algn="l">
              <a:buClr>
                <a:srgbClr val="000000"/>
              </a:buClr>
            </a:pPr>
            <a:r>
              <a:rPr lang="en">
                <a:solidFill>
                  <a:srgbClr val="000000"/>
                </a:solidFill>
                <a:latin typeface="NVIDIA Sans Medium"/>
                <a:ea typeface="NVIDIA Sans Medium"/>
                <a:cs typeface="NVIDIA Sans Medium"/>
                <a:sym typeface="NVIDIA Sans Medium"/>
              </a:rPr>
              <a:t>Solution</a:t>
            </a:r>
            <a:endParaRPr>
              <a:latin typeface="NVIDIA Sans Medium"/>
              <a:ea typeface="NVIDIA Sans Medium"/>
              <a:cs typeface="NVIDIA Sans Medium"/>
              <a:sym typeface="NVIDIA Sans Medium"/>
            </a:endParaRPr>
          </a:p>
        </p:txBody>
      </p:sp>
      <p:sp>
        <p:nvSpPr>
          <p:cNvPr id="1133" name="Google Shape;1133;p119"/>
          <p:cNvSpPr/>
          <p:nvPr/>
        </p:nvSpPr>
        <p:spPr>
          <a:xfrm>
            <a:off x="2066500" y="5267652"/>
            <a:ext cx="32683200" cy="5803224"/>
          </a:xfrm>
          <a:prstGeom prst="roundRect">
            <a:avLst>
              <a:gd name="adj" fmla="val 12358"/>
            </a:avLst>
          </a:prstGeom>
          <a:noFill/>
          <a:ln w="12700" cap="flat" cmpd="sng">
            <a:solidFill>
              <a:schemeClr val="dk2"/>
            </a:solidFill>
            <a:prstDash val="solid"/>
            <a:round/>
            <a:headEnd type="none" w="sm" len="sm"/>
            <a:tailEnd type="none" w="sm" len="sm"/>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NVIDIA Sans"/>
              <a:ea typeface="NVIDIA Sans"/>
              <a:cs typeface="NVIDIA Sans"/>
              <a:sym typeface="NVIDIA Sans"/>
            </a:endParaRPr>
          </a:p>
        </p:txBody>
      </p:sp>
      <p:sp>
        <p:nvSpPr>
          <p:cNvPr id="1134" name="Google Shape;1134;p119"/>
          <p:cNvSpPr txBox="1"/>
          <p:nvPr/>
        </p:nvSpPr>
        <p:spPr>
          <a:xfrm>
            <a:off x="6687224" y="6575998"/>
            <a:ext cx="10641872" cy="1262676"/>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1000"/>
            </a:pPr>
            <a:r>
              <a:rPr lang="en" sz="4000">
                <a:solidFill>
                  <a:schemeClr val="lt1"/>
                </a:solidFill>
                <a:latin typeface="NVIDIA Sans Medium"/>
                <a:ea typeface="NVIDIA Sans Medium"/>
                <a:cs typeface="NVIDIA Sans Medium"/>
                <a:sym typeface="NVIDIA Sans Medium"/>
              </a:rPr>
              <a:t>Data Scarcity</a:t>
            </a:r>
            <a:endParaRPr sz="4000">
              <a:solidFill>
                <a:schemeClr val="lt1"/>
              </a:solidFill>
              <a:latin typeface="NVIDIA Sans Medium"/>
              <a:ea typeface="NVIDIA Sans Medium"/>
              <a:cs typeface="NVIDIA Sans Medium"/>
              <a:sym typeface="NVIDIA Sans Medium"/>
            </a:endParaRPr>
          </a:p>
          <a:p>
            <a:pPr>
              <a:lnSpc>
                <a:spcPct val="115000"/>
              </a:lnSpc>
            </a:pPr>
            <a:r>
              <a:rPr lang="en" sz="4000">
                <a:solidFill>
                  <a:schemeClr val="lt1"/>
                </a:solidFill>
                <a:latin typeface="NVIDIA Sans Light"/>
                <a:ea typeface="NVIDIA Sans Light"/>
                <a:cs typeface="NVIDIA Sans Light"/>
                <a:sym typeface="NVIDIA Sans Light"/>
              </a:rPr>
              <a:t>Don’t have any starting data.</a:t>
            </a:r>
            <a:endParaRPr sz="4000">
              <a:solidFill>
                <a:schemeClr val="lt1"/>
              </a:solidFill>
              <a:latin typeface="NVIDIA Sans Light"/>
              <a:ea typeface="NVIDIA Sans Light"/>
              <a:cs typeface="NVIDIA Sans Light"/>
              <a:sym typeface="NVIDIA Sans Light"/>
            </a:endParaRPr>
          </a:p>
        </p:txBody>
      </p:sp>
      <p:sp>
        <p:nvSpPr>
          <p:cNvPr id="1135" name="Google Shape;1135;p119"/>
          <p:cNvSpPr txBox="1"/>
          <p:nvPr/>
        </p:nvSpPr>
        <p:spPr>
          <a:xfrm>
            <a:off x="20151438" y="13554968"/>
            <a:ext cx="13932548" cy="1049320"/>
          </a:xfrm>
          <a:prstGeom prst="rect">
            <a:avLst/>
          </a:prstGeom>
          <a:noFill/>
          <a:ln>
            <a:noFill/>
          </a:ln>
        </p:spPr>
        <p:txBody>
          <a:bodyPr spcFirstLastPara="1" wrap="square" lIns="0" tIns="0" rIns="0" bIns="365700" anchor="t" anchorCtr="0">
            <a:noAutofit/>
          </a:bodyPr>
          <a:lstStyle/>
          <a:p>
            <a:pPr marL="685800" indent="-685800">
              <a:lnSpc>
                <a:spcPct val="114999"/>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Generate a safe version of data with privacy guarantees</a:t>
            </a:r>
            <a:endParaRPr sz="5600">
              <a:solidFill>
                <a:srgbClr val="000000"/>
              </a:solidFill>
              <a:latin typeface="Arial"/>
              <a:ea typeface="Arial"/>
              <a:cs typeface="Arial"/>
              <a:sym typeface="Arial"/>
            </a:endParaRPr>
          </a:p>
          <a:p>
            <a:pPr marL="685800" indent="-685800">
              <a:lnSpc>
                <a:spcPct val="114999"/>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Interpolate within seed data</a:t>
            </a:r>
            <a:endParaRPr sz="5600">
              <a:solidFill>
                <a:srgbClr val="000000"/>
              </a:solidFill>
              <a:latin typeface="Arial"/>
              <a:ea typeface="Arial"/>
              <a:cs typeface="Arial"/>
              <a:sym typeface="Arial"/>
            </a:endParaRPr>
          </a:p>
          <a:p>
            <a:pPr marL="685800" indent="-685800">
              <a:lnSpc>
                <a:spcPct val="114999"/>
              </a:lnSpc>
              <a:buClr>
                <a:srgbClr val="000000"/>
              </a:buClr>
              <a:buSzPts val="1000"/>
              <a:buFont typeface="Arial"/>
              <a:buChar char="•"/>
            </a:pPr>
            <a:r>
              <a:rPr lang="en" sz="4000">
                <a:solidFill>
                  <a:schemeClr val="lt1"/>
                </a:solidFill>
                <a:latin typeface="NVIDIA Sans Light"/>
                <a:ea typeface="NVIDIA Sans Light"/>
                <a:cs typeface="NVIDIA Sans Light"/>
                <a:sym typeface="NVIDIA Sans Light"/>
              </a:rPr>
              <a:t>Used for when you have the data you need, you just can't use it due to privacy reasons</a:t>
            </a:r>
            <a:endParaRPr sz="5600">
              <a:solidFill>
                <a:srgbClr val="000000"/>
              </a:solidFill>
              <a:latin typeface="Arial"/>
              <a:ea typeface="Arial"/>
              <a:cs typeface="Arial"/>
              <a:sym typeface="Arial"/>
            </a:endParaRPr>
          </a:p>
        </p:txBody>
      </p:sp>
      <p:sp>
        <p:nvSpPr>
          <p:cNvPr id="1136" name="Google Shape;1136;p119"/>
          <p:cNvSpPr/>
          <p:nvPr/>
        </p:nvSpPr>
        <p:spPr>
          <a:xfrm>
            <a:off x="20151436" y="12426204"/>
            <a:ext cx="5486400" cy="991200"/>
          </a:xfrm>
          <a:prstGeom prst="roundRect">
            <a:avLst>
              <a:gd name="adj" fmla="val 27492"/>
            </a:avLst>
          </a:prstGeom>
          <a:solidFill>
            <a:schemeClr val="accent5"/>
          </a:solidFill>
          <a:ln>
            <a:noFill/>
          </a:ln>
        </p:spPr>
        <p:txBody>
          <a:bodyPr spcFirstLastPara="1" wrap="square" lIns="365700" tIns="365700" rIns="365700" bIns="365700" anchor="ctr" anchorCtr="0">
            <a:noAutofit/>
          </a:bodyPr>
          <a:lstStyle/>
          <a:p>
            <a:pPr algn="ctr">
              <a:buClr>
                <a:srgbClr val="000000"/>
              </a:buClr>
              <a:buSzPts val="900"/>
            </a:pPr>
            <a:r>
              <a:rPr lang="en" sz="3600">
                <a:solidFill>
                  <a:schemeClr val="dk1"/>
                </a:solidFill>
                <a:latin typeface="NVIDIA Sans"/>
                <a:ea typeface="NVIDIA Sans"/>
                <a:cs typeface="NVIDIA Sans"/>
                <a:sym typeface="NVIDIA Sans"/>
              </a:rPr>
              <a:t>Safe Synthesizer</a:t>
            </a:r>
            <a:endParaRPr sz="3600">
              <a:solidFill>
                <a:schemeClr val="lt1"/>
              </a:solidFill>
              <a:latin typeface="NVIDIA Sans"/>
              <a:ea typeface="NVIDIA Sans"/>
              <a:cs typeface="NVIDIA Sans"/>
              <a:sym typeface="NVIDIA Sans"/>
            </a:endParaRPr>
          </a:p>
        </p:txBody>
      </p:sp>
      <p:sp>
        <p:nvSpPr>
          <p:cNvPr id="1137" name="Google Shape;1137;p119"/>
          <p:cNvSpPr/>
          <p:nvPr/>
        </p:nvSpPr>
        <p:spPr>
          <a:xfrm>
            <a:off x="2066500" y="11648752"/>
            <a:ext cx="32683200" cy="5803224"/>
          </a:xfrm>
          <a:prstGeom prst="roundRect">
            <a:avLst>
              <a:gd name="adj" fmla="val 12358"/>
            </a:avLst>
          </a:prstGeom>
          <a:noFill/>
          <a:ln w="12700" cap="flat" cmpd="sng">
            <a:solidFill>
              <a:schemeClr val="dk2"/>
            </a:solidFill>
            <a:prstDash val="solid"/>
            <a:round/>
            <a:headEnd type="none" w="sm" len="sm"/>
            <a:tailEnd type="none" w="sm" len="sm"/>
          </a:ln>
        </p:spPr>
        <p:txBody>
          <a:bodyPr spcFirstLastPara="1" wrap="square" lIns="365700" tIns="365700" rIns="365700" bIns="365700" anchor="ctr" anchorCtr="0">
            <a:noAutofit/>
          </a:bodyPr>
          <a:lstStyle/>
          <a:p>
            <a:pPr algn="ctr">
              <a:buClr>
                <a:srgbClr val="000000"/>
              </a:buClr>
              <a:buSzPts val="1400"/>
            </a:pPr>
            <a:endParaRPr sz="5600">
              <a:solidFill>
                <a:srgbClr val="000000"/>
              </a:solidFill>
              <a:latin typeface="NVIDIA Sans"/>
              <a:ea typeface="NVIDIA Sans"/>
              <a:cs typeface="NVIDIA Sans"/>
              <a:sym typeface="NVIDIA Sans"/>
            </a:endParaRPr>
          </a:p>
        </p:txBody>
      </p:sp>
      <p:sp>
        <p:nvSpPr>
          <p:cNvPr id="1138" name="Google Shape;1138;p119"/>
          <p:cNvSpPr txBox="1"/>
          <p:nvPr/>
        </p:nvSpPr>
        <p:spPr>
          <a:xfrm>
            <a:off x="6704542" y="12690404"/>
            <a:ext cx="9299732" cy="1522448"/>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1000"/>
            </a:pPr>
            <a:r>
              <a:rPr lang="en" sz="4000">
                <a:solidFill>
                  <a:schemeClr val="lt1"/>
                </a:solidFill>
                <a:latin typeface="NVIDIA Sans Medium"/>
                <a:ea typeface="NVIDIA Sans Medium"/>
                <a:cs typeface="NVIDIA Sans Medium"/>
                <a:sym typeface="NVIDIA Sans Medium"/>
              </a:rPr>
              <a:t>Data Privacy</a:t>
            </a:r>
            <a:endParaRPr sz="4000">
              <a:solidFill>
                <a:schemeClr val="lt1"/>
              </a:solidFill>
              <a:latin typeface="NVIDIA Sans Medium"/>
              <a:ea typeface="NVIDIA Sans Medium"/>
              <a:cs typeface="NVIDIA Sans Medium"/>
              <a:sym typeface="NVIDIA Sans Medium"/>
            </a:endParaRPr>
          </a:p>
          <a:p>
            <a:pPr>
              <a:lnSpc>
                <a:spcPct val="115000"/>
              </a:lnSpc>
              <a:buClr>
                <a:srgbClr val="000000"/>
              </a:buClr>
              <a:buSzPts val="1000"/>
            </a:pPr>
            <a:r>
              <a:rPr lang="en" sz="4000">
                <a:solidFill>
                  <a:schemeClr val="lt1"/>
                </a:solidFill>
                <a:latin typeface="NVIDIA Sans Light"/>
                <a:ea typeface="NVIDIA Sans Light"/>
                <a:cs typeface="NVIDIA Sans Light"/>
                <a:sym typeface="NVIDIA Sans Light"/>
              </a:rPr>
              <a:t>Have the data, but it’s sensitive.</a:t>
            </a:r>
            <a:endParaRPr sz="4000">
              <a:solidFill>
                <a:schemeClr val="lt1"/>
              </a:solidFill>
              <a:latin typeface="NVIDIA Sans Light"/>
              <a:ea typeface="NVIDIA Sans Light"/>
              <a:cs typeface="NVIDIA Sans Light"/>
              <a:sym typeface="NVIDIA Sans Light"/>
            </a:endParaRPr>
          </a:p>
          <a:p>
            <a:pPr>
              <a:lnSpc>
                <a:spcPct val="115000"/>
              </a:lnSpc>
              <a:buClr>
                <a:srgbClr val="000000"/>
              </a:buClr>
              <a:buSzPts val="800"/>
            </a:pPr>
            <a:endParaRPr sz="3200">
              <a:solidFill>
                <a:schemeClr val="lt1"/>
              </a:solidFill>
              <a:latin typeface="NVIDIA Sans Light"/>
              <a:ea typeface="NVIDIA Sans Light"/>
              <a:cs typeface="NVIDIA Sans Light"/>
              <a:sym typeface="NVIDIA Sans Light"/>
            </a:endParaRPr>
          </a:p>
        </p:txBody>
      </p:sp>
      <p:cxnSp>
        <p:nvCxnSpPr>
          <p:cNvPr id="1139" name="Google Shape;1139;p119"/>
          <p:cNvCxnSpPr/>
          <p:nvPr/>
        </p:nvCxnSpPr>
        <p:spPr>
          <a:xfrm>
            <a:off x="18263236" y="5493274"/>
            <a:ext cx="0" cy="5354124"/>
          </a:xfrm>
          <a:prstGeom prst="straightConnector1">
            <a:avLst/>
          </a:prstGeom>
          <a:noFill/>
          <a:ln w="12700" cap="flat" cmpd="sng">
            <a:solidFill>
              <a:schemeClr val="dk2"/>
            </a:solidFill>
            <a:prstDash val="dash"/>
            <a:round/>
            <a:headEnd type="none" w="sm" len="sm"/>
            <a:tailEnd type="none" w="sm" len="sm"/>
          </a:ln>
        </p:spPr>
      </p:cxnSp>
      <p:cxnSp>
        <p:nvCxnSpPr>
          <p:cNvPr id="1140" name="Google Shape;1140;p119"/>
          <p:cNvCxnSpPr/>
          <p:nvPr/>
        </p:nvCxnSpPr>
        <p:spPr>
          <a:xfrm>
            <a:off x="18263236" y="11866326"/>
            <a:ext cx="0" cy="5293044"/>
          </a:xfrm>
          <a:prstGeom prst="straightConnector1">
            <a:avLst/>
          </a:prstGeom>
          <a:noFill/>
          <a:ln w="12700" cap="flat" cmpd="sng">
            <a:solidFill>
              <a:schemeClr val="dk2"/>
            </a:solidFill>
            <a:prstDash val="dash"/>
            <a:round/>
            <a:headEnd type="none" w="sm" len="sm"/>
            <a:tailEnd type="none" w="sm" len="sm"/>
          </a:ln>
        </p:spPr>
      </p:cxnSp>
      <p:sp>
        <p:nvSpPr>
          <p:cNvPr id="1141" name="Google Shape;1141;p119"/>
          <p:cNvSpPr txBox="1">
            <a:spLocks noGrp="1"/>
          </p:cNvSpPr>
          <p:nvPr>
            <p:ph type="body" idx="2"/>
          </p:nvPr>
        </p:nvSpPr>
        <p:spPr>
          <a:xfrm>
            <a:off x="4115210" y="3793348"/>
            <a:ext cx="5120676" cy="991200"/>
          </a:xfrm>
          <a:prstGeom prst="rect">
            <a:avLst/>
          </a:prstGeom>
          <a:noFill/>
          <a:ln>
            <a:noFill/>
          </a:ln>
        </p:spPr>
        <p:txBody>
          <a:bodyPr spcFirstLastPara="1" wrap="square" lIns="365700" tIns="365700" rIns="365700" bIns="365700" anchor="ctr" anchorCtr="0">
            <a:noAutofit/>
          </a:bodyPr>
          <a:lstStyle/>
          <a:p>
            <a:pPr>
              <a:buClr>
                <a:schemeClr val="dk2"/>
              </a:buClr>
              <a:buSzPts val="1200"/>
            </a:pPr>
            <a:r>
              <a:rPr lang="en" sz="4800">
                <a:solidFill>
                  <a:schemeClr val="dk2"/>
                </a:solidFill>
                <a:latin typeface="NVIDIA Sans Medium"/>
                <a:ea typeface="NVIDIA Sans Medium"/>
                <a:cs typeface="NVIDIA Sans Medium"/>
                <a:sym typeface="NVIDIA Sans Medium"/>
              </a:rPr>
              <a:t>Challenge</a:t>
            </a:r>
            <a:endParaRPr sz="4800">
              <a:solidFill>
                <a:schemeClr val="dk2"/>
              </a:solidFill>
              <a:latin typeface="NVIDIA Sans Medium"/>
              <a:ea typeface="NVIDIA Sans Medium"/>
              <a:cs typeface="NVIDIA Sans Medium"/>
              <a:sym typeface="NVIDIA Sans Medium"/>
            </a:endParaRPr>
          </a:p>
        </p:txBody>
      </p:sp>
      <p:pic>
        <p:nvPicPr>
          <p:cNvPr id="1142" name="Google Shape;1142;p119" descr="A green outline of a round object with a lock&#10;&#10;AI-generated content may be incorrect."/>
          <p:cNvPicPr preferRelativeResize="0"/>
          <p:nvPr/>
        </p:nvPicPr>
        <p:blipFill rotWithShape="1">
          <a:blip r:embed="rId3">
            <a:alphaModFix/>
          </a:blip>
          <a:srcRect/>
          <a:stretch/>
        </p:blipFill>
        <p:spPr>
          <a:xfrm>
            <a:off x="3990108" y="12318144"/>
            <a:ext cx="2410696" cy="2168240"/>
          </a:xfrm>
          <a:prstGeom prst="rect">
            <a:avLst/>
          </a:prstGeom>
          <a:noFill/>
          <a:ln>
            <a:noFill/>
          </a:ln>
        </p:spPr>
      </p:pic>
      <p:pic>
        <p:nvPicPr>
          <p:cNvPr id="1143" name="Google Shape;1143;p119" descr="A green line in a circle&#10;&#10;AI-generated content may be incorrect."/>
          <p:cNvPicPr preferRelativeResize="0"/>
          <p:nvPr/>
        </p:nvPicPr>
        <p:blipFill rotWithShape="1">
          <a:blip r:embed="rId4">
            <a:alphaModFix/>
          </a:blip>
          <a:srcRect/>
          <a:stretch/>
        </p:blipFill>
        <p:spPr>
          <a:xfrm>
            <a:off x="4145974" y="6068294"/>
            <a:ext cx="2081652" cy="21682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6D133298-3D94-7BEF-8543-43FBFD650805}"/>
              </a:ext>
            </a:extLst>
          </p:cNvPr>
          <p:cNvSpPr>
            <a:spLocks noGrp="1"/>
          </p:cNvSpPr>
          <p:nvPr>
            <p:ph type="subTitle" idx="3"/>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a:lstStyle>
          <a:p>
            <a:br>
              <a:rPr lang="en-US"/>
            </a:br>
            <a:endParaRPr lang="en-US">
              <a:solidFill>
                <a:srgbClr val="000000"/>
              </a:solidFill>
            </a:endParaRPr>
          </a:p>
        </p:txBody>
      </p:sp>
      <p:sp>
        <p:nvSpPr>
          <p:cNvPr id="7" name="Google Shape;7011;p702">
            <a:extLst>
              <a:ext uri="{FF2B5EF4-FFF2-40B4-BE49-F238E27FC236}">
                <a16:creationId xmlns:a16="http://schemas.microsoft.com/office/drawing/2014/main" id="{80B207F7-91ED-FA5D-8FE7-55019BCFD961}"/>
              </a:ext>
            </a:extLst>
          </p:cNvPr>
          <p:cNvSpPr txBox="1"/>
          <p:nvPr/>
        </p:nvSpPr>
        <p:spPr>
          <a:xfrm>
            <a:off x="4729128" y="8081956"/>
            <a:ext cx="10917040" cy="10710503"/>
          </a:xfrm>
          <a:prstGeom prst="rect">
            <a:avLst/>
          </a:prstGeom>
          <a:noFill/>
          <a:ln>
            <a:noFill/>
          </a:ln>
        </p:spPr>
        <p:txBody>
          <a:bodyPr spcFirstLastPara="1" wrap="square" lIns="365700" tIns="365700" rIns="365700" bIns="36570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a:lstStyle>
          <a:p>
            <a:r>
              <a:rPr lang="en-US" sz="3600" b="1">
                <a:solidFill>
                  <a:schemeClr val="lt1"/>
                </a:solidFill>
                <a:latin typeface="NVIDIA Sans"/>
                <a:cs typeface="NVIDIA Sans"/>
              </a:rPr>
              <a:t>High-quality</a:t>
            </a:r>
            <a:endParaRPr lang="en-US" sz="3600">
              <a:solidFill>
                <a:schemeClr val="lt1"/>
              </a:solidFill>
              <a:latin typeface="NVIDIA Sans"/>
              <a:cs typeface="NVIDIA Sans"/>
            </a:endParaRPr>
          </a:p>
          <a:p>
            <a:r>
              <a:rPr lang="en-US" sz="3600">
                <a:solidFill>
                  <a:schemeClr val="lt1"/>
                </a:solidFill>
                <a:latin typeface="NVIDIA Sans"/>
                <a:cs typeface="NVIDIA Sans"/>
              </a:rPr>
              <a:t>Accurate, realistic synthetic datasets built for production-grade AI.</a:t>
            </a:r>
            <a:endParaRPr lang="en-US" sz="3600">
              <a:solidFill>
                <a:schemeClr val="lt1"/>
              </a:solidFill>
              <a:latin typeface="NVIDIA Sans"/>
              <a:ea typeface="NVIDIA Sans"/>
              <a:cs typeface="NVIDIA Sans"/>
            </a:endParaRPr>
          </a:p>
          <a:p>
            <a:pPr>
              <a:buSzPts val="4400"/>
            </a:pPr>
            <a:endParaRPr lang="en-US" sz="3600">
              <a:solidFill>
                <a:schemeClr val="lt1"/>
              </a:solidFill>
              <a:latin typeface="NVIDIA Sans"/>
              <a:ea typeface="Calibri"/>
              <a:cs typeface="Calibri"/>
            </a:endParaRPr>
          </a:p>
          <a:p>
            <a:pPr>
              <a:buSzPts val="4400"/>
            </a:pPr>
            <a:endParaRPr lang="en-US" sz="3600">
              <a:solidFill>
                <a:schemeClr val="lt1"/>
              </a:solidFill>
              <a:latin typeface="NVIDIA Sans"/>
              <a:ea typeface="Calibri"/>
              <a:cs typeface="Calibri"/>
            </a:endParaRPr>
          </a:p>
          <a:p>
            <a:pPr>
              <a:buSzPts val="4400"/>
            </a:pPr>
            <a:r>
              <a:rPr lang="en-US" sz="3600" b="1">
                <a:solidFill>
                  <a:schemeClr val="lt1"/>
                </a:solidFill>
                <a:latin typeface="NVIDIA Sans"/>
                <a:ea typeface="Calibri"/>
                <a:cs typeface="NVIDIA Sans"/>
              </a:rPr>
              <a:t>Customizable</a:t>
            </a:r>
          </a:p>
          <a:p>
            <a:pPr>
              <a:buSzPts val="4400"/>
            </a:pPr>
            <a:r>
              <a:rPr lang="en-US" sz="3600">
                <a:solidFill>
                  <a:schemeClr val="lt1"/>
                </a:solidFill>
                <a:latin typeface="NVIDIA Sans"/>
                <a:ea typeface="Calibri"/>
              </a:rPr>
              <a:t>Easily configurable tool to integrate any LLM such as </a:t>
            </a:r>
            <a:r>
              <a:rPr lang="en-US" sz="3600" b="1" err="1">
                <a:solidFill>
                  <a:schemeClr val="lt1"/>
                </a:solidFill>
                <a:latin typeface="NVIDIA Sans"/>
                <a:ea typeface="Calibri"/>
              </a:rPr>
              <a:t>Nemotron</a:t>
            </a:r>
            <a:r>
              <a:rPr lang="en-US" sz="3600">
                <a:solidFill>
                  <a:schemeClr val="lt1"/>
                </a:solidFill>
                <a:latin typeface="NVIDIA Sans"/>
                <a:ea typeface="Calibri"/>
              </a:rPr>
              <a:t>, GPT-5, etc.</a:t>
            </a:r>
            <a:endParaRPr lang="en-US" sz="3600">
              <a:solidFill>
                <a:schemeClr val="lt1"/>
              </a:solidFill>
              <a:latin typeface="NVIDIA Sans"/>
            </a:endParaRPr>
          </a:p>
          <a:p>
            <a:pPr>
              <a:buSzPts val="4400"/>
            </a:pPr>
            <a:endParaRPr lang="en-US" sz="3600">
              <a:solidFill>
                <a:schemeClr val="lt1"/>
              </a:solidFill>
              <a:latin typeface="NVIDIA Sans"/>
              <a:ea typeface="Calibri"/>
            </a:endParaRPr>
          </a:p>
          <a:p>
            <a:pPr>
              <a:buSzPts val="4400"/>
            </a:pPr>
            <a:endParaRPr lang="en-US" sz="3600">
              <a:solidFill>
                <a:schemeClr val="lt1"/>
              </a:solidFill>
              <a:latin typeface="NVIDIA Sans"/>
              <a:ea typeface="Calibri"/>
              <a:cs typeface="NVIDIA Sans"/>
            </a:endParaRPr>
          </a:p>
          <a:p>
            <a:r>
              <a:rPr lang="en-US" sz="3600" b="1">
                <a:solidFill>
                  <a:schemeClr val="lt1"/>
                </a:solidFill>
                <a:latin typeface="NVIDIA Sans"/>
                <a:ea typeface="Calibri"/>
                <a:cs typeface="NVIDIA Sans"/>
              </a:rPr>
              <a:t>Scalable</a:t>
            </a:r>
          </a:p>
          <a:p>
            <a:r>
              <a:rPr lang="en-US" sz="3600">
                <a:solidFill>
                  <a:schemeClr val="lt1"/>
                </a:solidFill>
                <a:latin typeface="NVIDIA Sans"/>
                <a:ea typeface="Calibri"/>
                <a:cs typeface="NVIDIA Sans"/>
              </a:rPr>
              <a:t>Optimized for high-throughput synthetic data generation at scale.</a:t>
            </a:r>
            <a:endParaRPr lang="en-US" sz="3600">
              <a:solidFill>
                <a:schemeClr val="lt1"/>
              </a:solidFill>
              <a:latin typeface="NVIDIA Sans"/>
            </a:endParaRPr>
          </a:p>
          <a:p>
            <a:endParaRPr lang="en-US" sz="3600">
              <a:solidFill>
                <a:schemeClr val="lt1"/>
              </a:solidFill>
              <a:latin typeface="NVIDIA Sans"/>
              <a:ea typeface="Calibri"/>
              <a:cs typeface="NVIDIA Sans"/>
            </a:endParaRPr>
          </a:p>
          <a:p>
            <a:pPr>
              <a:buSzPts val="4400"/>
            </a:pPr>
            <a:endParaRPr lang="en-US" sz="3600">
              <a:latin typeface="NVIDIA Sans"/>
              <a:ea typeface="Calibri"/>
              <a:cs typeface="Calibri"/>
            </a:endParaRPr>
          </a:p>
          <a:p>
            <a:pPr>
              <a:buSzPts val="4400"/>
            </a:pPr>
            <a:r>
              <a:rPr lang="en-US" sz="3600" b="1">
                <a:latin typeface="NVIDIA Sans"/>
                <a:ea typeface="Calibri"/>
                <a:cs typeface="Calibri"/>
                <a:sym typeface="Calibri"/>
              </a:rPr>
              <a:t>Secure</a:t>
            </a:r>
            <a:endParaRPr lang="en-US" sz="3600">
              <a:latin typeface="NVIDIA Sans"/>
              <a:ea typeface="Calibri"/>
              <a:cs typeface="Calibri"/>
            </a:endParaRPr>
          </a:p>
          <a:p>
            <a:pPr>
              <a:buSzPts val="4400"/>
            </a:pPr>
            <a:r>
              <a:rPr lang="en-US" sz="3600">
                <a:latin typeface="NVIDIA Sans"/>
                <a:ea typeface="Calibri"/>
                <a:cs typeface="Calibri"/>
                <a:sym typeface="Calibri"/>
              </a:rPr>
              <a:t>Avoids sensitive data exposure with safe, synthetic alternatives.</a:t>
            </a:r>
            <a:endParaRPr lang="en-US" sz="3600">
              <a:latin typeface="NVIDIA Sans"/>
              <a:ea typeface="Calibri"/>
              <a:cs typeface="Calibri"/>
            </a:endParaRPr>
          </a:p>
        </p:txBody>
      </p:sp>
      <p:pic>
        <p:nvPicPr>
          <p:cNvPr id="13" name="Picture 12" descr="A green and black logo&#10;&#10;AI-generated content may be incorrect.">
            <a:extLst>
              <a:ext uri="{FF2B5EF4-FFF2-40B4-BE49-F238E27FC236}">
                <a16:creationId xmlns:a16="http://schemas.microsoft.com/office/drawing/2014/main" id="{181F566F-B014-E981-AB4B-4C0279A38B96}"/>
              </a:ext>
            </a:extLst>
          </p:cNvPr>
          <p:cNvPicPr>
            <a:picLocks noChangeAspect="1"/>
          </p:cNvPicPr>
          <p:nvPr/>
        </p:nvPicPr>
        <p:blipFill>
          <a:blip r:embed="rId3"/>
          <a:srcRect l="826" r="725" b="70"/>
          <a:stretch>
            <a:fillRect/>
          </a:stretch>
        </p:blipFill>
        <p:spPr>
          <a:xfrm>
            <a:off x="2639670" y="10894258"/>
            <a:ext cx="2093908" cy="2047652"/>
          </a:xfrm>
          <a:prstGeom prst="rect">
            <a:avLst/>
          </a:prstGeom>
        </p:spPr>
      </p:pic>
      <p:pic>
        <p:nvPicPr>
          <p:cNvPr id="15" name="Picture 14" descr="A green logo with a black background&#10;&#10;AI-generated content may be incorrect.">
            <a:extLst>
              <a:ext uri="{FF2B5EF4-FFF2-40B4-BE49-F238E27FC236}">
                <a16:creationId xmlns:a16="http://schemas.microsoft.com/office/drawing/2014/main" id="{F944F038-D228-F3D9-9525-F2AA4323655B}"/>
              </a:ext>
            </a:extLst>
          </p:cNvPr>
          <p:cNvPicPr>
            <a:picLocks noChangeAspect="1"/>
          </p:cNvPicPr>
          <p:nvPr/>
        </p:nvPicPr>
        <p:blipFill>
          <a:blip r:embed="rId4"/>
          <a:srcRect l="1655" t="242" r="-126" b="-422"/>
          <a:stretch>
            <a:fillRect/>
          </a:stretch>
        </p:blipFill>
        <p:spPr>
          <a:xfrm>
            <a:off x="2623864" y="13539184"/>
            <a:ext cx="2023408" cy="2028952"/>
          </a:xfrm>
          <a:prstGeom prst="rect">
            <a:avLst/>
          </a:prstGeom>
        </p:spPr>
      </p:pic>
      <p:pic>
        <p:nvPicPr>
          <p:cNvPr id="17" name="Picture 16" descr="A green star in a circle&#10;&#10;AI-generated content may be incorrect.">
            <a:extLst>
              <a:ext uri="{FF2B5EF4-FFF2-40B4-BE49-F238E27FC236}">
                <a16:creationId xmlns:a16="http://schemas.microsoft.com/office/drawing/2014/main" id="{9EFD77D7-9FE8-A447-E3BC-980C5BB861D1}"/>
              </a:ext>
            </a:extLst>
          </p:cNvPr>
          <p:cNvPicPr>
            <a:picLocks noChangeAspect="1"/>
          </p:cNvPicPr>
          <p:nvPr/>
        </p:nvPicPr>
        <p:blipFill>
          <a:blip r:embed="rId5"/>
          <a:srcRect l="2718" r="-203" b="-508"/>
          <a:stretch>
            <a:fillRect/>
          </a:stretch>
        </p:blipFill>
        <p:spPr>
          <a:xfrm>
            <a:off x="2666312" y="8445170"/>
            <a:ext cx="2041224" cy="1977452"/>
          </a:xfrm>
          <a:prstGeom prst="rect">
            <a:avLst/>
          </a:prstGeom>
        </p:spPr>
      </p:pic>
      <p:pic>
        <p:nvPicPr>
          <p:cNvPr id="19" name="Picture 18" descr="A green outline of a round object with a lock&#10;&#10;AI-generated content may be incorrect.">
            <a:extLst>
              <a:ext uri="{FF2B5EF4-FFF2-40B4-BE49-F238E27FC236}">
                <a16:creationId xmlns:a16="http://schemas.microsoft.com/office/drawing/2014/main" id="{92425CCA-874B-DF23-57A3-908F0F216C3C}"/>
              </a:ext>
            </a:extLst>
          </p:cNvPr>
          <p:cNvPicPr>
            <a:picLocks noChangeAspect="1"/>
          </p:cNvPicPr>
          <p:nvPr/>
        </p:nvPicPr>
        <p:blipFill>
          <a:blip r:embed="rId6"/>
          <a:srcRect l="8235" t="173" r="7144" b="770"/>
          <a:stretch>
            <a:fillRect/>
          </a:stretch>
        </p:blipFill>
        <p:spPr>
          <a:xfrm>
            <a:off x="2615792" y="16294236"/>
            <a:ext cx="2036912" cy="2007648"/>
          </a:xfrm>
          <a:prstGeom prst="rect">
            <a:avLst/>
          </a:prstGeom>
        </p:spPr>
      </p:pic>
      <p:sp>
        <p:nvSpPr>
          <p:cNvPr id="21" name="Text Placeholder 43">
            <a:extLst>
              <a:ext uri="{FF2B5EF4-FFF2-40B4-BE49-F238E27FC236}">
                <a16:creationId xmlns:a16="http://schemas.microsoft.com/office/drawing/2014/main" id="{8962B0C7-952C-4E5E-134F-47BC0B945030}"/>
              </a:ext>
            </a:extLst>
          </p:cNvPr>
          <p:cNvSpPr txBox="1">
            <a:spLocks/>
          </p:cNvSpPr>
          <p:nvPr/>
        </p:nvSpPr>
        <p:spPr>
          <a:xfrm>
            <a:off x="2533054" y="4876100"/>
            <a:ext cx="15042132" cy="2738728"/>
          </a:xfrm>
          <a:prstGeom prst="rect">
            <a:avLst/>
          </a:prstGeom>
        </p:spPr>
        <p:txBody>
          <a:bodyPr lIns="274320" tIns="137160" rIns="274320" bIns="13716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5600" b="0" i="0" u="none" strike="noStrike" cap="none">
                <a:solidFill>
                  <a:srgbClr val="000000"/>
                </a:solidFill>
                <a:latin typeface="Arial"/>
                <a:ea typeface="Arial"/>
                <a:cs typeface="Arial"/>
                <a:sym typeface="Arial"/>
              </a:defRPr>
            </a:lvl9pPr>
          </a:lstStyle>
          <a:p>
            <a:br>
              <a:rPr lang="en-US" sz="4000" b="1">
                <a:latin typeface="NVIDIA Sans"/>
                <a:cs typeface="NVIDIA Sans"/>
              </a:rPr>
            </a:br>
            <a:r>
              <a:rPr lang="en" sz="3600">
                <a:solidFill>
                  <a:schemeClr val="lt1"/>
                </a:solidFill>
                <a:latin typeface="NVIDIA Sans"/>
                <a:cs typeface="NVIDIA Sans"/>
              </a:rPr>
              <a:t>Purpose-built for AI developers to design high-quality, domain-specific synthetic data at scale.</a:t>
            </a:r>
          </a:p>
        </p:txBody>
      </p:sp>
      <p:pic>
        <p:nvPicPr>
          <p:cNvPr id="3" name="Picture 2">
            <a:extLst>
              <a:ext uri="{FF2B5EF4-FFF2-40B4-BE49-F238E27FC236}">
                <a16:creationId xmlns:a16="http://schemas.microsoft.com/office/drawing/2014/main" id="{A2FAA5FC-8222-6981-8BA4-F1B017F86209}"/>
              </a:ext>
            </a:extLst>
          </p:cNvPr>
          <p:cNvPicPr>
            <a:picLocks noChangeAspect="1"/>
          </p:cNvPicPr>
          <p:nvPr/>
        </p:nvPicPr>
        <p:blipFill>
          <a:blip r:embed="rId7"/>
          <a:stretch>
            <a:fillRect/>
          </a:stretch>
        </p:blipFill>
        <p:spPr>
          <a:xfrm>
            <a:off x="22048180" y="5690090"/>
            <a:ext cx="11236568" cy="12476284"/>
          </a:xfrm>
          <a:prstGeom prst="rect">
            <a:avLst/>
          </a:prstGeom>
          <a:ln>
            <a:noFill/>
          </a:ln>
        </p:spPr>
      </p:pic>
      <p:sp>
        <p:nvSpPr>
          <p:cNvPr id="4" name="Google Shape;1047;p113">
            <a:extLst>
              <a:ext uri="{FF2B5EF4-FFF2-40B4-BE49-F238E27FC236}">
                <a16:creationId xmlns:a16="http://schemas.microsoft.com/office/drawing/2014/main" id="{7D5AF253-ECAB-D8B2-2A34-1F9073601E77}"/>
              </a:ext>
            </a:extLst>
          </p:cNvPr>
          <p:cNvSpPr txBox="1">
            <a:spLocks/>
          </p:cNvSpPr>
          <p:nvPr/>
        </p:nvSpPr>
        <p:spPr>
          <a:xfrm>
            <a:off x="3270312" y="-107572"/>
            <a:ext cx="31546800" cy="2515200"/>
          </a:xfrm>
          <a:prstGeom prst="rect">
            <a:avLst/>
          </a:prstGeom>
          <a:noFill/>
          <a:ln>
            <a:noFill/>
          </a:ln>
        </p:spPr>
        <p:txBody>
          <a:bodyPr spcFirstLastPara="1" wrap="square" lIns="91400" tIns="45700" rIns="91400" bIns="45700" anchor="b" anchorCtr="0">
            <a:norm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chemeClr val="lt1"/>
              </a:buClr>
              <a:buSzPts val="1800"/>
              <a:buFont typeface="NVIDIA Sans"/>
              <a:buNone/>
              <a:defRPr sz="1800" b="1" i="0" u="none" strike="noStrike" cap="none">
                <a:solidFill>
                  <a:schemeClr val="lt1"/>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800"/>
              <a:buFont typeface="NVIDIA Sans"/>
              <a:buNone/>
              <a:defRPr sz="1800" b="1" i="0" u="none" strike="noStrike" cap="none">
                <a:solidFill>
                  <a:srgbClr val="000000"/>
                </a:solidFill>
                <a:latin typeface="NVIDIA Sans"/>
                <a:ea typeface="NVIDIA Sans"/>
                <a:cs typeface="NVIDIA Sans"/>
                <a:sym typeface="NVIDIA Sans"/>
              </a:defRPr>
            </a:lvl9pPr>
          </a:lstStyle>
          <a:p>
            <a:r>
              <a:rPr lang="en-US" sz="7200"/>
              <a:t>NVIDIA </a:t>
            </a:r>
            <a:r>
              <a:rPr lang="en-US" sz="7200" err="1"/>
              <a:t>NeMo</a:t>
            </a:r>
            <a:r>
              <a:rPr lang="en-US" sz="7200"/>
              <a:t> Data Designer</a:t>
            </a:r>
          </a:p>
        </p:txBody>
      </p:sp>
      <p:sp>
        <p:nvSpPr>
          <p:cNvPr id="9" name="Google Shape;1048;p113">
            <a:extLst>
              <a:ext uri="{FF2B5EF4-FFF2-40B4-BE49-F238E27FC236}">
                <a16:creationId xmlns:a16="http://schemas.microsoft.com/office/drawing/2014/main" id="{9B50E58C-D4DD-C4F6-63E6-9E9129BDC91C}"/>
              </a:ext>
            </a:extLst>
          </p:cNvPr>
          <p:cNvSpPr txBox="1">
            <a:spLocks/>
          </p:cNvSpPr>
          <p:nvPr/>
        </p:nvSpPr>
        <p:spPr>
          <a:xfrm>
            <a:off x="3173512" y="2674992"/>
            <a:ext cx="31546800" cy="1408800"/>
          </a:xfrm>
          <a:prstGeom prst="rect">
            <a:avLst/>
          </a:prstGeom>
          <a:noFill/>
          <a:ln>
            <a:noFill/>
          </a:ln>
        </p:spPr>
        <p:txBody>
          <a:bodyPr spcFirstLastPara="1" wrap="square" lIns="91400" tIns="45700" rIns="91400"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1200"/>
              <a:buFont typeface="NVIDIA Sans"/>
              <a:buNone/>
              <a:defRPr sz="1200" b="0" i="0" u="none" strike="noStrike" cap="none">
                <a:solidFill>
                  <a:schemeClr val="dk2"/>
                </a:solidFill>
                <a:latin typeface="NVIDIA Sans"/>
                <a:ea typeface="NVIDIA Sans"/>
                <a:cs typeface="NVIDIA Sans"/>
                <a:sym typeface="NVIDIA Sans"/>
              </a:defRPr>
            </a:lvl1pPr>
            <a:lvl2pPr marR="0" lvl="1"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2pPr>
            <a:lvl3pPr marR="0" lvl="2"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3pPr>
            <a:lvl4pPr marR="0" lvl="3"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4pPr>
            <a:lvl5pPr marR="0" lvl="4"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5pPr>
            <a:lvl6pPr marR="0" lvl="5"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6pPr>
            <a:lvl7pPr marR="0" lvl="6"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7pPr>
            <a:lvl8pPr marR="0" lvl="7"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8pPr>
            <a:lvl9pPr marR="0" lvl="8" algn="l" rtl="0">
              <a:lnSpc>
                <a:spcPct val="100000"/>
              </a:lnSpc>
              <a:spcBef>
                <a:spcPts val="0"/>
              </a:spcBef>
              <a:spcAft>
                <a:spcPts val="0"/>
              </a:spcAft>
              <a:buClr>
                <a:srgbClr val="000000"/>
              </a:buClr>
              <a:buSzPts val="1200"/>
              <a:buFont typeface="NVIDIA Sans"/>
              <a:buNone/>
              <a:defRPr sz="1200" b="0" i="0" u="none" strike="noStrike" cap="none">
                <a:solidFill>
                  <a:srgbClr val="000000"/>
                </a:solidFill>
                <a:latin typeface="NVIDIA Sans"/>
                <a:ea typeface="NVIDIA Sans"/>
                <a:cs typeface="NVIDIA Sans"/>
                <a:sym typeface="NVIDIA Sans"/>
              </a:defRPr>
            </a:lvl9pPr>
          </a:lstStyle>
          <a:p>
            <a:r>
              <a:rPr lang="en-US" sz="4800"/>
              <a:t>Design data from scratch or seed examples</a:t>
            </a:r>
            <a:br>
              <a:rPr lang="en-US" sz="4800"/>
            </a:br>
            <a:endParaRPr lang="en-US" sz="4800">
              <a:solidFill>
                <a:srgbClr val="000000"/>
              </a:solidFill>
            </a:endParaRPr>
          </a:p>
        </p:txBody>
      </p:sp>
    </p:spTree>
    <p:extLst>
      <p:ext uri="{BB962C8B-B14F-4D97-AF65-F5344CB8AC3E}">
        <p14:creationId xmlns:p14="http://schemas.microsoft.com/office/powerpoint/2010/main" val="3268812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60"/>
        <p:cNvGrpSpPr/>
        <p:nvPr/>
      </p:nvGrpSpPr>
      <p:grpSpPr>
        <a:xfrm>
          <a:off x="0" y="0"/>
          <a:ext cx="0" cy="0"/>
          <a:chOff x="0" y="0"/>
          <a:chExt cx="0" cy="0"/>
        </a:xfrm>
      </p:grpSpPr>
      <p:sp>
        <p:nvSpPr>
          <p:cNvPr id="1061" name="Google Shape;1061;p114"/>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r>
              <a:rPr lang="en" err="1"/>
              <a:t>NeMo</a:t>
            </a:r>
            <a:r>
              <a:rPr lang="en"/>
              <a:t> Data Designer - Popular Use Cases</a:t>
            </a:r>
            <a:endParaRPr b="0"/>
          </a:p>
        </p:txBody>
      </p:sp>
      <p:sp>
        <p:nvSpPr>
          <p:cNvPr id="1062" name="Google Shape;1062;p114"/>
          <p:cNvSpPr/>
          <p:nvPr/>
        </p:nvSpPr>
        <p:spPr>
          <a:xfrm>
            <a:off x="1636680" y="5493276"/>
            <a:ext cx="7953600" cy="98964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063" name="Google Shape;1063;p114"/>
          <p:cNvSpPr txBox="1"/>
          <p:nvPr/>
        </p:nvSpPr>
        <p:spPr>
          <a:xfrm>
            <a:off x="2518316" y="8534852"/>
            <a:ext cx="6704400" cy="1945200"/>
          </a:xfrm>
          <a:prstGeom prst="rect">
            <a:avLst/>
          </a:prstGeom>
          <a:noFill/>
          <a:ln>
            <a:noFill/>
          </a:ln>
        </p:spPr>
        <p:txBody>
          <a:bodyPr spcFirstLastPara="1" wrap="square" lIns="0" tIns="0" rIns="0" bIns="365700" anchor="t" anchorCtr="0">
            <a:noAutofit/>
          </a:bodyPr>
          <a:lstStyle/>
          <a:p>
            <a:r>
              <a:rPr lang="en" sz="4800">
                <a:solidFill>
                  <a:srgbClr val="000000"/>
                </a:solidFill>
                <a:latin typeface="NVIDIA Sans Medium"/>
                <a:ea typeface="NVIDIA Sans Medium"/>
                <a:cs typeface="NVIDIA Sans Medium"/>
                <a:sym typeface="NVIDIA Sans Medium"/>
              </a:rPr>
              <a:t>Evaluation &amp; Benchmarks</a:t>
            </a:r>
            <a:endParaRPr sz="5600">
              <a:solidFill>
                <a:srgbClr val="000000"/>
              </a:solidFill>
              <a:latin typeface="Arial"/>
              <a:ea typeface="Arial"/>
              <a:cs typeface="Arial"/>
              <a:sym typeface="Arial"/>
            </a:endParaRPr>
          </a:p>
          <a:p>
            <a:pPr>
              <a:lnSpc>
                <a:spcPct val="114999"/>
              </a:lnSpc>
            </a:pPr>
            <a:endParaRPr sz="4800">
              <a:solidFill>
                <a:srgbClr val="000000"/>
              </a:solidFill>
              <a:latin typeface="NVIDIA Sans Medium"/>
              <a:ea typeface="NVIDIA Sans Medium"/>
              <a:cs typeface="NVIDIA Sans Medium"/>
              <a:sym typeface="NVIDIA Sans Medium"/>
            </a:endParaRPr>
          </a:p>
        </p:txBody>
      </p:sp>
      <p:sp>
        <p:nvSpPr>
          <p:cNvPr id="1064" name="Google Shape;1064;p114"/>
          <p:cNvSpPr/>
          <p:nvPr/>
        </p:nvSpPr>
        <p:spPr>
          <a:xfrm>
            <a:off x="10099420" y="5543048"/>
            <a:ext cx="8071200" cy="98700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065" name="Google Shape;1065;p114"/>
          <p:cNvSpPr txBox="1"/>
          <p:nvPr/>
        </p:nvSpPr>
        <p:spPr>
          <a:xfrm>
            <a:off x="10935640" y="8534852"/>
            <a:ext cx="6704400" cy="1945200"/>
          </a:xfrm>
          <a:prstGeom prst="rect">
            <a:avLst/>
          </a:prstGeom>
          <a:noFill/>
          <a:ln>
            <a:noFill/>
          </a:ln>
        </p:spPr>
        <p:txBody>
          <a:bodyPr spcFirstLastPara="1" wrap="square" lIns="0" tIns="0" rIns="0" bIns="365700" anchor="t" anchorCtr="0">
            <a:noAutofit/>
          </a:bodyPr>
          <a:lstStyle/>
          <a:p>
            <a:r>
              <a:rPr lang="en" sz="4800">
                <a:solidFill>
                  <a:srgbClr val="000000"/>
                </a:solidFill>
                <a:latin typeface="NVIDIA Sans Medium"/>
                <a:ea typeface="NVIDIA Sans Medium"/>
                <a:cs typeface="NVIDIA Sans Medium"/>
                <a:sym typeface="NVIDIA Sans Medium"/>
              </a:rPr>
              <a:t>Conversational </a:t>
            </a:r>
            <a:endParaRPr sz="7200"/>
          </a:p>
          <a:p>
            <a:r>
              <a:rPr lang="en" sz="4800">
                <a:solidFill>
                  <a:srgbClr val="000000"/>
                </a:solidFill>
                <a:latin typeface="NVIDIA Sans Medium"/>
                <a:ea typeface="NVIDIA Sans Medium"/>
                <a:cs typeface="NVIDIA Sans Medium"/>
                <a:sym typeface="NVIDIA Sans Medium"/>
              </a:rPr>
              <a:t>AI</a:t>
            </a:r>
            <a:endParaRPr sz="4800">
              <a:solidFill>
                <a:srgbClr val="000000"/>
              </a:solidFill>
              <a:latin typeface="NVIDIA Sans Medium"/>
              <a:ea typeface="NVIDIA Sans Medium"/>
              <a:cs typeface="NVIDIA Sans Medium"/>
              <a:sym typeface="NVIDIA Sans Medium"/>
            </a:endParaRPr>
          </a:p>
          <a:p>
            <a:endParaRPr sz="4800">
              <a:solidFill>
                <a:srgbClr val="000000"/>
              </a:solidFill>
              <a:latin typeface="NVIDIA Sans Medium"/>
              <a:ea typeface="NVIDIA Sans Medium"/>
              <a:cs typeface="NVIDIA Sans Medium"/>
              <a:sym typeface="NVIDIA Sans Medium"/>
            </a:endParaRPr>
          </a:p>
        </p:txBody>
      </p:sp>
      <p:pic>
        <p:nvPicPr>
          <p:cNvPr id="1066" name="Google Shape;1066;p114" title="m48-accellerated-computing-with-cuda-python-256px-grn.png"/>
          <p:cNvPicPr preferRelativeResize="0"/>
          <p:nvPr/>
        </p:nvPicPr>
        <p:blipFill rotWithShape="1">
          <a:blip r:embed="rId3">
            <a:alphaModFix/>
          </a:blip>
          <a:srcRect/>
          <a:stretch/>
        </p:blipFill>
        <p:spPr>
          <a:xfrm>
            <a:off x="10791128" y="6112344"/>
            <a:ext cx="1828800" cy="1828800"/>
          </a:xfrm>
          <a:prstGeom prst="rect">
            <a:avLst/>
          </a:prstGeom>
          <a:noFill/>
          <a:ln>
            <a:noFill/>
          </a:ln>
        </p:spPr>
      </p:pic>
      <p:sp>
        <p:nvSpPr>
          <p:cNvPr id="1067" name="Google Shape;1067;p114"/>
          <p:cNvSpPr txBox="1"/>
          <p:nvPr/>
        </p:nvSpPr>
        <p:spPr>
          <a:xfrm>
            <a:off x="10947240" y="10651676"/>
            <a:ext cx="6319200" cy="4383600"/>
          </a:xfrm>
          <a:prstGeom prst="rect">
            <a:avLst/>
          </a:prstGeom>
          <a:noFill/>
          <a:ln>
            <a:noFill/>
          </a:ln>
        </p:spPr>
        <p:txBody>
          <a:bodyPr spcFirstLastPara="1" wrap="square" lIns="0" tIns="0" rIns="0" bIns="365700" anchor="t" anchorCtr="0">
            <a:noAutofit/>
          </a:bodyPr>
          <a:lstStyle/>
          <a:p>
            <a:r>
              <a:rPr lang="en" sz="3200">
                <a:solidFill>
                  <a:srgbClr val="000000"/>
                </a:solidFill>
                <a:latin typeface="NVIDIA Sans"/>
                <a:ea typeface="NVIDIA Sans"/>
                <a:cs typeface="NVIDIA Sans"/>
                <a:sym typeface="NVIDIA Sans"/>
              </a:rPr>
              <a:t>Create domain-specific synthetic dialogues to fine-tune AI for chatbots, virtual assistants, and interactive learning systems, ensuring natural and context-aware responses.</a:t>
            </a:r>
            <a:endParaRPr sz="3200">
              <a:solidFill>
                <a:srgbClr val="000000"/>
              </a:solidFill>
              <a:latin typeface="NVIDIA Sans"/>
              <a:ea typeface="NVIDIA Sans"/>
              <a:cs typeface="NVIDIA Sans"/>
              <a:sym typeface="NVIDIA Sans"/>
            </a:endParaRPr>
          </a:p>
          <a:p>
            <a:pPr>
              <a:lnSpc>
                <a:spcPct val="114999"/>
              </a:lnSpc>
            </a:pPr>
            <a:endParaRPr sz="3200">
              <a:solidFill>
                <a:srgbClr val="000000"/>
              </a:solidFill>
              <a:latin typeface="NVIDIA Sans"/>
              <a:ea typeface="NVIDIA Sans"/>
              <a:cs typeface="NVIDIA Sans"/>
              <a:sym typeface="NVIDIA Sans"/>
            </a:endParaRPr>
          </a:p>
        </p:txBody>
      </p:sp>
      <p:sp>
        <p:nvSpPr>
          <p:cNvPr id="1068" name="Google Shape;1068;p114"/>
          <p:cNvSpPr/>
          <p:nvPr/>
        </p:nvSpPr>
        <p:spPr>
          <a:xfrm>
            <a:off x="18542376" y="5482084"/>
            <a:ext cx="8071200" cy="98700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069" name="Google Shape;1069;p114"/>
          <p:cNvSpPr txBox="1"/>
          <p:nvPr/>
        </p:nvSpPr>
        <p:spPr>
          <a:xfrm>
            <a:off x="19378600" y="8473892"/>
            <a:ext cx="6704400" cy="1945200"/>
          </a:xfrm>
          <a:prstGeom prst="rect">
            <a:avLst/>
          </a:prstGeom>
          <a:noFill/>
          <a:ln>
            <a:noFill/>
          </a:ln>
        </p:spPr>
        <p:txBody>
          <a:bodyPr spcFirstLastPara="1" wrap="square" lIns="0" tIns="0" rIns="0" bIns="365700" anchor="t" anchorCtr="0">
            <a:noAutofit/>
          </a:bodyPr>
          <a:lstStyle/>
          <a:p>
            <a:r>
              <a:rPr lang="en" sz="4800">
                <a:solidFill>
                  <a:srgbClr val="000000"/>
                </a:solidFill>
                <a:latin typeface="NVIDIA Sans Medium"/>
                <a:ea typeface="NVIDIA Sans Medium"/>
                <a:cs typeface="NVIDIA Sans Medium"/>
                <a:sym typeface="NVIDIA Sans Medium"/>
              </a:rPr>
              <a:t>Synthetic </a:t>
            </a:r>
            <a:endParaRPr sz="4800">
              <a:solidFill>
                <a:srgbClr val="000000"/>
              </a:solidFill>
              <a:latin typeface="NVIDIA Sans Medium"/>
              <a:ea typeface="NVIDIA Sans Medium"/>
              <a:cs typeface="NVIDIA Sans Medium"/>
              <a:sym typeface="NVIDIA Sans Medium"/>
            </a:endParaRPr>
          </a:p>
          <a:p>
            <a:r>
              <a:rPr lang="en" sz="4800">
                <a:solidFill>
                  <a:srgbClr val="000000"/>
                </a:solidFill>
                <a:latin typeface="NVIDIA Sans Medium"/>
                <a:ea typeface="NVIDIA Sans Medium"/>
                <a:cs typeface="NVIDIA Sans Medium"/>
                <a:sym typeface="NVIDIA Sans Medium"/>
              </a:rPr>
              <a:t>Documents</a:t>
            </a:r>
            <a:endParaRPr sz="4800">
              <a:solidFill>
                <a:srgbClr val="000000"/>
              </a:solidFill>
              <a:latin typeface="NVIDIA Sans Medium"/>
              <a:ea typeface="NVIDIA Sans Medium"/>
              <a:cs typeface="NVIDIA Sans Medium"/>
              <a:sym typeface="NVIDIA Sans Medium"/>
            </a:endParaRPr>
          </a:p>
          <a:p>
            <a:endParaRPr sz="4800">
              <a:solidFill>
                <a:srgbClr val="000000"/>
              </a:solidFill>
              <a:latin typeface="NVIDIA Sans Medium"/>
              <a:ea typeface="NVIDIA Sans Medium"/>
              <a:cs typeface="NVIDIA Sans Medium"/>
              <a:sym typeface="NVIDIA Sans Medium"/>
            </a:endParaRPr>
          </a:p>
        </p:txBody>
      </p:sp>
      <p:sp>
        <p:nvSpPr>
          <p:cNvPr id="1070" name="Google Shape;1070;p114"/>
          <p:cNvSpPr txBox="1"/>
          <p:nvPr/>
        </p:nvSpPr>
        <p:spPr>
          <a:xfrm>
            <a:off x="19390196" y="10590712"/>
            <a:ext cx="6319200" cy="4383600"/>
          </a:xfrm>
          <a:prstGeom prst="rect">
            <a:avLst/>
          </a:prstGeom>
          <a:noFill/>
          <a:ln>
            <a:noFill/>
          </a:ln>
        </p:spPr>
        <p:txBody>
          <a:bodyPr spcFirstLastPara="1" wrap="square" lIns="0" tIns="0" rIns="0" bIns="365700" anchor="t" anchorCtr="0">
            <a:noAutofit/>
          </a:bodyPr>
          <a:lstStyle/>
          <a:p>
            <a:r>
              <a:rPr lang="en" sz="3200">
                <a:solidFill>
                  <a:srgbClr val="000000"/>
                </a:solidFill>
                <a:latin typeface="NVIDIA Sans"/>
                <a:ea typeface="NVIDIA Sans"/>
                <a:cs typeface="NVIDIA Sans"/>
                <a:sym typeface="NVIDIA Sans"/>
              </a:rPr>
              <a:t>Design high-fidelity synthetic datasets for large-scale AI model training in tax form validation, mortgage approvals, and other structured data applications.</a:t>
            </a:r>
            <a:endParaRPr sz="3200">
              <a:solidFill>
                <a:srgbClr val="000000"/>
              </a:solidFill>
              <a:latin typeface="NVIDIA Sans"/>
              <a:ea typeface="NVIDIA Sans"/>
              <a:cs typeface="NVIDIA Sans"/>
              <a:sym typeface="NVIDIA Sans"/>
            </a:endParaRPr>
          </a:p>
          <a:p>
            <a:endParaRPr sz="3200">
              <a:solidFill>
                <a:srgbClr val="000000"/>
              </a:solidFill>
              <a:latin typeface="NVIDIA Sans"/>
              <a:ea typeface="NVIDIA Sans"/>
              <a:cs typeface="NVIDIA Sans"/>
              <a:sym typeface="NVIDIA Sans"/>
            </a:endParaRPr>
          </a:p>
        </p:txBody>
      </p:sp>
      <p:pic>
        <p:nvPicPr>
          <p:cNvPr id="1071" name="Google Shape;1071;p114" descr="A green line drawing of a stack of paper&#10;&#10;AI-generated content may be incorrect." title="m48-document-part-specification-256px-grn.png"/>
          <p:cNvPicPr preferRelativeResize="0"/>
          <p:nvPr/>
        </p:nvPicPr>
        <p:blipFill rotWithShape="1">
          <a:blip r:embed="rId4">
            <a:alphaModFix/>
          </a:blip>
          <a:srcRect/>
          <a:stretch/>
        </p:blipFill>
        <p:spPr>
          <a:xfrm>
            <a:off x="19133392" y="6052460"/>
            <a:ext cx="1828800" cy="1828800"/>
          </a:xfrm>
          <a:prstGeom prst="rect">
            <a:avLst/>
          </a:prstGeom>
          <a:noFill/>
          <a:ln>
            <a:noFill/>
          </a:ln>
        </p:spPr>
      </p:pic>
      <p:sp>
        <p:nvSpPr>
          <p:cNvPr id="1072" name="Google Shape;1072;p114"/>
          <p:cNvSpPr/>
          <p:nvPr/>
        </p:nvSpPr>
        <p:spPr>
          <a:xfrm>
            <a:off x="26985336" y="5482084"/>
            <a:ext cx="8071200" cy="98700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073" name="Google Shape;1073;p114"/>
          <p:cNvSpPr txBox="1"/>
          <p:nvPr/>
        </p:nvSpPr>
        <p:spPr>
          <a:xfrm>
            <a:off x="27821560" y="8473892"/>
            <a:ext cx="6704400" cy="1945200"/>
          </a:xfrm>
          <a:prstGeom prst="rect">
            <a:avLst/>
          </a:prstGeom>
          <a:noFill/>
          <a:ln>
            <a:noFill/>
          </a:ln>
        </p:spPr>
        <p:txBody>
          <a:bodyPr spcFirstLastPara="1" wrap="square" lIns="0" tIns="0" rIns="0" bIns="365700" anchor="t" anchorCtr="0">
            <a:noAutofit/>
          </a:bodyPr>
          <a:lstStyle/>
          <a:p>
            <a:r>
              <a:rPr lang="en" sz="4800">
                <a:solidFill>
                  <a:srgbClr val="000000"/>
                </a:solidFill>
                <a:latin typeface="NVIDIA Sans Medium"/>
                <a:ea typeface="NVIDIA Sans Medium"/>
                <a:cs typeface="NVIDIA Sans Medium"/>
                <a:sym typeface="NVIDIA Sans Medium"/>
              </a:rPr>
              <a:t>Low Resource Adaptation</a:t>
            </a:r>
            <a:endParaRPr sz="5600">
              <a:solidFill>
                <a:srgbClr val="000000"/>
              </a:solidFill>
              <a:latin typeface="Arial"/>
              <a:ea typeface="Arial"/>
              <a:cs typeface="Arial"/>
              <a:sym typeface="Arial"/>
            </a:endParaRPr>
          </a:p>
          <a:p>
            <a:endParaRPr sz="4800">
              <a:solidFill>
                <a:srgbClr val="000000"/>
              </a:solidFill>
              <a:latin typeface="NVIDIA Sans Medium"/>
              <a:ea typeface="NVIDIA Sans Medium"/>
              <a:cs typeface="NVIDIA Sans Medium"/>
              <a:sym typeface="NVIDIA Sans Medium"/>
            </a:endParaRPr>
          </a:p>
        </p:txBody>
      </p:sp>
      <p:pic>
        <p:nvPicPr>
          <p:cNvPr id="1074" name="Google Shape;1074;p114" descr="A green line drawing of a stack of paper&#10;&#10;AI-generated content may be incorrect." title="m48-document-part-specification-256px-grn.png"/>
          <p:cNvPicPr preferRelativeResize="0"/>
          <p:nvPr/>
        </p:nvPicPr>
        <p:blipFill rotWithShape="1">
          <a:blip r:embed="rId4">
            <a:alphaModFix/>
          </a:blip>
          <a:srcRect/>
          <a:stretch/>
        </p:blipFill>
        <p:spPr>
          <a:xfrm>
            <a:off x="27576352" y="6052456"/>
            <a:ext cx="1828800" cy="1828800"/>
          </a:xfrm>
          <a:prstGeom prst="rect">
            <a:avLst/>
          </a:prstGeom>
          <a:noFill/>
          <a:ln>
            <a:noFill/>
          </a:ln>
        </p:spPr>
      </p:pic>
      <p:sp>
        <p:nvSpPr>
          <p:cNvPr id="1075" name="Google Shape;1075;p114"/>
          <p:cNvSpPr txBox="1"/>
          <p:nvPr/>
        </p:nvSpPr>
        <p:spPr>
          <a:xfrm>
            <a:off x="2513968" y="10590712"/>
            <a:ext cx="6319200" cy="4383600"/>
          </a:xfrm>
          <a:prstGeom prst="rect">
            <a:avLst/>
          </a:prstGeom>
          <a:noFill/>
          <a:ln>
            <a:noFill/>
          </a:ln>
        </p:spPr>
        <p:txBody>
          <a:bodyPr spcFirstLastPara="1" wrap="square" lIns="0" tIns="0" rIns="0" bIns="365700" anchor="t" anchorCtr="0">
            <a:noAutofit/>
          </a:bodyPr>
          <a:lstStyle/>
          <a:p>
            <a:r>
              <a:rPr lang="en" sz="3200">
                <a:solidFill>
                  <a:srgbClr val="000000"/>
                </a:solidFill>
                <a:latin typeface="NVIDIA Sans"/>
                <a:ea typeface="NVIDIA Sans"/>
                <a:cs typeface="NVIDIA Sans"/>
                <a:sym typeface="NVIDIA Sans"/>
              </a:rPr>
              <a:t>Build evaluation and benchmark datasets (such as question-answer pairs) to improve RAG systems or evaluate multiple models on a use case.</a:t>
            </a:r>
            <a:endParaRPr sz="3200">
              <a:solidFill>
                <a:srgbClr val="FFFFFF"/>
              </a:solidFill>
              <a:latin typeface="NVIDIA Sans"/>
              <a:ea typeface="NVIDIA Sans"/>
              <a:cs typeface="NVIDIA Sans"/>
              <a:sym typeface="NVIDIA Sans"/>
            </a:endParaRPr>
          </a:p>
          <a:p>
            <a:endParaRPr sz="3200">
              <a:solidFill>
                <a:srgbClr val="FFFFFF"/>
              </a:solidFill>
              <a:latin typeface="NVIDIA Sans"/>
              <a:ea typeface="NVIDIA Sans"/>
              <a:cs typeface="NVIDIA Sans"/>
              <a:sym typeface="NVIDIA Sans"/>
            </a:endParaRPr>
          </a:p>
          <a:p>
            <a:endParaRPr sz="3200">
              <a:solidFill>
                <a:srgbClr val="000000"/>
              </a:solidFill>
              <a:latin typeface="NVIDIA Sans"/>
              <a:ea typeface="NVIDIA Sans"/>
              <a:cs typeface="NVIDIA Sans"/>
              <a:sym typeface="NVIDIA Sans"/>
            </a:endParaRPr>
          </a:p>
        </p:txBody>
      </p:sp>
      <p:sp>
        <p:nvSpPr>
          <p:cNvPr id="1076" name="Google Shape;1076;p114"/>
          <p:cNvSpPr txBox="1"/>
          <p:nvPr/>
        </p:nvSpPr>
        <p:spPr>
          <a:xfrm>
            <a:off x="27686300" y="10417532"/>
            <a:ext cx="6319200" cy="4383600"/>
          </a:xfrm>
          <a:prstGeom prst="rect">
            <a:avLst/>
          </a:prstGeom>
          <a:noFill/>
          <a:ln>
            <a:noFill/>
          </a:ln>
        </p:spPr>
        <p:txBody>
          <a:bodyPr spcFirstLastPara="1" wrap="square" lIns="0" tIns="0" rIns="0" bIns="365700" anchor="t" anchorCtr="0">
            <a:noAutofit/>
          </a:bodyPr>
          <a:lstStyle/>
          <a:p>
            <a:r>
              <a:rPr lang="en" sz="3200">
                <a:solidFill>
                  <a:srgbClr val="000000"/>
                </a:solidFill>
                <a:latin typeface="NVIDIA Sans"/>
                <a:ea typeface="NVIDIA Sans"/>
                <a:cs typeface="NVIDIA Sans"/>
                <a:sym typeface="NVIDIA Sans"/>
              </a:rPr>
              <a:t>Generate realistic, diverse, and complex synthetic datasets for low resource domains like proprietary coding languages or under represented languages—enhancing AI models’ reasoning and performance.</a:t>
            </a:r>
            <a:endParaRPr sz="3200">
              <a:solidFill>
                <a:srgbClr val="000000"/>
              </a:solidFill>
              <a:latin typeface="NVIDIA Sans"/>
              <a:ea typeface="NVIDIA Sans"/>
              <a:cs typeface="NVIDIA Sans"/>
              <a:sym typeface="NVIDIA Sans"/>
            </a:endParaRPr>
          </a:p>
          <a:p>
            <a:endParaRPr sz="3200">
              <a:solidFill>
                <a:srgbClr val="000000"/>
              </a:solidFill>
              <a:latin typeface="NVIDIA Sans"/>
              <a:ea typeface="NVIDIA Sans"/>
              <a:cs typeface="NVIDIA Sans"/>
              <a:sym typeface="NVIDIA Sans"/>
            </a:endParaRPr>
          </a:p>
        </p:txBody>
      </p:sp>
      <p:pic>
        <p:nvPicPr>
          <p:cNvPr id="1077" name="Google Shape;1077;p114" title="m48-data-2-256px-grn.png"/>
          <p:cNvPicPr preferRelativeResize="0"/>
          <p:nvPr/>
        </p:nvPicPr>
        <p:blipFill rotWithShape="1">
          <a:blip r:embed="rId5">
            <a:alphaModFix/>
          </a:blip>
          <a:srcRect/>
          <a:stretch/>
        </p:blipFill>
        <p:spPr>
          <a:xfrm>
            <a:off x="2261868" y="6107880"/>
            <a:ext cx="1828800" cy="1828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Three Building Blocks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Every Data Designer record is composed from these three primitives</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463040" y="5852160"/>
            <a:ext cx="10789920" cy="1280160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463040" y="5852160"/>
            <a:ext cx="10789920" cy="182880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63040" y="5852160"/>
            <a:ext cx="10789920" cy="1828800"/>
          </a:xfrm>
          <a:prstGeom prst="rect">
            <a:avLst/>
          </a:prstGeom>
          <a:noFill/>
        </p:spPr>
        <p:txBody>
          <a:bodyPr wrap="square" lIns="50000" tIns="20000" rIns="50000" bIns="20000" anchor="ctr">
            <a:spAutoFit/>
          </a:bodyPr>
          <a:lstStyle/>
          <a:p>
            <a:pPr algn="ctr"/>
            <a:r>
              <a:rPr sz="5200" b="1" i="0">
                <a:solidFill>
                  <a:srgbClr val="FFFFFF"/>
                </a:solidFill>
                <a:latin typeface="NVIDIA Sans Medium"/>
              </a:rPr>
              <a:t>Samplers</a:t>
            </a:r>
          </a:p>
        </p:txBody>
      </p:sp>
      <p:sp>
        <p:nvSpPr>
          <p:cNvPr id="8" name="TextBox 7"/>
          <p:cNvSpPr txBox="1"/>
          <p:nvPr/>
        </p:nvSpPr>
        <p:spPr>
          <a:xfrm>
            <a:off x="2194560" y="8046720"/>
            <a:ext cx="9326880" cy="1463040"/>
          </a:xfrm>
          <a:prstGeom prst="rect">
            <a:avLst/>
          </a:prstGeom>
          <a:noFill/>
        </p:spPr>
        <p:txBody>
          <a:bodyPr wrap="square" lIns="50000" tIns="20000" rIns="50000" bIns="20000" anchor="t">
            <a:spAutoFit/>
          </a:bodyPr>
          <a:lstStyle/>
          <a:p>
            <a:pPr algn="ctr"/>
            <a:r>
              <a:rPr sz="4000" b="0" i="1">
                <a:solidFill>
                  <a:srgbClr val="76B900"/>
                </a:solidFill>
                <a:latin typeface="NVIDIA Sans Medium"/>
              </a:rPr>
              <a:t>Statistical / categorical columns</a:t>
            </a:r>
          </a:p>
        </p:txBody>
      </p:sp>
      <p:sp>
        <p:nvSpPr>
          <p:cNvPr id="9" name="TextBox 8"/>
          <p:cNvSpPr txBox="1"/>
          <p:nvPr/>
        </p:nvSpPr>
        <p:spPr>
          <a:xfrm>
            <a:off x="2194560" y="9875520"/>
            <a:ext cx="9326880" cy="8412480"/>
          </a:xfrm>
          <a:prstGeom prst="rect">
            <a:avLst/>
          </a:prstGeom>
          <a:noFill/>
        </p:spPr>
        <p:txBody>
          <a:bodyPr wrap="square" lIns="50000" tIns="20000" rIns="50000" bIns="20000" anchor="t">
            <a:spAutoFit/>
          </a:bodyPr>
          <a:lstStyle/>
          <a:p>
            <a:pPr algn="l"/>
            <a:r>
              <a:rPr sz="4000" b="0" i="0">
                <a:solidFill>
                  <a:srgbClr val="000000"/>
                </a:solidFill>
                <a:latin typeface="NVIDIA Sans"/>
              </a:rPr>
              <a:t>Deterministic primitives: UUID, uniform int/float, category (with weights), person-from-Faker, date ranges, normal / log-normal distributions.</a:t>
            </a:r>
          </a:p>
          <a:p>
            <a:pPr algn="l"/>
            <a:endParaRPr sz="4000" b="0" i="0">
              <a:solidFill>
                <a:srgbClr val="000000"/>
              </a:solidFill>
              <a:latin typeface="NVIDIA Sans"/>
            </a:endParaRPr>
          </a:p>
          <a:p>
            <a:pPr algn="l"/>
            <a:r>
              <a:rPr sz="4000" b="0" i="0">
                <a:solidFill>
                  <a:srgbClr val="000000"/>
                </a:solidFill>
                <a:latin typeface="NVIDIA Sans"/>
              </a:rPr>
              <a:t>Use for: structural fields — IDs, scores, dates, categorical buckets.</a:t>
            </a:r>
          </a:p>
        </p:txBody>
      </p:sp>
      <p:sp>
        <p:nvSpPr>
          <p:cNvPr id="10" name="Rounded Rectangle 9"/>
          <p:cNvSpPr/>
          <p:nvPr/>
        </p:nvSpPr>
        <p:spPr>
          <a:xfrm>
            <a:off x="12801600" y="5852160"/>
            <a:ext cx="10789920" cy="12801600"/>
          </a:xfrm>
          <a:prstGeom prst="roundRect">
            <a:avLst>
              <a:gd name="adj" fmla="val 4000"/>
            </a:avLst>
          </a:prstGeom>
          <a:solidFill>
            <a:srgbClr val="FFFFFF"/>
          </a:solidFill>
          <a:ln w="190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2801600" y="5852160"/>
            <a:ext cx="10789920" cy="1828800"/>
          </a:xfrm>
          <a:prstGeom prst="rect">
            <a:avLst/>
          </a:prstGeom>
          <a:solidFill>
            <a:srgbClr val="008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801600" y="5852160"/>
            <a:ext cx="10789920" cy="1828800"/>
          </a:xfrm>
          <a:prstGeom prst="rect">
            <a:avLst/>
          </a:prstGeom>
          <a:noFill/>
        </p:spPr>
        <p:txBody>
          <a:bodyPr wrap="square" lIns="50000" tIns="20000" rIns="50000" bIns="20000" anchor="ctr">
            <a:spAutoFit/>
          </a:bodyPr>
          <a:lstStyle/>
          <a:p>
            <a:pPr algn="ctr"/>
            <a:r>
              <a:rPr sz="5200" b="1" i="0">
                <a:solidFill>
                  <a:srgbClr val="FFFFFF"/>
                </a:solidFill>
                <a:latin typeface="NVIDIA Sans Medium"/>
              </a:rPr>
              <a:t>LLM text columns</a:t>
            </a:r>
          </a:p>
        </p:txBody>
      </p:sp>
      <p:sp>
        <p:nvSpPr>
          <p:cNvPr id="13" name="TextBox 12"/>
          <p:cNvSpPr txBox="1"/>
          <p:nvPr/>
        </p:nvSpPr>
        <p:spPr>
          <a:xfrm>
            <a:off x="13533120" y="8046720"/>
            <a:ext cx="9326880" cy="1463040"/>
          </a:xfrm>
          <a:prstGeom prst="rect">
            <a:avLst/>
          </a:prstGeom>
          <a:noFill/>
        </p:spPr>
        <p:txBody>
          <a:bodyPr wrap="square" lIns="50000" tIns="20000" rIns="50000" bIns="20000" anchor="t">
            <a:spAutoFit/>
          </a:bodyPr>
          <a:lstStyle/>
          <a:p>
            <a:pPr algn="ctr"/>
            <a:r>
              <a:rPr sz="4000" b="0" i="1">
                <a:solidFill>
                  <a:srgbClr val="008564"/>
                </a:solidFill>
                <a:latin typeface="NVIDIA Sans Medium"/>
              </a:rPr>
              <a:t>Open-text generation via any LLM</a:t>
            </a:r>
          </a:p>
        </p:txBody>
      </p:sp>
      <p:sp>
        <p:nvSpPr>
          <p:cNvPr id="14" name="TextBox 13"/>
          <p:cNvSpPr txBox="1"/>
          <p:nvPr/>
        </p:nvSpPr>
        <p:spPr>
          <a:xfrm>
            <a:off x="13533120" y="9875520"/>
            <a:ext cx="9326880" cy="8412480"/>
          </a:xfrm>
          <a:prstGeom prst="rect">
            <a:avLst/>
          </a:prstGeom>
          <a:noFill/>
        </p:spPr>
        <p:txBody>
          <a:bodyPr wrap="square" lIns="50000" tIns="20000" rIns="50000" bIns="20000" anchor="t">
            <a:spAutoFit/>
          </a:bodyPr>
          <a:lstStyle/>
          <a:p>
            <a:pPr algn="l"/>
            <a:r>
              <a:rPr sz="4000" b="0" i="0">
                <a:solidFill>
                  <a:srgbClr val="000000"/>
                </a:solidFill>
                <a:latin typeface="NVIDIA Sans"/>
              </a:rPr>
              <a:t>Calls a teacher LLM with a templated prompt. References earlier columns via `{{column}}` substitution. Output schema can be enforced via structured decoding.</a:t>
            </a:r>
          </a:p>
          <a:p>
            <a:pPr algn="l"/>
            <a:endParaRPr sz="4000" b="0" i="0">
              <a:solidFill>
                <a:srgbClr val="000000"/>
              </a:solidFill>
              <a:latin typeface="NVIDIA Sans"/>
            </a:endParaRPr>
          </a:p>
          <a:p>
            <a:pPr algn="l"/>
            <a:r>
              <a:rPr sz="4000" b="0" i="0">
                <a:solidFill>
                  <a:srgbClr val="000000"/>
                </a:solidFill>
                <a:latin typeface="NVIDIA Sans"/>
              </a:rPr>
              <a:t>Use for: free-text fields — narratives, descriptions, Q&amp;A pairs.</a:t>
            </a:r>
          </a:p>
        </p:txBody>
      </p:sp>
      <p:sp>
        <p:nvSpPr>
          <p:cNvPr id="15" name="Rounded Rectangle 14"/>
          <p:cNvSpPr/>
          <p:nvPr/>
        </p:nvSpPr>
        <p:spPr>
          <a:xfrm>
            <a:off x="24140160" y="5852160"/>
            <a:ext cx="10789920" cy="12801600"/>
          </a:xfrm>
          <a:prstGeom prst="roundRect">
            <a:avLst>
              <a:gd name="adj" fmla="val 4000"/>
            </a:avLst>
          </a:prstGeom>
          <a:solidFill>
            <a:srgbClr val="FFFFFF"/>
          </a:solidFill>
          <a:ln w="1905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140160" y="5852160"/>
            <a:ext cx="10789920" cy="1828800"/>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140160" y="5852160"/>
            <a:ext cx="10789920" cy="1828800"/>
          </a:xfrm>
          <a:prstGeom prst="rect">
            <a:avLst/>
          </a:prstGeom>
          <a:noFill/>
        </p:spPr>
        <p:txBody>
          <a:bodyPr wrap="square" lIns="50000" tIns="20000" rIns="50000" bIns="20000" anchor="ctr">
            <a:spAutoFit/>
          </a:bodyPr>
          <a:lstStyle/>
          <a:p>
            <a:pPr algn="ctr"/>
            <a:r>
              <a:rPr sz="5200" b="1" i="0">
                <a:solidFill>
                  <a:srgbClr val="FFFFFF"/>
                </a:solidFill>
                <a:latin typeface="NVIDIA Sans Medium"/>
              </a:rPr>
              <a:t>Dependency mapping</a:t>
            </a:r>
          </a:p>
        </p:txBody>
      </p:sp>
      <p:sp>
        <p:nvSpPr>
          <p:cNvPr id="18" name="TextBox 17"/>
          <p:cNvSpPr txBox="1"/>
          <p:nvPr/>
        </p:nvSpPr>
        <p:spPr>
          <a:xfrm>
            <a:off x="24871680" y="8046720"/>
            <a:ext cx="9326880" cy="1463040"/>
          </a:xfrm>
          <a:prstGeom prst="rect">
            <a:avLst/>
          </a:prstGeom>
          <a:noFill/>
        </p:spPr>
        <p:txBody>
          <a:bodyPr wrap="square" lIns="50000" tIns="20000" rIns="50000" bIns="20000" anchor="t">
            <a:spAutoFit/>
          </a:bodyPr>
          <a:lstStyle/>
          <a:p>
            <a:pPr algn="ctr"/>
            <a:r>
              <a:rPr sz="4000" b="0" i="1">
                <a:solidFill>
                  <a:srgbClr val="5D1682"/>
                </a:solidFill>
                <a:latin typeface="NVIDIA Sans Medium"/>
              </a:rPr>
              <a:t>Column B conditioned on column A</a:t>
            </a:r>
          </a:p>
        </p:txBody>
      </p:sp>
      <p:sp>
        <p:nvSpPr>
          <p:cNvPr id="19" name="TextBox 18"/>
          <p:cNvSpPr txBox="1"/>
          <p:nvPr/>
        </p:nvSpPr>
        <p:spPr>
          <a:xfrm>
            <a:off x="24871680" y="9875520"/>
            <a:ext cx="9326880" cy="8412480"/>
          </a:xfrm>
          <a:prstGeom prst="rect">
            <a:avLst/>
          </a:prstGeom>
          <a:noFill/>
        </p:spPr>
        <p:txBody>
          <a:bodyPr wrap="square" lIns="50000" tIns="20000" rIns="50000" bIns="20000" anchor="t">
            <a:spAutoFit/>
          </a:bodyPr>
          <a:lstStyle/>
          <a:p>
            <a:pPr algn="l"/>
            <a:r>
              <a:rPr sz="4000" b="0" i="0">
                <a:solidFill>
                  <a:srgbClr val="000000"/>
                </a:solidFill>
                <a:latin typeface="NVIDIA Sans"/>
              </a:rPr>
              <a:t>Any later column can reference earlier columns' values — both inside prompts (samplers + LLM) and inside expression columns (deterministic post-processing).</a:t>
            </a:r>
          </a:p>
          <a:p>
            <a:pPr algn="l"/>
            <a:endParaRPr sz="4000" b="0" i="0">
              <a:solidFill>
                <a:srgbClr val="000000"/>
              </a:solidFill>
              <a:latin typeface="NVIDIA Sans"/>
            </a:endParaRPr>
          </a:p>
          <a:p>
            <a:pPr algn="l"/>
            <a:r>
              <a:rPr sz="4000" b="0" i="0">
                <a:solidFill>
                  <a:srgbClr val="000000"/>
                </a:solidFill>
                <a:latin typeface="NVIDIA Sans"/>
              </a:rPr>
              <a:t>Use for: keeping records internally consistent (typology → KYC → transactions).</a:t>
            </a:r>
          </a:p>
        </p:txBody>
      </p:sp>
    </p:spTree>
    <p:extLst>
      <p:ext uri="{BB962C8B-B14F-4D97-AF65-F5344CB8AC3E}">
        <p14:creationId xmlns:p14="http://schemas.microsoft.com/office/powerpoint/2010/main" val="4041602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57"/>
        <p:cNvGrpSpPr/>
        <p:nvPr/>
      </p:nvGrpSpPr>
      <p:grpSpPr>
        <a:xfrm>
          <a:off x="0" y="0"/>
          <a:ext cx="0" cy="0"/>
          <a:chOff x="0" y="0"/>
          <a:chExt cx="0" cy="0"/>
        </a:xfrm>
      </p:grpSpPr>
      <p:pic>
        <p:nvPicPr>
          <p:cNvPr id="1558" name="Google Shape;1558;p167" title="Screenshot 2025-07-25 at 1.12.01 PM.png"/>
          <p:cNvPicPr preferRelativeResize="0"/>
          <p:nvPr/>
        </p:nvPicPr>
        <p:blipFill>
          <a:blip r:embed="rId3">
            <a:alphaModFix/>
          </a:blip>
          <a:stretch>
            <a:fillRect/>
          </a:stretch>
        </p:blipFill>
        <p:spPr>
          <a:xfrm>
            <a:off x="2514602" y="4846300"/>
            <a:ext cx="8704300" cy="2277400"/>
          </a:xfrm>
          <a:prstGeom prst="rect">
            <a:avLst/>
          </a:prstGeom>
          <a:noFill/>
          <a:ln>
            <a:noFill/>
          </a:ln>
        </p:spPr>
      </p:pic>
      <p:pic>
        <p:nvPicPr>
          <p:cNvPr id="1559" name="Google Shape;1559;p167" title="Screenshot 2025-07-25 at 1.12.26 PM.png"/>
          <p:cNvPicPr preferRelativeResize="0"/>
          <p:nvPr/>
        </p:nvPicPr>
        <p:blipFill>
          <a:blip r:embed="rId4">
            <a:alphaModFix/>
          </a:blip>
          <a:stretch>
            <a:fillRect/>
          </a:stretch>
        </p:blipFill>
        <p:spPr>
          <a:xfrm>
            <a:off x="2518956" y="10221812"/>
            <a:ext cx="12090504" cy="8276904"/>
          </a:xfrm>
          <a:prstGeom prst="rect">
            <a:avLst/>
          </a:prstGeom>
          <a:noFill/>
          <a:ln>
            <a:noFill/>
          </a:ln>
        </p:spPr>
      </p:pic>
      <p:pic>
        <p:nvPicPr>
          <p:cNvPr id="1560" name="Google Shape;1560;p167" title="Screenshot 2025-07-25 at 1.13.20 PM.png"/>
          <p:cNvPicPr preferRelativeResize="0"/>
          <p:nvPr/>
        </p:nvPicPr>
        <p:blipFill>
          <a:blip r:embed="rId5">
            <a:alphaModFix/>
          </a:blip>
          <a:stretch>
            <a:fillRect/>
          </a:stretch>
        </p:blipFill>
        <p:spPr>
          <a:xfrm>
            <a:off x="18845798" y="4846292"/>
            <a:ext cx="12878500" cy="4630504"/>
          </a:xfrm>
          <a:prstGeom prst="rect">
            <a:avLst/>
          </a:prstGeom>
          <a:noFill/>
          <a:ln>
            <a:noFill/>
          </a:ln>
        </p:spPr>
      </p:pic>
      <p:pic>
        <p:nvPicPr>
          <p:cNvPr id="1561" name="Google Shape;1561;p167" title="Screenshot 2025-07-25 at 1.13.48 PM.png"/>
          <p:cNvPicPr preferRelativeResize="0"/>
          <p:nvPr/>
        </p:nvPicPr>
        <p:blipFill>
          <a:blip r:embed="rId6">
            <a:alphaModFix/>
          </a:blip>
          <a:stretch>
            <a:fillRect/>
          </a:stretch>
        </p:blipFill>
        <p:spPr>
          <a:xfrm>
            <a:off x="18845814" y="12648006"/>
            <a:ext cx="13547988" cy="5850700"/>
          </a:xfrm>
          <a:prstGeom prst="rect">
            <a:avLst/>
          </a:prstGeom>
          <a:noFill/>
          <a:ln>
            <a:noFill/>
          </a:ln>
        </p:spPr>
      </p:pic>
      <p:sp>
        <p:nvSpPr>
          <p:cNvPr id="1562" name="Google Shape;1562;p167"/>
          <p:cNvSpPr txBox="1">
            <a:spLocks noGrp="1"/>
          </p:cNvSpPr>
          <p:nvPr>
            <p:ph type="title"/>
          </p:nvPr>
        </p:nvSpPr>
        <p:spPr>
          <a:xfrm>
            <a:off x="2514600" y="0"/>
            <a:ext cx="31546800" cy="2515200"/>
          </a:xfrm>
          <a:prstGeom prst="rect">
            <a:avLst/>
          </a:prstGeom>
        </p:spPr>
        <p:txBody>
          <a:bodyPr spcFirstLastPara="1" wrap="square" lIns="91400" tIns="45700" rIns="91400" bIns="45700" anchor="b" anchorCtr="0">
            <a:normAutofit/>
          </a:bodyPr>
          <a:lstStyle/>
          <a:p>
            <a:r>
              <a:rPr lang="en"/>
              <a:t>Generating Synthetic Data</a:t>
            </a:r>
            <a:endParaRPr/>
          </a:p>
        </p:txBody>
      </p:sp>
      <p:sp>
        <p:nvSpPr>
          <p:cNvPr id="1563" name="Google Shape;1563;p167"/>
          <p:cNvSpPr txBox="1">
            <a:spLocks noGrp="1"/>
          </p:cNvSpPr>
          <p:nvPr>
            <p:ph type="subTitle" idx="3"/>
          </p:nvPr>
        </p:nvSpPr>
        <p:spPr>
          <a:xfrm>
            <a:off x="2514600" y="2487168"/>
            <a:ext cx="31546800" cy="1408800"/>
          </a:xfrm>
          <a:prstGeom prst="rect">
            <a:avLst/>
          </a:prstGeom>
        </p:spPr>
        <p:txBody>
          <a:bodyPr spcFirstLastPara="1" wrap="square" lIns="91400" tIns="45700" rIns="91400" bIns="45700" anchor="t" anchorCtr="0">
            <a:noAutofit/>
          </a:bodyPr>
          <a:lstStyle/>
          <a:p>
            <a:r>
              <a:rPr lang="en"/>
              <a:t>Install the Data Designer SDK and connect to NeMo Data Designer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Two Deployment Modes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Pick by scale and operational stance — both run the same SDK code</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011680" y="5852160"/>
            <a:ext cx="16093440" cy="12435840"/>
          </a:xfrm>
          <a:prstGeom prst="roundRect">
            <a:avLst>
              <a:gd name="adj" fmla="val 4000"/>
            </a:avLst>
          </a:prstGeom>
          <a:solidFill>
            <a:srgbClr val="FFFFFF"/>
          </a:solidFill>
          <a:ln w="2540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011680" y="5852160"/>
            <a:ext cx="16093440" cy="201168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5852160"/>
            <a:ext cx="16093440" cy="201168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Quickstart</a:t>
            </a:r>
          </a:p>
        </p:txBody>
      </p:sp>
      <p:sp>
        <p:nvSpPr>
          <p:cNvPr id="8" name="TextBox 7"/>
          <p:cNvSpPr txBox="1"/>
          <p:nvPr/>
        </p:nvSpPr>
        <p:spPr>
          <a:xfrm>
            <a:off x="2011680" y="8046720"/>
            <a:ext cx="16093440" cy="1463040"/>
          </a:xfrm>
          <a:prstGeom prst="rect">
            <a:avLst/>
          </a:prstGeom>
          <a:noFill/>
        </p:spPr>
        <p:txBody>
          <a:bodyPr wrap="square" lIns="50000" tIns="20000" rIns="50000" bIns="20000" anchor="t">
            <a:spAutoFit/>
          </a:bodyPr>
          <a:lstStyle/>
          <a:p>
            <a:pPr algn="ctr"/>
            <a:r>
              <a:rPr sz="4400" b="0" i="1">
                <a:solidFill>
                  <a:srgbClr val="76B900"/>
                </a:solidFill>
                <a:latin typeface="NVIDIA Sans Medium"/>
              </a:rPr>
              <a:t>Rapid deploy, single node</a:t>
            </a:r>
          </a:p>
        </p:txBody>
      </p:sp>
      <p:sp>
        <p:nvSpPr>
          <p:cNvPr id="9" name="TextBox 8"/>
          <p:cNvSpPr txBox="1"/>
          <p:nvPr/>
        </p:nvSpPr>
        <p:spPr>
          <a:xfrm>
            <a:off x="3108960" y="987552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Deploy with Docker Compose</a:t>
            </a:r>
          </a:p>
        </p:txBody>
      </p:sp>
      <p:sp>
        <p:nvSpPr>
          <p:cNvPr id="10" name="TextBox 9"/>
          <p:cNvSpPr txBox="1"/>
          <p:nvPr/>
        </p:nvSpPr>
        <p:spPr>
          <a:xfrm>
            <a:off x="3108960" y="1133856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Runs on a laptop or VM</a:t>
            </a:r>
          </a:p>
        </p:txBody>
      </p:sp>
      <p:sp>
        <p:nvSpPr>
          <p:cNvPr id="11" name="TextBox 10"/>
          <p:cNvSpPr txBox="1"/>
          <p:nvPr/>
        </p:nvSpPr>
        <p:spPr>
          <a:xfrm>
            <a:off x="3108960" y="1280160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Requires CPU only (LLM is remote)</a:t>
            </a:r>
          </a:p>
        </p:txBody>
      </p:sp>
      <p:sp>
        <p:nvSpPr>
          <p:cNvPr id="12" name="TextBox 11"/>
          <p:cNvSpPr txBox="1"/>
          <p:nvPr/>
        </p:nvSpPr>
        <p:spPr>
          <a:xfrm>
            <a:off x="3108960" y="1426464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Connect to any OpenAI-compatible endpoint</a:t>
            </a:r>
          </a:p>
        </p:txBody>
      </p:sp>
      <p:sp>
        <p:nvSpPr>
          <p:cNvPr id="13" name="TextBox 12"/>
          <p:cNvSpPr txBox="1"/>
          <p:nvPr/>
        </p:nvSpPr>
        <p:spPr>
          <a:xfrm>
            <a:off x="3108960" y="1572768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Best for: development, prototyping, demos</a:t>
            </a:r>
          </a:p>
        </p:txBody>
      </p:sp>
      <p:sp>
        <p:nvSpPr>
          <p:cNvPr id="14" name="Rounded Rectangle 13"/>
          <p:cNvSpPr/>
          <p:nvPr/>
        </p:nvSpPr>
        <p:spPr>
          <a:xfrm>
            <a:off x="18836640" y="5852160"/>
            <a:ext cx="15910559" cy="12435840"/>
          </a:xfrm>
          <a:prstGeom prst="roundRect">
            <a:avLst>
              <a:gd name="adj" fmla="val 4000"/>
            </a:avLst>
          </a:prstGeom>
          <a:solidFill>
            <a:srgbClr val="FFFFFF"/>
          </a:solidFill>
          <a:ln w="2540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8836640" y="5852160"/>
            <a:ext cx="15910559" cy="2011680"/>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8836640" y="5852160"/>
            <a:ext cx="15910559" cy="201168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Platform</a:t>
            </a:r>
          </a:p>
        </p:txBody>
      </p:sp>
      <p:sp>
        <p:nvSpPr>
          <p:cNvPr id="17" name="TextBox 16"/>
          <p:cNvSpPr txBox="1"/>
          <p:nvPr/>
        </p:nvSpPr>
        <p:spPr>
          <a:xfrm>
            <a:off x="18836640" y="8046720"/>
            <a:ext cx="15910559" cy="1463040"/>
          </a:xfrm>
          <a:prstGeom prst="rect">
            <a:avLst/>
          </a:prstGeom>
          <a:noFill/>
        </p:spPr>
        <p:txBody>
          <a:bodyPr wrap="square" lIns="50000" tIns="20000" rIns="50000" bIns="20000" anchor="t">
            <a:spAutoFit/>
          </a:bodyPr>
          <a:lstStyle/>
          <a:p>
            <a:pPr algn="ctr"/>
            <a:r>
              <a:rPr sz="4400" b="0" i="1">
                <a:solidFill>
                  <a:srgbClr val="5D1682"/>
                </a:solidFill>
                <a:latin typeface="NVIDIA Sans Medium"/>
              </a:rPr>
              <a:t>Distributed microservices, enterprise scale</a:t>
            </a:r>
          </a:p>
        </p:txBody>
      </p:sp>
      <p:sp>
        <p:nvSpPr>
          <p:cNvPr id="18" name="TextBox 17"/>
          <p:cNvSpPr txBox="1"/>
          <p:nvPr/>
        </p:nvSpPr>
        <p:spPr>
          <a:xfrm>
            <a:off x="19933920" y="987552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Deploy via NeMo Microservices Helm chart</a:t>
            </a:r>
          </a:p>
        </p:txBody>
      </p:sp>
      <p:sp>
        <p:nvSpPr>
          <p:cNvPr id="19" name="TextBox 18"/>
          <p:cNvSpPr txBox="1"/>
          <p:nvPr/>
        </p:nvSpPr>
        <p:spPr>
          <a:xfrm>
            <a:off x="19933920" y="1133856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Scales on Kubernetes</a:t>
            </a:r>
          </a:p>
        </p:txBody>
      </p:sp>
      <p:sp>
        <p:nvSpPr>
          <p:cNvPr id="20" name="TextBox 19"/>
          <p:cNvSpPr txBox="1"/>
          <p:nvPr/>
        </p:nvSpPr>
        <p:spPr>
          <a:xfrm>
            <a:off x="19933920" y="1280160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Horizontal scaling across workloads</a:t>
            </a:r>
          </a:p>
        </p:txBody>
      </p:sp>
      <p:sp>
        <p:nvSpPr>
          <p:cNvPr id="21" name="TextBox 20"/>
          <p:cNvSpPr txBox="1"/>
          <p:nvPr/>
        </p:nvSpPr>
        <p:spPr>
          <a:xfrm>
            <a:off x="19933920" y="1426464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Connect to NIMs on K8s or hosted endpoints</a:t>
            </a:r>
          </a:p>
        </p:txBody>
      </p:sp>
      <p:sp>
        <p:nvSpPr>
          <p:cNvPr id="22" name="TextBox 21"/>
          <p:cNvSpPr txBox="1"/>
          <p:nvPr/>
        </p:nvSpPr>
        <p:spPr>
          <a:xfrm>
            <a:off x="19933920" y="15727680"/>
            <a:ext cx="14630400" cy="1463040"/>
          </a:xfrm>
          <a:prstGeom prst="rect">
            <a:avLst/>
          </a:prstGeom>
          <a:noFill/>
        </p:spPr>
        <p:txBody>
          <a:bodyPr wrap="square" lIns="50000" tIns="20000" rIns="50000" bIns="20000" anchor="ctr">
            <a:spAutoFit/>
          </a:bodyPr>
          <a:lstStyle/>
          <a:p>
            <a:pPr algn="l"/>
            <a:r>
              <a:rPr sz="4000" b="0" i="0">
                <a:solidFill>
                  <a:srgbClr val="000000"/>
                </a:solidFill>
                <a:latin typeface="NVIDIA Sans Medium"/>
              </a:rPr>
              <a:t>✓  Best for: production, multi-tenant, governance</a:t>
            </a:r>
          </a:p>
        </p:txBody>
      </p:sp>
    </p:spTree>
    <p:extLst>
      <p:ext uri="{BB962C8B-B14F-4D97-AF65-F5344CB8AC3E}">
        <p14:creationId xmlns:p14="http://schemas.microsoft.com/office/powerpoint/2010/main" val="1623387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78ACD-B355-F052-7F26-F0A72C858DB1}"/>
            </a:ext>
          </a:extLst>
        </p:cNvPr>
        <p:cNvGrpSpPr/>
        <p:nvPr/>
      </p:nvGrpSpPr>
      <p:grpSpPr>
        <a:xfrm>
          <a:off x="0" y="0"/>
          <a:ext cx="0" cy="0"/>
          <a:chOff x="0" y="0"/>
          <a:chExt cx="0" cy="0"/>
        </a:xfrm>
      </p:grpSpPr>
      <p:sp>
        <p:nvSpPr>
          <p:cNvPr id="7" name="Google Shape;7011;p702">
            <a:extLst>
              <a:ext uri="{FF2B5EF4-FFF2-40B4-BE49-F238E27FC236}">
                <a16:creationId xmlns:a16="http://schemas.microsoft.com/office/drawing/2014/main" id="{CF103B36-E9AE-EA29-3046-48309C8F977C}"/>
              </a:ext>
            </a:extLst>
          </p:cNvPr>
          <p:cNvSpPr txBox="1"/>
          <p:nvPr/>
        </p:nvSpPr>
        <p:spPr>
          <a:xfrm>
            <a:off x="4709756" y="8322890"/>
            <a:ext cx="11536968" cy="7940514"/>
          </a:xfrm>
          <a:prstGeom prst="rect">
            <a:avLst/>
          </a:prstGeom>
          <a:noFill/>
          <a:ln>
            <a:noFill/>
          </a:ln>
        </p:spPr>
        <p:txBody>
          <a:bodyPr spcFirstLastPara="1" wrap="square" lIns="365700" tIns="365700" rIns="365700" bIns="365700" anchor="t" anchorCtr="0">
            <a:spAutoFit/>
          </a:bodyPr>
          <a:lst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a:lstStyle>
          <a:p>
            <a:r>
              <a:rPr lang="en-US" sz="3600" b="1">
                <a:solidFill>
                  <a:schemeClr val="lt1"/>
                </a:solidFill>
                <a:latin typeface="NVIDIA Sans"/>
                <a:cs typeface="NVIDIA Sans"/>
              </a:rPr>
              <a:t>Privacy-safe</a:t>
            </a:r>
            <a:endParaRPr lang="en-US" sz="3600">
              <a:solidFill>
                <a:schemeClr val="lt1"/>
              </a:solidFill>
              <a:latin typeface="NVIDIA Sans"/>
              <a:cs typeface="NVIDIA Sans"/>
            </a:endParaRPr>
          </a:p>
          <a:p>
            <a:r>
              <a:rPr lang="en-US" sz="3600">
                <a:solidFill>
                  <a:schemeClr val="lt1"/>
                </a:solidFill>
                <a:latin typeface="NVIDIA Sans"/>
                <a:cs typeface="NVIDIA Sans"/>
              </a:rPr>
              <a:t>Generate data using differential privacy – the gold standard providing mathematical guarantees.</a:t>
            </a:r>
            <a:endParaRPr lang="en-US" sz="3600">
              <a:solidFill>
                <a:schemeClr val="lt1"/>
              </a:solidFill>
              <a:cs typeface="Arial"/>
            </a:endParaRPr>
          </a:p>
          <a:p>
            <a:pPr>
              <a:buSzPts val="4400"/>
            </a:pPr>
            <a:endParaRPr lang="en-US" sz="3600">
              <a:solidFill>
                <a:schemeClr val="lt1"/>
              </a:solidFill>
              <a:latin typeface="NVIDIA Sans"/>
              <a:ea typeface="Calibri"/>
              <a:cs typeface="Calibri"/>
            </a:endParaRPr>
          </a:p>
          <a:p>
            <a:pPr>
              <a:buSzPts val="4400"/>
            </a:pPr>
            <a:endParaRPr lang="en-US" sz="3600">
              <a:solidFill>
                <a:schemeClr val="lt1"/>
              </a:solidFill>
              <a:latin typeface="NVIDIA Sans"/>
              <a:ea typeface="Calibri"/>
              <a:cs typeface="Calibri"/>
            </a:endParaRPr>
          </a:p>
          <a:p>
            <a:pPr>
              <a:buSzPts val="4400"/>
            </a:pPr>
            <a:r>
              <a:rPr lang="en-US" sz="3600" b="1">
                <a:solidFill>
                  <a:schemeClr val="lt1"/>
                </a:solidFill>
                <a:latin typeface="NVIDIA Sans"/>
                <a:ea typeface="Calibri"/>
                <a:cs typeface="NVIDIA Sans"/>
              </a:rPr>
              <a:t>Compliant</a:t>
            </a:r>
          </a:p>
          <a:p>
            <a:r>
              <a:rPr lang="en-US" sz="3600">
                <a:solidFill>
                  <a:schemeClr val="lt1"/>
                </a:solidFill>
                <a:latin typeface="NVIDIA Sans"/>
                <a:ea typeface="Calibri"/>
                <a:cs typeface="NVIDIA Sans"/>
              </a:rPr>
              <a:t>Adhere to data privacy requirements and regulations like HIPAA, GDPR, and CCPA.</a:t>
            </a:r>
          </a:p>
          <a:p>
            <a:pPr>
              <a:buSzPts val="4400"/>
            </a:pPr>
            <a:endParaRPr lang="en-US" sz="3600">
              <a:solidFill>
                <a:schemeClr val="lt1"/>
              </a:solidFill>
              <a:latin typeface="NVIDIA Sans"/>
              <a:ea typeface="Calibri"/>
              <a:cs typeface="Arial"/>
            </a:endParaRPr>
          </a:p>
          <a:p>
            <a:pPr>
              <a:buSzPts val="4400"/>
            </a:pPr>
            <a:endParaRPr lang="en-US" sz="3600">
              <a:solidFill>
                <a:schemeClr val="lt1"/>
              </a:solidFill>
              <a:latin typeface="NVIDIA Sans"/>
              <a:ea typeface="Calibri"/>
              <a:cs typeface="Arial"/>
            </a:endParaRPr>
          </a:p>
          <a:p>
            <a:r>
              <a:rPr lang="en-US" sz="3600" b="1">
                <a:solidFill>
                  <a:schemeClr val="lt1"/>
                </a:solidFill>
                <a:latin typeface="NVIDIA Sans"/>
                <a:ea typeface="Calibri"/>
                <a:cs typeface="NVIDIA Sans"/>
              </a:rPr>
              <a:t>Enterprise-grade</a:t>
            </a:r>
          </a:p>
          <a:p>
            <a:r>
              <a:rPr lang="en-US" sz="3600">
                <a:solidFill>
                  <a:schemeClr val="lt1"/>
                </a:solidFill>
                <a:latin typeface="NVIDIA Sans"/>
                <a:ea typeface="Calibri"/>
                <a:cs typeface="NVIDIA Sans"/>
              </a:rPr>
              <a:t>Synthesize sensitive data for safe, high-quality AI training and data sharing across organizations.</a:t>
            </a:r>
            <a:endParaRPr lang="en-US" sz="3600">
              <a:solidFill>
                <a:schemeClr val="lt1"/>
              </a:solidFill>
              <a:latin typeface="NVIDIA Sans"/>
              <a:ea typeface="Calibri"/>
              <a:cs typeface="Calibri"/>
            </a:endParaRPr>
          </a:p>
        </p:txBody>
      </p:sp>
      <p:pic>
        <p:nvPicPr>
          <p:cNvPr id="13" name="Picture 12" descr="A green and black logo&#10;&#10;AI-generated content may be incorrect.">
            <a:extLst>
              <a:ext uri="{FF2B5EF4-FFF2-40B4-BE49-F238E27FC236}">
                <a16:creationId xmlns:a16="http://schemas.microsoft.com/office/drawing/2014/main" id="{D0D7D87C-9FA5-DF96-04F0-797BCC5390CB}"/>
              </a:ext>
            </a:extLst>
          </p:cNvPr>
          <p:cNvPicPr>
            <a:picLocks noChangeAspect="1"/>
          </p:cNvPicPr>
          <p:nvPr/>
        </p:nvPicPr>
        <p:blipFill>
          <a:blip r:embed="rId3"/>
          <a:srcRect l="826" r="725" b="70"/>
          <a:stretch>
            <a:fillRect/>
          </a:stretch>
        </p:blipFill>
        <p:spPr>
          <a:xfrm>
            <a:off x="2639670" y="11018950"/>
            <a:ext cx="2093908" cy="2047652"/>
          </a:xfrm>
          <a:prstGeom prst="rect">
            <a:avLst/>
          </a:prstGeom>
        </p:spPr>
      </p:pic>
      <p:pic>
        <p:nvPicPr>
          <p:cNvPr id="15" name="Picture 14" descr="A green logo with a black background&#10;&#10;AI-generated content may be incorrect.">
            <a:extLst>
              <a:ext uri="{FF2B5EF4-FFF2-40B4-BE49-F238E27FC236}">
                <a16:creationId xmlns:a16="http://schemas.microsoft.com/office/drawing/2014/main" id="{B9246277-6E5C-253B-07CB-5375C5B79E71}"/>
              </a:ext>
            </a:extLst>
          </p:cNvPr>
          <p:cNvPicPr>
            <a:picLocks noChangeAspect="1"/>
          </p:cNvPicPr>
          <p:nvPr/>
        </p:nvPicPr>
        <p:blipFill>
          <a:blip r:embed="rId4"/>
          <a:srcRect l="1655" t="242" r="-126" b="-422"/>
          <a:stretch>
            <a:fillRect/>
          </a:stretch>
        </p:blipFill>
        <p:spPr>
          <a:xfrm>
            <a:off x="2623868" y="13663880"/>
            <a:ext cx="2023408" cy="2028952"/>
          </a:xfrm>
          <a:prstGeom prst="rect">
            <a:avLst/>
          </a:prstGeom>
        </p:spPr>
      </p:pic>
      <p:sp>
        <p:nvSpPr>
          <p:cNvPr id="21" name="Text Placeholder 43">
            <a:extLst>
              <a:ext uri="{FF2B5EF4-FFF2-40B4-BE49-F238E27FC236}">
                <a16:creationId xmlns:a16="http://schemas.microsoft.com/office/drawing/2014/main" id="{564FB8BE-1E35-A9F5-7BFE-A76D28A31C26}"/>
              </a:ext>
            </a:extLst>
          </p:cNvPr>
          <p:cNvSpPr txBox="1">
            <a:spLocks/>
          </p:cNvSpPr>
          <p:nvPr/>
        </p:nvSpPr>
        <p:spPr>
          <a:xfrm>
            <a:off x="2533052" y="5499556"/>
            <a:ext cx="14169296" cy="2738728"/>
          </a:xfrm>
          <a:prstGeom prst="rect">
            <a:avLst/>
          </a:prstGeom>
        </p:spPr>
        <p:txBody>
          <a:bodyPr lIns="274320" tIns="137160" rIns="274320" bIns="137160" anchor="t"/>
          <a:lst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a:lstStyle>
          <a:p>
            <a:br>
              <a:rPr lang="en-US" sz="3900">
                <a:latin typeface="NVIDIA Sans"/>
                <a:cs typeface="NVIDIA Sans"/>
              </a:rPr>
            </a:br>
            <a:r>
              <a:rPr lang="en" sz="3600" b="1">
                <a:solidFill>
                  <a:schemeClr val="bg1"/>
                </a:solidFill>
                <a:latin typeface="NVIDIA Sans"/>
                <a:cs typeface="NVIDIA Sans"/>
              </a:rPr>
              <a:t>Safe Synthesizer unlocks the insights of your sensitive data by generating privacy-safe, synthetic versions.</a:t>
            </a:r>
            <a:endParaRPr lang="en-US" sz="3600" b="1">
              <a:solidFill>
                <a:schemeClr val="bg1"/>
              </a:solidFill>
              <a:latin typeface="NVIDIA Sans"/>
              <a:cs typeface="NVIDIA Sans"/>
            </a:endParaRPr>
          </a:p>
          <a:p>
            <a:endParaRPr lang="en-US" sz="3900">
              <a:latin typeface="NVIDIA Sans"/>
              <a:cs typeface="NVIDIA Sans"/>
            </a:endParaRPr>
          </a:p>
        </p:txBody>
      </p:sp>
      <p:pic>
        <p:nvPicPr>
          <p:cNvPr id="14" name="Picture 13" descr="A green outline of a round object with a lock&#10;&#10;AI-generated content may be incorrect.">
            <a:extLst>
              <a:ext uri="{FF2B5EF4-FFF2-40B4-BE49-F238E27FC236}">
                <a16:creationId xmlns:a16="http://schemas.microsoft.com/office/drawing/2014/main" id="{6A3903D1-4A23-CA76-4112-D66FFD019FE7}"/>
              </a:ext>
            </a:extLst>
          </p:cNvPr>
          <p:cNvPicPr>
            <a:picLocks noChangeAspect="1"/>
          </p:cNvPicPr>
          <p:nvPr/>
        </p:nvPicPr>
        <p:blipFill>
          <a:blip r:embed="rId5"/>
          <a:stretch>
            <a:fillRect/>
          </a:stretch>
        </p:blipFill>
        <p:spPr>
          <a:xfrm>
            <a:off x="2390476" y="8484322"/>
            <a:ext cx="2470408" cy="1928892"/>
          </a:xfrm>
          <a:prstGeom prst="rect">
            <a:avLst/>
          </a:prstGeom>
        </p:spPr>
      </p:pic>
      <p:sp>
        <p:nvSpPr>
          <p:cNvPr id="6" name="TextBox 5">
            <a:extLst>
              <a:ext uri="{FF2B5EF4-FFF2-40B4-BE49-F238E27FC236}">
                <a16:creationId xmlns:a16="http://schemas.microsoft.com/office/drawing/2014/main" id="{71F49B06-D1EB-2755-D2DD-8F9054A82891}"/>
              </a:ext>
            </a:extLst>
          </p:cNvPr>
          <p:cNvSpPr txBox="1"/>
          <p:nvPr/>
        </p:nvSpPr>
        <p:spPr>
          <a:xfrm>
            <a:off x="18358752" y="14556928"/>
            <a:ext cx="16386968" cy="1938992"/>
          </a:xfrm>
          <a:prstGeom prst="rect">
            <a:avLst/>
          </a:prstGeom>
          <a:noFill/>
        </p:spPr>
        <p:txBody>
          <a:bodyPr wrap="square" lIns="274320" tIns="137160" rIns="274320" bIns="137160" anchor="t">
            <a:spAutoFit/>
          </a:bodyPr>
          <a:lst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a:lstStyle>
          <a:p>
            <a:r>
              <a:rPr lang="en" sz="3600">
                <a:solidFill>
                  <a:schemeClr val="bg1"/>
                </a:solidFill>
                <a:latin typeface="NVIDIA Sans"/>
                <a:cs typeface="NVIDIA Sans"/>
              </a:rPr>
              <a:t>Built-in evaluation template to ensure that the synthetic data is both </a:t>
            </a:r>
            <a:r>
              <a:rPr lang="en" sz="3600" b="1">
                <a:solidFill>
                  <a:schemeClr val="bg1"/>
                </a:solidFill>
                <a:latin typeface="NVIDIA Sans"/>
                <a:cs typeface="NVIDIA Sans"/>
              </a:rPr>
              <a:t>high-quality and safeguarded </a:t>
            </a:r>
            <a:r>
              <a:rPr lang="en" sz="3600">
                <a:solidFill>
                  <a:schemeClr val="bg1"/>
                </a:solidFill>
                <a:latin typeface="NVIDIA Sans"/>
                <a:cs typeface="NVIDIA Sans"/>
              </a:rPr>
              <a:t>against adversarial attacks or reidentification.</a:t>
            </a:r>
            <a:endParaRPr lang="en-US" sz="3600">
              <a:solidFill>
                <a:schemeClr val="bg1"/>
              </a:solidFill>
              <a:latin typeface="NVIDIA Sans"/>
              <a:cs typeface="NVIDIA Sans"/>
            </a:endParaRPr>
          </a:p>
        </p:txBody>
      </p:sp>
      <p:pic>
        <p:nvPicPr>
          <p:cNvPr id="9" name="Picture 8" descr="A green and black rectangle with text&#10;&#10;AI-generated content may be incorrect.">
            <a:extLst>
              <a:ext uri="{FF2B5EF4-FFF2-40B4-BE49-F238E27FC236}">
                <a16:creationId xmlns:a16="http://schemas.microsoft.com/office/drawing/2014/main" id="{37EC17C3-7A13-3A80-0B3D-114B7F3B0E7D}"/>
              </a:ext>
            </a:extLst>
          </p:cNvPr>
          <p:cNvPicPr>
            <a:picLocks noChangeAspect="1"/>
          </p:cNvPicPr>
          <p:nvPr/>
        </p:nvPicPr>
        <p:blipFill>
          <a:blip r:embed="rId6"/>
          <a:srcRect r="9004" b="-1103"/>
          <a:stretch>
            <a:fillRect/>
          </a:stretch>
        </p:blipFill>
        <p:spPr>
          <a:xfrm>
            <a:off x="18351130" y="5712540"/>
            <a:ext cx="15701140" cy="3496360"/>
          </a:xfrm>
          <a:prstGeom prst="rect">
            <a:avLst/>
          </a:prstGeom>
        </p:spPr>
      </p:pic>
      <p:pic>
        <p:nvPicPr>
          <p:cNvPr id="11" name="Picture 10" descr="A green rectangle with text&#10;&#10;AI-generated content may be incorrect.">
            <a:extLst>
              <a:ext uri="{FF2B5EF4-FFF2-40B4-BE49-F238E27FC236}">
                <a16:creationId xmlns:a16="http://schemas.microsoft.com/office/drawing/2014/main" id="{49E9BA73-E838-6A52-A3FE-F545937B93E5}"/>
              </a:ext>
            </a:extLst>
          </p:cNvPr>
          <p:cNvPicPr>
            <a:picLocks noChangeAspect="1"/>
          </p:cNvPicPr>
          <p:nvPr/>
        </p:nvPicPr>
        <p:blipFill>
          <a:blip r:embed="rId7"/>
          <a:srcRect t="-4621" r="3337" b="3139"/>
          <a:stretch>
            <a:fillRect/>
          </a:stretch>
        </p:blipFill>
        <p:spPr>
          <a:xfrm>
            <a:off x="18348372" y="10035498"/>
            <a:ext cx="15705560" cy="3511772"/>
          </a:xfrm>
          <a:prstGeom prst="rect">
            <a:avLst/>
          </a:prstGeom>
        </p:spPr>
      </p:pic>
      <p:sp>
        <p:nvSpPr>
          <p:cNvPr id="3" name="Title 2">
            <a:extLst>
              <a:ext uri="{FF2B5EF4-FFF2-40B4-BE49-F238E27FC236}">
                <a16:creationId xmlns:a16="http://schemas.microsoft.com/office/drawing/2014/main" id="{503D709A-E2B5-8D27-CC63-3B7434B60761}"/>
              </a:ext>
            </a:extLst>
          </p:cNvPr>
          <p:cNvSpPr>
            <a:spLocks noGrp="1"/>
          </p:cNvSpPr>
          <p:nvPr>
            <p:ph type="title"/>
          </p:nvPr>
        </p:nvSpPr>
        <p:spPr/>
        <p:txBody>
          <a:bodyPr/>
          <a:lstStyle/>
          <a:p>
            <a:r>
              <a:rPr lang="en-US"/>
              <a:t>NVIDIA </a:t>
            </a:r>
            <a:r>
              <a:rPr lang="en-US" err="1"/>
              <a:t>NeMo</a:t>
            </a:r>
            <a:r>
              <a:rPr lang="en-US">
                <a:latin typeface="NVIDIA Sans"/>
                <a:cs typeface="NVIDIA Sans"/>
              </a:rPr>
              <a:t> Safe Synthesizer</a:t>
            </a:r>
            <a:endParaRPr lang="en-US"/>
          </a:p>
        </p:txBody>
      </p:sp>
      <p:sp>
        <p:nvSpPr>
          <p:cNvPr id="5" name="Subtitle 4">
            <a:extLst>
              <a:ext uri="{FF2B5EF4-FFF2-40B4-BE49-F238E27FC236}">
                <a16:creationId xmlns:a16="http://schemas.microsoft.com/office/drawing/2014/main" id="{5D75F63D-E3F4-7F60-553C-780373184296}"/>
              </a:ext>
            </a:extLst>
          </p:cNvPr>
          <p:cNvSpPr>
            <a:spLocks noGrp="1"/>
          </p:cNvSpPr>
          <p:nvPr>
            <p:ph type="subTitle" idx="3"/>
          </p:nvPr>
        </p:nvSpPr>
        <p:spPr/>
        <p:txBody>
          <a:bodyPr/>
          <a:lstStyle/>
          <a:p>
            <a:endParaRPr lang="en-US"/>
          </a:p>
          <a:p>
            <a:r>
              <a:rPr lang="en-US"/>
              <a:t>Create privacy-safe data</a:t>
            </a:r>
          </a:p>
        </p:txBody>
      </p:sp>
    </p:spTree>
    <p:extLst>
      <p:ext uri="{BB962C8B-B14F-4D97-AF65-F5344CB8AC3E}">
        <p14:creationId xmlns:p14="http://schemas.microsoft.com/office/powerpoint/2010/main" val="2400147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p117"/>
          <p:cNvSpPr txBox="1">
            <a:spLocks noGrp="1"/>
          </p:cNvSpPr>
          <p:nvPr>
            <p:ph type="body" idx="1"/>
          </p:nvPr>
        </p:nvSpPr>
        <p:spPr>
          <a:xfrm>
            <a:off x="7040880" y="4495502"/>
            <a:ext cx="21941624" cy="11312204"/>
          </a:xfrm>
          <a:prstGeom prst="rect">
            <a:avLst/>
          </a:prstGeom>
          <a:noFill/>
          <a:ln>
            <a:noFill/>
          </a:ln>
        </p:spPr>
        <p:txBody>
          <a:bodyPr spcFirstLastPara="1" wrap="square" lIns="91400" tIns="45700" rIns="91400" bIns="45700" anchor="t" anchorCtr="0">
            <a:noAutofit/>
          </a:bodyPr>
          <a:lstStyle/>
          <a:p>
            <a:pPr marL="0" indent="0">
              <a:lnSpc>
                <a:spcPct val="100000"/>
              </a:lnSpc>
              <a:spcBef>
                <a:spcPts val="0"/>
              </a:spcBef>
              <a:buSzPts val="1200"/>
              <a:buNone/>
            </a:pPr>
            <a:r>
              <a:rPr lang="en" sz="4000" b="1">
                <a:solidFill>
                  <a:schemeClr val="dk2"/>
                </a:solidFill>
              </a:rPr>
              <a:t>Level 1 (Basic) - Data masking using Transform API</a:t>
            </a:r>
            <a:br>
              <a:rPr lang="en" sz="4000" b="1">
                <a:solidFill>
                  <a:schemeClr val="dk2"/>
                </a:solidFill>
              </a:rPr>
            </a:br>
            <a:endParaRPr sz="4000">
              <a:solidFill>
                <a:schemeClr val="dk2"/>
              </a:solidFill>
            </a:endParaRPr>
          </a:p>
          <a:p>
            <a:pPr marL="0" lvl="1" indent="0">
              <a:lnSpc>
                <a:spcPct val="100000"/>
              </a:lnSpc>
              <a:spcBef>
                <a:spcPts val="0"/>
              </a:spcBef>
              <a:buClr>
                <a:srgbClr val="000000"/>
              </a:buClr>
              <a:buSzPts val="1200"/>
              <a:buNone/>
            </a:pPr>
            <a:r>
              <a:rPr lang="en" sz="3600" b="1">
                <a:solidFill>
                  <a:srgbClr val="000000"/>
                </a:solidFill>
              </a:rPr>
              <a:t>Use case: </a:t>
            </a:r>
            <a:r>
              <a:rPr lang="en" sz="3600">
                <a:solidFill>
                  <a:srgbClr val="000000"/>
                </a:solidFill>
              </a:rPr>
              <a:t>Internal analytics with low-sensitivity data</a:t>
            </a:r>
            <a:endParaRPr/>
          </a:p>
          <a:p>
            <a:pPr marL="0" lvl="1" indent="0">
              <a:lnSpc>
                <a:spcPct val="100000"/>
              </a:lnSpc>
              <a:spcBef>
                <a:spcPts val="0"/>
              </a:spcBef>
              <a:buClr>
                <a:srgbClr val="000000"/>
              </a:buClr>
              <a:buSzPts val="1200"/>
              <a:buNone/>
            </a:pPr>
            <a:r>
              <a:rPr lang="en" sz="3600" b="1">
                <a:solidFill>
                  <a:srgbClr val="000000"/>
                </a:solidFill>
                <a:highlight>
                  <a:srgbClr val="FFFF00"/>
                </a:highlight>
              </a:rPr>
              <a:t>Limitations: </a:t>
            </a:r>
            <a:r>
              <a:rPr lang="en" sz="3600">
                <a:solidFill>
                  <a:srgbClr val="000000"/>
                </a:solidFill>
                <a:highlight>
                  <a:srgbClr val="FFFF00"/>
                </a:highlight>
              </a:rPr>
              <a:t>Vulnerable to data linkage, membership inference, and re-identification attacks.</a:t>
            </a:r>
            <a:endParaRPr/>
          </a:p>
          <a:p>
            <a:pPr marL="0" lvl="1" indent="0">
              <a:lnSpc>
                <a:spcPct val="100000"/>
              </a:lnSpc>
              <a:spcBef>
                <a:spcPts val="0"/>
              </a:spcBef>
              <a:buClr>
                <a:srgbClr val="000000"/>
              </a:buClr>
              <a:buSzPts val="1200"/>
              <a:buNone/>
            </a:pPr>
            <a:r>
              <a:rPr lang="en" sz="3600">
                <a:solidFill>
                  <a:srgbClr val="000000"/>
                </a:solidFill>
              </a:rPr>
              <a:t>While direct PII is removed, an attacker with access to a database could still identify a specific person by matching the combination of age, zip code, and height, demonstrating why masking alone isn't sufficient for sensitive data.</a:t>
            </a:r>
            <a:br>
              <a:rPr lang="en" sz="3600">
                <a:solidFill>
                  <a:srgbClr val="000000"/>
                </a:solidFill>
              </a:rPr>
            </a:br>
            <a:br>
              <a:rPr lang="en" sz="3600">
                <a:solidFill>
                  <a:srgbClr val="000000"/>
                </a:solidFill>
              </a:rPr>
            </a:br>
            <a:endParaRPr sz="3600">
              <a:solidFill>
                <a:srgbClr val="000000"/>
              </a:solidFill>
            </a:endParaRPr>
          </a:p>
          <a:p>
            <a:pPr marL="0" indent="0">
              <a:lnSpc>
                <a:spcPct val="100000"/>
              </a:lnSpc>
              <a:spcBef>
                <a:spcPts val="0"/>
              </a:spcBef>
              <a:buSzPts val="1200"/>
              <a:buNone/>
            </a:pPr>
            <a:r>
              <a:rPr lang="en" sz="4000" b="1">
                <a:solidFill>
                  <a:schemeClr val="dk2"/>
                </a:solidFill>
              </a:rPr>
              <a:t>Level 2 - Synthetic data generation</a:t>
            </a:r>
            <a:endParaRPr sz="4000">
              <a:solidFill>
                <a:schemeClr val="dk2"/>
              </a:solidFill>
            </a:endParaRPr>
          </a:p>
          <a:p>
            <a:pPr marL="0" lvl="1" indent="0">
              <a:lnSpc>
                <a:spcPct val="100000"/>
              </a:lnSpc>
              <a:spcBef>
                <a:spcPts val="0"/>
              </a:spcBef>
              <a:buClr>
                <a:srgbClr val="000000"/>
              </a:buClr>
              <a:buSzPts val="1200"/>
              <a:buNone/>
            </a:pPr>
            <a:br>
              <a:rPr lang="en" sz="3600" b="1">
                <a:solidFill>
                  <a:srgbClr val="000000"/>
                </a:solidFill>
              </a:rPr>
            </a:br>
            <a:r>
              <a:rPr lang="en" sz="3600" b="1">
                <a:solidFill>
                  <a:srgbClr val="000000"/>
                </a:solidFill>
              </a:rPr>
              <a:t>Use case:</a:t>
            </a:r>
            <a:r>
              <a:rPr lang="en" sz="3600">
                <a:solidFill>
                  <a:srgbClr val="000000"/>
                </a:solidFill>
              </a:rPr>
              <a:t> Training non-production models, data exploration</a:t>
            </a:r>
            <a:endParaRPr/>
          </a:p>
          <a:p>
            <a:pPr marL="0" lvl="1" indent="0">
              <a:lnSpc>
                <a:spcPct val="100000"/>
              </a:lnSpc>
              <a:spcBef>
                <a:spcPts val="0"/>
              </a:spcBef>
              <a:buClr>
                <a:srgbClr val="000000"/>
              </a:buClr>
              <a:buSzPts val="1200"/>
              <a:buNone/>
            </a:pPr>
            <a:r>
              <a:rPr lang="en" sz="3600" b="1">
                <a:solidFill>
                  <a:srgbClr val="000000"/>
                </a:solidFill>
              </a:rPr>
              <a:t>Features: </a:t>
            </a:r>
            <a:r>
              <a:rPr lang="en" sz="3600">
                <a:solidFill>
                  <a:srgbClr val="000000"/>
                </a:solidFill>
              </a:rPr>
              <a:t>Maintains statistical properties while generating new data, including altering distributions</a:t>
            </a:r>
            <a:br>
              <a:rPr lang="en">
                <a:solidFill>
                  <a:srgbClr val="000000"/>
                </a:solidFill>
              </a:rPr>
            </a:br>
            <a:br>
              <a:rPr lang="en">
                <a:solidFill>
                  <a:srgbClr val="000000"/>
                </a:solidFill>
              </a:rPr>
            </a:br>
            <a:endParaRPr sz="3600">
              <a:solidFill>
                <a:srgbClr val="000000"/>
              </a:solidFill>
            </a:endParaRPr>
          </a:p>
          <a:p>
            <a:pPr marL="0" indent="0">
              <a:lnSpc>
                <a:spcPct val="100000"/>
              </a:lnSpc>
              <a:spcBef>
                <a:spcPts val="0"/>
              </a:spcBef>
              <a:buSzPts val="1200"/>
              <a:buNone/>
            </a:pPr>
            <a:r>
              <a:rPr lang="en" sz="4000" b="1">
                <a:solidFill>
                  <a:schemeClr val="dk2"/>
                </a:solidFill>
              </a:rPr>
              <a:t>Level 3 - Differential privacy-enabled synthetic data</a:t>
            </a:r>
            <a:endParaRPr sz="4000">
              <a:solidFill>
                <a:schemeClr val="dk2"/>
              </a:solidFill>
            </a:endParaRPr>
          </a:p>
          <a:p>
            <a:pPr marL="0" lvl="1" indent="0">
              <a:lnSpc>
                <a:spcPct val="100000"/>
              </a:lnSpc>
              <a:spcBef>
                <a:spcPts val="0"/>
              </a:spcBef>
              <a:buClr>
                <a:srgbClr val="000000"/>
              </a:buClr>
              <a:buSzPts val="1200"/>
              <a:buNone/>
            </a:pPr>
            <a:br>
              <a:rPr lang="en" sz="3600" b="1">
                <a:solidFill>
                  <a:srgbClr val="000000"/>
                </a:solidFill>
              </a:rPr>
            </a:br>
            <a:r>
              <a:rPr lang="en" sz="3600" b="1">
                <a:solidFill>
                  <a:srgbClr val="000000"/>
                </a:solidFill>
              </a:rPr>
              <a:t>Use case: </a:t>
            </a:r>
            <a:r>
              <a:rPr lang="en" sz="3600">
                <a:solidFill>
                  <a:srgbClr val="000000"/>
                </a:solidFill>
              </a:rPr>
              <a:t>Training production models, sharing data with partners</a:t>
            </a:r>
            <a:endParaRPr/>
          </a:p>
          <a:p>
            <a:pPr marL="0" lvl="1" indent="0">
              <a:lnSpc>
                <a:spcPct val="100000"/>
              </a:lnSpc>
              <a:spcBef>
                <a:spcPts val="0"/>
              </a:spcBef>
              <a:buClr>
                <a:srgbClr val="000000"/>
              </a:buClr>
              <a:buSzPts val="1200"/>
              <a:buNone/>
            </a:pPr>
            <a:r>
              <a:rPr lang="en" sz="3600" b="1">
                <a:solidFill>
                  <a:srgbClr val="000000"/>
                </a:solidFill>
              </a:rPr>
              <a:t>Features: </a:t>
            </a:r>
            <a:r>
              <a:rPr lang="en" sz="3600">
                <a:solidFill>
                  <a:srgbClr val="000000"/>
                </a:solidFill>
              </a:rPr>
              <a:t>Mathematical privacy guarantees, protection against inference attacks</a:t>
            </a:r>
            <a:endParaRPr/>
          </a:p>
          <a:p>
            <a:pPr marL="0" indent="0" algn="ctr">
              <a:lnSpc>
                <a:spcPct val="100000"/>
              </a:lnSpc>
              <a:spcBef>
                <a:spcPts val="0"/>
              </a:spcBef>
              <a:buSzPts val="1200"/>
              <a:buNone/>
            </a:pPr>
            <a:endParaRPr sz="4000">
              <a:solidFill>
                <a:schemeClr val="dk2"/>
              </a:solidFill>
            </a:endParaRPr>
          </a:p>
        </p:txBody>
      </p:sp>
      <p:sp>
        <p:nvSpPr>
          <p:cNvPr id="1101" name="Google Shape;1101;p117"/>
          <p:cNvSpPr txBox="1">
            <a:spLocks noGrp="1"/>
          </p:cNvSpPr>
          <p:nvPr>
            <p:ph type="body" idx="1"/>
          </p:nvPr>
        </p:nvSpPr>
        <p:spPr>
          <a:xfrm>
            <a:off x="2514600" y="2487168"/>
            <a:ext cx="31546800" cy="1408200"/>
          </a:xfrm>
          <a:prstGeom prst="rect">
            <a:avLst/>
          </a:prstGeom>
          <a:noFill/>
          <a:ln>
            <a:noFill/>
          </a:ln>
        </p:spPr>
        <p:txBody>
          <a:bodyPr spcFirstLastPara="1" wrap="square" lIns="91400" tIns="45700" rIns="91400" bIns="45700" anchor="t" anchorCtr="0">
            <a:noAutofit/>
          </a:bodyPr>
          <a:lstStyle/>
          <a:p>
            <a:pPr marL="0" indent="0" algn="ctr">
              <a:spcBef>
                <a:spcPts val="0"/>
              </a:spcBef>
              <a:buNone/>
            </a:pPr>
            <a:r>
              <a:rPr lang="en" sz="4800">
                <a:solidFill>
                  <a:schemeClr val="dk2"/>
                </a:solidFill>
              </a:rPr>
              <a:t>Privacy &lt;&gt; Utility Tradeoff</a:t>
            </a:r>
            <a:endParaRPr/>
          </a:p>
        </p:txBody>
      </p:sp>
      <p:sp>
        <p:nvSpPr>
          <p:cNvPr id="1102" name="Google Shape;1102;p117"/>
          <p:cNvSpPr txBox="1">
            <a:spLocks noGrp="1"/>
          </p:cNvSpPr>
          <p:nvPr>
            <p:ph type="title"/>
          </p:nvPr>
        </p:nvSpPr>
        <p:spPr>
          <a:xfrm>
            <a:off x="2514600" y="0"/>
            <a:ext cx="31546800" cy="2514600"/>
          </a:xfrm>
          <a:prstGeom prst="rect">
            <a:avLst/>
          </a:prstGeom>
          <a:noFill/>
          <a:ln>
            <a:noFill/>
          </a:ln>
        </p:spPr>
        <p:txBody>
          <a:bodyPr spcFirstLastPara="1" wrap="square" lIns="91400" tIns="45700" rIns="91400" bIns="45700" anchor="b" anchorCtr="0">
            <a:normAutofit/>
          </a:bodyPr>
          <a:lstStyle/>
          <a:p>
            <a:r>
              <a:rPr lang="en"/>
              <a:t>Data Privacy 101</a:t>
            </a:r>
            <a:endParaRPr/>
          </a:p>
        </p:txBody>
      </p:sp>
      <p:sp>
        <p:nvSpPr>
          <p:cNvPr id="1103" name="Google Shape;1103;p117"/>
          <p:cNvSpPr/>
          <p:nvPr/>
        </p:nvSpPr>
        <p:spPr>
          <a:xfrm>
            <a:off x="4865630" y="4482158"/>
            <a:ext cx="1212980" cy="11822988"/>
          </a:xfrm>
          <a:prstGeom prst="downArrow">
            <a:avLst>
              <a:gd name="adj1" fmla="val 50000"/>
              <a:gd name="adj2" fmla="val 50000"/>
            </a:avLst>
          </a:prstGeom>
          <a:solidFill>
            <a:schemeClr val="dk2"/>
          </a:solidFill>
          <a:ln w="12700" cap="flat" cmpd="sng">
            <a:solidFill>
              <a:srgbClr val="00382A"/>
            </a:solidFill>
            <a:prstDash val="solid"/>
            <a:round/>
            <a:headEnd type="none" w="sm" len="sm"/>
            <a:tailEnd type="none" w="sm" len="sm"/>
          </a:ln>
        </p:spPr>
        <p:txBody>
          <a:bodyPr spcFirstLastPara="1" wrap="square" lIns="365700" tIns="182800" rIns="365700" bIns="182800" anchor="ctr" anchorCtr="0">
            <a:noAutofit/>
          </a:bodyPr>
          <a:lstStyle/>
          <a:p>
            <a:pPr algn="ctr"/>
            <a:endParaRPr sz="1400">
              <a:solidFill>
                <a:schemeClr val="lt1"/>
              </a:solidFill>
              <a:latin typeface="NVIDIA Sans"/>
              <a:ea typeface="NVIDIA Sans"/>
              <a:cs typeface="NVIDIA Sans"/>
              <a:sym typeface="NVIDIA Sans"/>
            </a:endParaRPr>
          </a:p>
        </p:txBody>
      </p:sp>
      <p:sp>
        <p:nvSpPr>
          <p:cNvPr id="1104" name="Google Shape;1104;p117"/>
          <p:cNvSpPr/>
          <p:nvPr/>
        </p:nvSpPr>
        <p:spPr>
          <a:xfrm rot="10800000">
            <a:off x="29295790" y="4482162"/>
            <a:ext cx="1212980" cy="11822988"/>
          </a:xfrm>
          <a:prstGeom prst="downArrow">
            <a:avLst>
              <a:gd name="adj1" fmla="val 50000"/>
              <a:gd name="adj2" fmla="val 50000"/>
            </a:avLst>
          </a:prstGeom>
          <a:solidFill>
            <a:schemeClr val="dk2"/>
          </a:solidFill>
          <a:ln w="12700" cap="flat" cmpd="sng">
            <a:solidFill>
              <a:srgbClr val="00382A"/>
            </a:solidFill>
            <a:prstDash val="solid"/>
            <a:round/>
            <a:headEnd type="none" w="sm" len="sm"/>
            <a:tailEnd type="none" w="sm" len="sm"/>
          </a:ln>
        </p:spPr>
        <p:txBody>
          <a:bodyPr spcFirstLastPara="1" wrap="square" lIns="365700" tIns="182800" rIns="365700" bIns="182800" anchor="ctr" anchorCtr="0">
            <a:noAutofit/>
          </a:bodyPr>
          <a:lstStyle/>
          <a:p>
            <a:pPr algn="ctr"/>
            <a:endParaRPr sz="1400">
              <a:solidFill>
                <a:schemeClr val="lt1"/>
              </a:solidFill>
              <a:latin typeface="NVIDIA Sans"/>
              <a:ea typeface="NVIDIA Sans"/>
              <a:cs typeface="NVIDIA Sans"/>
              <a:sym typeface="NVIDIA Sans"/>
            </a:endParaRPr>
          </a:p>
        </p:txBody>
      </p:sp>
      <p:sp>
        <p:nvSpPr>
          <p:cNvPr id="1105" name="Google Shape;1105;p117"/>
          <p:cNvSpPr txBox="1"/>
          <p:nvPr/>
        </p:nvSpPr>
        <p:spPr>
          <a:xfrm rot="-5400000">
            <a:off x="2040674" y="10310387"/>
            <a:ext cx="4476868" cy="1107834"/>
          </a:xfrm>
          <a:prstGeom prst="rect">
            <a:avLst/>
          </a:prstGeom>
          <a:noFill/>
          <a:ln>
            <a:noFill/>
          </a:ln>
        </p:spPr>
        <p:txBody>
          <a:bodyPr spcFirstLastPara="1" wrap="square" lIns="365700" tIns="182800" rIns="365700" bIns="182800" anchor="t" anchorCtr="0">
            <a:spAutoFit/>
          </a:bodyPr>
          <a:lstStyle/>
          <a:p>
            <a:r>
              <a:rPr lang="en" sz="4800">
                <a:solidFill>
                  <a:srgbClr val="000000"/>
                </a:solidFill>
                <a:latin typeface="NVIDIA Sans"/>
                <a:ea typeface="NVIDIA Sans"/>
                <a:cs typeface="NVIDIA Sans"/>
                <a:sym typeface="NVIDIA Sans"/>
              </a:rPr>
              <a:t>More Privacy</a:t>
            </a:r>
            <a:endParaRPr sz="7200"/>
          </a:p>
        </p:txBody>
      </p:sp>
      <p:sp>
        <p:nvSpPr>
          <p:cNvPr id="1106" name="Google Shape;1106;p117"/>
          <p:cNvSpPr txBox="1"/>
          <p:nvPr/>
        </p:nvSpPr>
        <p:spPr>
          <a:xfrm rot="5400000">
            <a:off x="28673954" y="10310383"/>
            <a:ext cx="4784644" cy="1107834"/>
          </a:xfrm>
          <a:prstGeom prst="rect">
            <a:avLst/>
          </a:prstGeom>
          <a:noFill/>
          <a:ln>
            <a:noFill/>
          </a:ln>
        </p:spPr>
        <p:txBody>
          <a:bodyPr spcFirstLastPara="1" wrap="square" lIns="365700" tIns="182800" rIns="365700" bIns="182800" anchor="t" anchorCtr="0">
            <a:spAutoFit/>
          </a:bodyPr>
          <a:lstStyle/>
          <a:p>
            <a:r>
              <a:rPr lang="en" sz="4800">
                <a:solidFill>
                  <a:srgbClr val="000000"/>
                </a:solidFill>
                <a:latin typeface="NVIDIA Sans"/>
                <a:ea typeface="NVIDIA Sans"/>
                <a:cs typeface="NVIDIA Sans"/>
                <a:sym typeface="NVIDIA Sans"/>
              </a:rPr>
              <a:t>Better Quality</a:t>
            </a:r>
            <a:endParaRPr sz="7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0"/>
        <p:cNvGrpSpPr/>
        <p:nvPr/>
      </p:nvGrpSpPr>
      <p:grpSpPr>
        <a:xfrm>
          <a:off x="0" y="0"/>
          <a:ext cx="0" cy="0"/>
          <a:chOff x="0" y="0"/>
          <a:chExt cx="0" cy="0"/>
        </a:xfrm>
      </p:grpSpPr>
      <p:sp>
        <p:nvSpPr>
          <p:cNvPr id="1111" name="Google Shape;1111;p118"/>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r>
              <a:rPr lang="en" err="1"/>
              <a:t>NeMo</a:t>
            </a:r>
            <a:r>
              <a:rPr lang="en"/>
              <a:t> Safe Synthesizer - Popular Use Cases</a:t>
            </a:r>
            <a:endParaRPr b="0"/>
          </a:p>
        </p:txBody>
      </p:sp>
      <p:sp>
        <p:nvSpPr>
          <p:cNvPr id="1112" name="Google Shape;1112;p118"/>
          <p:cNvSpPr txBox="1">
            <a:spLocks noGrp="1"/>
          </p:cNvSpPr>
          <p:nvPr>
            <p:ph type="subTitle" idx="1"/>
          </p:nvPr>
        </p:nvSpPr>
        <p:spPr>
          <a:xfrm>
            <a:off x="2514600" y="2487168"/>
            <a:ext cx="31546800" cy="1408800"/>
          </a:xfrm>
          <a:prstGeom prst="rect">
            <a:avLst/>
          </a:prstGeom>
          <a:noFill/>
          <a:ln>
            <a:noFill/>
          </a:ln>
        </p:spPr>
        <p:txBody>
          <a:bodyPr spcFirstLastPara="1" wrap="square" lIns="91400" tIns="45700" rIns="91400" bIns="45700" anchor="t" anchorCtr="0">
            <a:noAutofit/>
          </a:bodyPr>
          <a:lstStyle/>
          <a:p>
            <a:r>
              <a:rPr lang="en">
                <a:solidFill>
                  <a:srgbClr val="76B900"/>
                </a:solidFill>
              </a:rPr>
              <a:t>Built for highly regulated industries where data security is paramount </a:t>
            </a:r>
            <a:endParaRPr/>
          </a:p>
          <a:p>
            <a:endParaRPr sz="4400">
              <a:solidFill>
                <a:srgbClr val="FFFFFF"/>
              </a:solidFill>
            </a:endParaRPr>
          </a:p>
        </p:txBody>
      </p:sp>
      <p:sp>
        <p:nvSpPr>
          <p:cNvPr id="1113" name="Google Shape;1113;p118"/>
          <p:cNvSpPr/>
          <p:nvPr/>
        </p:nvSpPr>
        <p:spPr>
          <a:xfrm>
            <a:off x="12952852" y="5868564"/>
            <a:ext cx="10770000" cy="96732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114" name="Google Shape;1114;p118"/>
          <p:cNvSpPr txBox="1"/>
          <p:nvPr/>
        </p:nvSpPr>
        <p:spPr>
          <a:xfrm>
            <a:off x="13836528" y="10727864"/>
            <a:ext cx="9237600" cy="15756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800"/>
            </a:pPr>
            <a:r>
              <a:rPr lang="en" sz="4000">
                <a:solidFill>
                  <a:srgbClr val="000000"/>
                </a:solidFill>
                <a:latin typeface="NVIDIA Sans"/>
                <a:ea typeface="NVIDIA Sans"/>
                <a:cs typeface="NVIDIA Sans"/>
                <a:sym typeface="NVIDIA Sans"/>
              </a:rPr>
              <a:t>Protect patient privacy while enabling medical research and data sharing across institutions.</a:t>
            </a:r>
            <a:endParaRPr sz="4000" b="1">
              <a:solidFill>
                <a:srgbClr val="000000"/>
              </a:solidFill>
              <a:latin typeface="NVIDIA Sans"/>
              <a:ea typeface="NVIDIA Sans"/>
              <a:cs typeface="NVIDIA Sans"/>
              <a:sym typeface="NVIDIA Sans"/>
            </a:endParaRPr>
          </a:p>
        </p:txBody>
      </p:sp>
      <p:pic>
        <p:nvPicPr>
          <p:cNvPr id="1115" name="Google Shape;1115;p118" descr="A green cross in a circle&#10;&#10;AI-generated content may be incorrect."/>
          <p:cNvPicPr preferRelativeResize="0"/>
          <p:nvPr/>
        </p:nvPicPr>
        <p:blipFill rotWithShape="1">
          <a:blip r:embed="rId3">
            <a:alphaModFix/>
          </a:blip>
          <a:srcRect/>
          <a:stretch/>
        </p:blipFill>
        <p:spPr>
          <a:xfrm>
            <a:off x="13477498" y="6579506"/>
            <a:ext cx="2098964" cy="2098964"/>
          </a:xfrm>
          <a:prstGeom prst="rect">
            <a:avLst/>
          </a:prstGeom>
          <a:noFill/>
          <a:ln>
            <a:noFill/>
          </a:ln>
        </p:spPr>
      </p:pic>
      <p:sp>
        <p:nvSpPr>
          <p:cNvPr id="1116" name="Google Shape;1116;p118"/>
          <p:cNvSpPr txBox="1"/>
          <p:nvPr/>
        </p:nvSpPr>
        <p:spPr>
          <a:xfrm>
            <a:off x="13834476" y="8945564"/>
            <a:ext cx="7839600" cy="991200"/>
          </a:xfrm>
          <a:prstGeom prst="rect">
            <a:avLst/>
          </a:prstGeom>
          <a:noFill/>
          <a:ln>
            <a:noFill/>
          </a:ln>
        </p:spPr>
        <p:txBody>
          <a:bodyPr spcFirstLastPara="1" wrap="square" lIns="0" tIns="0" rIns="0" bIns="365700" anchor="t" anchorCtr="0">
            <a:noAutofit/>
          </a:bodyPr>
          <a:lstStyle/>
          <a:p>
            <a:pPr>
              <a:lnSpc>
                <a:spcPct val="115000"/>
              </a:lnSpc>
              <a:buClr>
                <a:srgbClr val="000000"/>
              </a:buClr>
              <a:buSzPts val="1200"/>
            </a:pPr>
            <a:r>
              <a:rPr lang="en" sz="4800">
                <a:solidFill>
                  <a:srgbClr val="000000"/>
                </a:solidFill>
                <a:latin typeface="NVIDIA Sans Medium"/>
                <a:ea typeface="NVIDIA Sans Medium"/>
                <a:cs typeface="NVIDIA Sans Medium"/>
                <a:sym typeface="NVIDIA Sans Medium"/>
              </a:rPr>
              <a:t>Patient Data</a:t>
            </a:r>
            <a:endParaRPr sz="4800">
              <a:solidFill>
                <a:srgbClr val="000000"/>
              </a:solidFill>
              <a:latin typeface="NVIDIA Sans Medium"/>
              <a:ea typeface="NVIDIA Sans Medium"/>
              <a:cs typeface="NVIDIA Sans Medium"/>
              <a:sym typeface="NVIDIA Sans Medium"/>
            </a:endParaRPr>
          </a:p>
        </p:txBody>
      </p:sp>
      <p:sp>
        <p:nvSpPr>
          <p:cNvPr id="1117" name="Google Shape;1117;p118"/>
          <p:cNvSpPr/>
          <p:nvPr/>
        </p:nvSpPr>
        <p:spPr>
          <a:xfrm>
            <a:off x="1612300" y="5879788"/>
            <a:ext cx="10770000" cy="96600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118" name="Google Shape;1118;p118"/>
          <p:cNvSpPr txBox="1"/>
          <p:nvPr/>
        </p:nvSpPr>
        <p:spPr>
          <a:xfrm>
            <a:off x="2495980" y="10651092"/>
            <a:ext cx="9237600" cy="2391600"/>
          </a:xfrm>
          <a:prstGeom prst="rect">
            <a:avLst/>
          </a:prstGeom>
          <a:noFill/>
          <a:ln>
            <a:noFill/>
          </a:ln>
        </p:spPr>
        <p:txBody>
          <a:bodyPr spcFirstLastPara="1" wrap="square" lIns="0" tIns="0" rIns="0" bIns="365700" anchor="t" anchorCtr="0">
            <a:noAutofit/>
          </a:bodyPr>
          <a:lstStyle/>
          <a:p>
            <a:pPr>
              <a:lnSpc>
                <a:spcPct val="114999"/>
              </a:lnSpc>
            </a:pPr>
            <a:r>
              <a:rPr lang="en" sz="4400">
                <a:solidFill>
                  <a:srgbClr val="000000"/>
                </a:solidFill>
                <a:latin typeface="NVIDIA Sans"/>
                <a:ea typeface="NVIDIA Sans"/>
                <a:cs typeface="NVIDIA Sans"/>
                <a:sym typeface="NVIDIA Sans"/>
              </a:rPr>
              <a:t>Generate high-quality, safe data for AI model development while protecting end-user privacy. </a:t>
            </a:r>
            <a:endParaRPr sz="4400">
              <a:solidFill>
                <a:srgbClr val="000000"/>
              </a:solidFill>
              <a:latin typeface="NVIDIA Sans"/>
              <a:ea typeface="NVIDIA Sans"/>
              <a:cs typeface="NVIDIA Sans"/>
              <a:sym typeface="NVIDIA Sans"/>
            </a:endParaRPr>
          </a:p>
        </p:txBody>
      </p:sp>
      <p:sp>
        <p:nvSpPr>
          <p:cNvPr id="1119" name="Google Shape;1119;p118"/>
          <p:cNvSpPr txBox="1"/>
          <p:nvPr/>
        </p:nvSpPr>
        <p:spPr>
          <a:xfrm>
            <a:off x="2493928" y="8943012"/>
            <a:ext cx="7839600" cy="991200"/>
          </a:xfrm>
          <a:prstGeom prst="rect">
            <a:avLst/>
          </a:prstGeom>
          <a:noFill/>
          <a:ln>
            <a:noFill/>
          </a:ln>
        </p:spPr>
        <p:txBody>
          <a:bodyPr spcFirstLastPara="1" wrap="square" lIns="0" tIns="0" rIns="0" bIns="365700" anchor="t" anchorCtr="0">
            <a:noAutofit/>
          </a:bodyPr>
          <a:lstStyle/>
          <a:p>
            <a:pPr>
              <a:lnSpc>
                <a:spcPct val="114999"/>
              </a:lnSpc>
              <a:buClr>
                <a:srgbClr val="000000"/>
              </a:buClr>
              <a:buSzPts val="1200"/>
            </a:pPr>
            <a:r>
              <a:rPr lang="en" sz="4800">
                <a:solidFill>
                  <a:srgbClr val="000000"/>
                </a:solidFill>
                <a:latin typeface="NVIDIA Sans Medium"/>
                <a:ea typeface="NVIDIA Sans Medium"/>
                <a:cs typeface="NVIDIA Sans Medium"/>
                <a:sym typeface="NVIDIA Sans Medium"/>
              </a:rPr>
              <a:t>Natural Language</a:t>
            </a:r>
            <a:endParaRPr sz="4800">
              <a:solidFill>
                <a:srgbClr val="000000"/>
              </a:solidFill>
              <a:latin typeface="NVIDIA Sans Medium"/>
              <a:ea typeface="NVIDIA Sans Medium"/>
              <a:cs typeface="NVIDIA Sans Medium"/>
              <a:sym typeface="NVIDIA Sans Medium"/>
            </a:endParaRPr>
          </a:p>
        </p:txBody>
      </p:sp>
      <p:pic>
        <p:nvPicPr>
          <p:cNvPr id="1120" name="Google Shape;1120;p118" descr="A green line drawing of a stack of paper&#10;&#10;AI-generated content may be incorrect." title="m48-document-part-specification-256px-grn.png"/>
          <p:cNvPicPr preferRelativeResize="0"/>
          <p:nvPr/>
        </p:nvPicPr>
        <p:blipFill rotWithShape="1">
          <a:blip r:embed="rId4">
            <a:alphaModFix/>
          </a:blip>
          <a:srcRect/>
          <a:stretch/>
        </p:blipFill>
        <p:spPr>
          <a:xfrm>
            <a:off x="2362268" y="6581248"/>
            <a:ext cx="1828800" cy="1828800"/>
          </a:xfrm>
          <a:prstGeom prst="rect">
            <a:avLst/>
          </a:prstGeom>
          <a:noFill/>
          <a:ln>
            <a:noFill/>
          </a:ln>
        </p:spPr>
      </p:pic>
      <p:sp>
        <p:nvSpPr>
          <p:cNvPr id="1121" name="Google Shape;1121;p118"/>
          <p:cNvSpPr/>
          <p:nvPr/>
        </p:nvSpPr>
        <p:spPr>
          <a:xfrm>
            <a:off x="24399172" y="5871008"/>
            <a:ext cx="10770000" cy="9673200"/>
          </a:xfrm>
          <a:prstGeom prst="rect">
            <a:avLst/>
          </a:prstGeom>
          <a:solidFill>
            <a:srgbClr val="F2F2F2"/>
          </a:solidFill>
          <a:ln>
            <a:noFill/>
          </a:ln>
        </p:spPr>
        <p:txBody>
          <a:bodyPr spcFirstLastPara="1" wrap="square" lIns="91400" tIns="45700" rIns="91400" bIns="45700" anchor="ctr" anchorCtr="0">
            <a:noAutofit/>
          </a:bodyPr>
          <a:lstStyle/>
          <a:p>
            <a:pPr algn="ctr">
              <a:buClr>
                <a:schemeClr val="dk1"/>
              </a:buClr>
              <a:buSzPts val="1600"/>
            </a:pPr>
            <a:endParaRPr sz="1600">
              <a:solidFill>
                <a:srgbClr val="FFFFFF"/>
              </a:solidFill>
              <a:latin typeface="NVIDIA Sans"/>
              <a:ea typeface="NVIDIA Sans"/>
              <a:cs typeface="NVIDIA Sans"/>
              <a:sym typeface="NVIDIA Sans"/>
            </a:endParaRPr>
          </a:p>
        </p:txBody>
      </p:sp>
      <p:sp>
        <p:nvSpPr>
          <p:cNvPr id="1122" name="Google Shape;1122;p118"/>
          <p:cNvSpPr txBox="1"/>
          <p:nvPr/>
        </p:nvSpPr>
        <p:spPr>
          <a:xfrm>
            <a:off x="25282852" y="10656380"/>
            <a:ext cx="9237600" cy="2391600"/>
          </a:xfrm>
          <a:prstGeom prst="rect">
            <a:avLst/>
          </a:prstGeom>
          <a:noFill/>
          <a:ln>
            <a:noFill/>
          </a:ln>
        </p:spPr>
        <p:txBody>
          <a:bodyPr spcFirstLastPara="1" wrap="square" lIns="0" tIns="0" rIns="0" bIns="365700" anchor="t" anchorCtr="0">
            <a:noAutofit/>
          </a:bodyPr>
          <a:lstStyle/>
          <a:p>
            <a:r>
              <a:rPr lang="en" sz="4400">
                <a:solidFill>
                  <a:srgbClr val="000000"/>
                </a:solidFill>
                <a:latin typeface="NVIDIA Sans"/>
                <a:ea typeface="NVIDIA Sans"/>
                <a:cs typeface="NVIDIA Sans"/>
                <a:sym typeface="NVIDIA Sans"/>
              </a:rPr>
              <a:t>Enable innovation with AI by creating balanced, fair datasets without compromising customer information.</a:t>
            </a:r>
            <a:endParaRPr sz="4400">
              <a:solidFill>
                <a:srgbClr val="000000"/>
              </a:solidFill>
              <a:latin typeface="NVIDIA Sans"/>
              <a:ea typeface="NVIDIA Sans"/>
              <a:cs typeface="NVIDIA Sans"/>
              <a:sym typeface="NVIDIA Sans"/>
            </a:endParaRPr>
          </a:p>
        </p:txBody>
      </p:sp>
      <p:sp>
        <p:nvSpPr>
          <p:cNvPr id="1123" name="Google Shape;1123;p118"/>
          <p:cNvSpPr txBox="1"/>
          <p:nvPr/>
        </p:nvSpPr>
        <p:spPr>
          <a:xfrm>
            <a:off x="25280796" y="8948300"/>
            <a:ext cx="7839600" cy="991200"/>
          </a:xfrm>
          <a:prstGeom prst="rect">
            <a:avLst/>
          </a:prstGeom>
          <a:noFill/>
          <a:ln>
            <a:noFill/>
          </a:ln>
        </p:spPr>
        <p:txBody>
          <a:bodyPr spcFirstLastPara="1" wrap="square" lIns="0" tIns="0" rIns="0" bIns="365700" anchor="t" anchorCtr="0">
            <a:noAutofit/>
          </a:bodyPr>
          <a:lstStyle/>
          <a:p>
            <a:pPr>
              <a:lnSpc>
                <a:spcPct val="114999"/>
              </a:lnSpc>
              <a:buClr>
                <a:srgbClr val="000000"/>
              </a:buClr>
              <a:buSzPts val="1200"/>
            </a:pPr>
            <a:r>
              <a:rPr lang="en" sz="4800">
                <a:solidFill>
                  <a:srgbClr val="000000"/>
                </a:solidFill>
                <a:latin typeface="NVIDIA Sans Medium"/>
                <a:ea typeface="NVIDIA Sans Medium"/>
                <a:cs typeface="NVIDIA Sans Medium"/>
                <a:sym typeface="NVIDIA Sans Medium"/>
              </a:rPr>
              <a:t>Financial Transactions</a:t>
            </a:r>
            <a:endParaRPr sz="4800">
              <a:solidFill>
                <a:srgbClr val="000000"/>
              </a:solidFill>
              <a:latin typeface="NVIDIA Sans Medium"/>
              <a:ea typeface="NVIDIA Sans Medium"/>
              <a:cs typeface="NVIDIA Sans Medium"/>
              <a:sym typeface="NVIDIA Sans Medium"/>
            </a:endParaRPr>
          </a:p>
        </p:txBody>
      </p:sp>
      <p:pic>
        <p:nvPicPr>
          <p:cNvPr id="1124" name="Google Shape;1124;p118" title="m48-data-2-256px-grn.png"/>
          <p:cNvPicPr preferRelativeResize="0"/>
          <p:nvPr/>
        </p:nvPicPr>
        <p:blipFill rotWithShape="1">
          <a:blip r:embed="rId5">
            <a:alphaModFix/>
          </a:blip>
          <a:srcRect/>
          <a:stretch/>
        </p:blipFill>
        <p:spPr>
          <a:xfrm>
            <a:off x="25040016" y="6569780"/>
            <a:ext cx="1828800" cy="18288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3">
          <a:extLst>
            <a:ext uri="{FF2B5EF4-FFF2-40B4-BE49-F238E27FC236}">
              <a16:creationId xmlns:a16="http://schemas.microsoft.com/office/drawing/2014/main" id="{FBFA1141-D170-B1DA-6153-68D54F1A99CC}"/>
            </a:ext>
          </a:extLst>
        </p:cNvPr>
        <p:cNvGrpSpPr/>
        <p:nvPr/>
      </p:nvGrpSpPr>
      <p:grpSpPr>
        <a:xfrm>
          <a:off x="0" y="0"/>
          <a:ext cx="0" cy="0"/>
          <a:chOff x="0" y="0"/>
          <a:chExt cx="0" cy="0"/>
        </a:xfrm>
      </p:grpSpPr>
      <p:sp>
        <p:nvSpPr>
          <p:cNvPr id="1154" name="Google Shape;1154;p121">
            <a:extLst>
              <a:ext uri="{FF2B5EF4-FFF2-40B4-BE49-F238E27FC236}">
                <a16:creationId xmlns:a16="http://schemas.microsoft.com/office/drawing/2014/main" id="{44ACC86D-44B2-6B39-E6D3-C841B8EB14CC}"/>
              </a:ext>
            </a:extLst>
          </p:cNvPr>
          <p:cNvSpPr txBox="1">
            <a:spLocks noGrp="1"/>
          </p:cNvSpPr>
          <p:nvPr>
            <p:ph type="title"/>
          </p:nvPr>
        </p:nvSpPr>
        <p:spPr>
          <a:xfrm>
            <a:off x="2514600" y="0"/>
            <a:ext cx="31546800" cy="2515200"/>
          </a:xfrm>
          <a:prstGeom prst="rect">
            <a:avLst/>
          </a:prstGeom>
          <a:noFill/>
          <a:ln>
            <a:noFill/>
          </a:ln>
        </p:spPr>
        <p:txBody>
          <a:bodyPr spcFirstLastPara="1" wrap="square" lIns="91400" tIns="45700" rIns="91400" bIns="45700" anchor="b" anchorCtr="0">
            <a:normAutofit/>
          </a:bodyPr>
          <a:lstStyle/>
          <a:p>
            <a:r>
              <a:rPr lang="en"/>
              <a:t>Getting Started with Synthetic Data Generation </a:t>
            </a:r>
            <a:endParaRPr/>
          </a:p>
        </p:txBody>
      </p:sp>
      <p:sp>
        <p:nvSpPr>
          <p:cNvPr id="3" name="Text Placeholder 2">
            <a:extLst>
              <a:ext uri="{FF2B5EF4-FFF2-40B4-BE49-F238E27FC236}">
                <a16:creationId xmlns:a16="http://schemas.microsoft.com/office/drawing/2014/main" id="{F9CE4937-9C2A-7B16-AEA1-93CAA493203D}"/>
              </a:ext>
            </a:extLst>
          </p:cNvPr>
          <p:cNvSpPr>
            <a:spLocks noGrp="1"/>
          </p:cNvSpPr>
          <p:nvPr>
            <p:ph type="body" idx="1"/>
          </p:nvPr>
        </p:nvSpPr>
        <p:spPr/>
        <p:txBody>
          <a:bodyPr/>
          <a:lstStyle/>
          <a:p>
            <a:endParaRPr lang="en-US"/>
          </a:p>
        </p:txBody>
      </p:sp>
      <p:sp>
        <p:nvSpPr>
          <p:cNvPr id="5" name="Text Placeholder 4">
            <a:extLst>
              <a:ext uri="{FF2B5EF4-FFF2-40B4-BE49-F238E27FC236}">
                <a16:creationId xmlns:a16="http://schemas.microsoft.com/office/drawing/2014/main" id="{B7BB7E69-6908-D75E-EBC7-D4E603CD0DD9}"/>
              </a:ext>
            </a:extLst>
          </p:cNvPr>
          <p:cNvSpPr>
            <a:spLocks noGrp="1"/>
          </p:cNvSpPr>
          <p:nvPr>
            <p:ph type="body" idx="2"/>
          </p:nvPr>
        </p:nvSpPr>
        <p:spPr/>
        <p:txBody>
          <a:bodyPr/>
          <a:lstStyle/>
          <a:p>
            <a:endParaRPr lang="en-US"/>
          </a:p>
        </p:txBody>
      </p:sp>
    </p:spTree>
    <p:extLst>
      <p:ext uri="{BB962C8B-B14F-4D97-AF65-F5344CB8AC3E}">
        <p14:creationId xmlns:p14="http://schemas.microsoft.com/office/powerpoint/2010/main" val="24517623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7315200"/>
            <a:ext cx="32918400" cy="1828800"/>
          </a:xfrm>
          <a:prstGeom prst="rect">
            <a:avLst/>
          </a:prstGeom>
          <a:noFill/>
        </p:spPr>
        <p:txBody>
          <a:bodyPr wrap="square" lIns="50000" tIns="20000" rIns="50000" bIns="20000" anchor="ctr">
            <a:spAutoFit/>
          </a:bodyPr>
          <a:lstStyle/>
          <a:p>
            <a:pPr algn="ctr"/>
            <a:r>
              <a:rPr sz="4000" b="1" i="0">
                <a:solidFill>
                  <a:srgbClr val="76B900"/>
                </a:solidFill>
                <a:latin typeface="NVIDIA Sans Medium"/>
              </a:rPr>
              <a:t>WORKSHOP USE CASE</a:t>
            </a:r>
          </a:p>
        </p:txBody>
      </p:sp>
      <p:sp>
        <p:nvSpPr>
          <p:cNvPr id="3" name="TextBox 2"/>
          <p:cNvSpPr txBox="1"/>
          <p:nvPr/>
        </p:nvSpPr>
        <p:spPr>
          <a:xfrm>
            <a:off x="1828800" y="9326880"/>
            <a:ext cx="32918400" cy="3657600"/>
          </a:xfrm>
          <a:prstGeom prst="rect">
            <a:avLst/>
          </a:prstGeom>
          <a:noFill/>
        </p:spPr>
        <p:txBody>
          <a:bodyPr wrap="square" lIns="50000" tIns="20000" rIns="50000" bIns="20000" anchor="ctr">
            <a:spAutoFit/>
          </a:bodyPr>
          <a:lstStyle/>
          <a:p>
            <a:pPr algn="ctr"/>
            <a:r>
              <a:rPr sz="8800" b="1" i="0">
                <a:solidFill>
                  <a:srgbClr val="000000"/>
                </a:solidFill>
                <a:latin typeface="NVIDIA Sans Medium"/>
              </a:rPr>
              <a:t>How We Used Data Designer</a:t>
            </a:r>
          </a:p>
          <a:p>
            <a:pPr algn="ctr"/>
            <a:r>
              <a:rPr sz="8800" b="1" i="0">
                <a:solidFill>
                  <a:srgbClr val="000000"/>
                </a:solidFill>
                <a:latin typeface="NVIDIA Sans Medium"/>
              </a:rPr>
              <a:t>for the AML SAR Investigator</a:t>
            </a:r>
          </a:p>
        </p:txBody>
      </p:sp>
      <p:sp>
        <p:nvSpPr>
          <p:cNvPr id="4" name="Rectangle 3"/>
          <p:cNvSpPr/>
          <p:nvPr/>
        </p:nvSpPr>
        <p:spPr>
          <a:xfrm>
            <a:off x="16459200" y="13533120"/>
            <a:ext cx="3657600" cy="146304"/>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14447520"/>
            <a:ext cx="32918400" cy="1828800"/>
          </a:xfrm>
          <a:prstGeom prst="rect">
            <a:avLst/>
          </a:prstGeom>
          <a:noFill/>
        </p:spPr>
        <p:txBody>
          <a:bodyPr wrap="square" lIns="50000" tIns="20000" rIns="50000" bIns="20000" anchor="ctr">
            <a:spAutoFit/>
          </a:bodyPr>
          <a:lstStyle/>
          <a:p>
            <a:pPr algn="ctr"/>
            <a:r>
              <a:rPr sz="4800" b="0" i="1">
                <a:solidFill>
                  <a:srgbClr val="5E5E5E"/>
                </a:solidFill>
                <a:latin typeface="NVIDIA Sans"/>
              </a:rPr>
              <a:t>An anchor exhibit — what the product does in a real workload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Our AML SDG Pipeline at a Glance</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Two parallel sub-pipelines · 9 + 4 stages · ~75K records out</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28800" y="5852160"/>
            <a:ext cx="32918400" cy="1463040"/>
          </a:xfrm>
          <a:prstGeom prst="rect">
            <a:avLst/>
          </a:prstGeom>
          <a:noFill/>
        </p:spPr>
        <p:txBody>
          <a:bodyPr wrap="square" lIns="50000" tIns="20000" rIns="50000" bIns="20000" anchor="ctr">
            <a:spAutoFit/>
          </a:bodyPr>
          <a:lstStyle/>
          <a:p>
            <a:pPr algn="l"/>
            <a:r>
              <a:rPr sz="4800" b="1" i="0">
                <a:solidFill>
                  <a:srgbClr val="76B900"/>
                </a:solidFill>
                <a:latin typeface="NVIDIA Sans Medium"/>
              </a:rPr>
              <a:t>Non-aux pipeline — 9 stages (build the SAR judgment record)</a:t>
            </a:r>
          </a:p>
        </p:txBody>
      </p:sp>
      <p:sp>
        <p:nvSpPr>
          <p:cNvPr id="6" name="Rounded Rectangle 5"/>
          <p:cNvSpPr/>
          <p:nvPr/>
        </p:nvSpPr>
        <p:spPr>
          <a:xfrm>
            <a:off x="182880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82880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Drivers</a:t>
            </a:r>
          </a:p>
        </p:txBody>
      </p:sp>
      <p:sp>
        <p:nvSpPr>
          <p:cNvPr id="8" name="Right Arrow 7"/>
          <p:cNvSpPr/>
          <p:nvPr/>
        </p:nvSpPr>
        <p:spPr>
          <a:xfrm>
            <a:off x="514121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53212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53212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KYC</a:t>
            </a:r>
          </a:p>
        </p:txBody>
      </p:sp>
      <p:sp>
        <p:nvSpPr>
          <p:cNvPr id="11" name="Right Arrow 10"/>
          <p:cNvSpPr/>
          <p:nvPr/>
        </p:nvSpPr>
        <p:spPr>
          <a:xfrm>
            <a:off x="884453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23544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23544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Tx</a:t>
            </a:r>
          </a:p>
        </p:txBody>
      </p:sp>
      <p:sp>
        <p:nvSpPr>
          <p:cNvPr id="14" name="Right Arrow 13"/>
          <p:cNvSpPr/>
          <p:nvPr/>
        </p:nvSpPr>
        <p:spPr>
          <a:xfrm>
            <a:off x="1254785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1293876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293876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Sanctions</a:t>
            </a:r>
          </a:p>
        </p:txBody>
      </p:sp>
      <p:sp>
        <p:nvSpPr>
          <p:cNvPr id="17" name="Right Arrow 16"/>
          <p:cNvSpPr/>
          <p:nvPr/>
        </p:nvSpPr>
        <p:spPr>
          <a:xfrm>
            <a:off x="1625117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664208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64208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Grounding</a:t>
            </a:r>
          </a:p>
        </p:txBody>
      </p:sp>
      <p:sp>
        <p:nvSpPr>
          <p:cNvPr id="20" name="Right Arrow 19"/>
          <p:cNvSpPr/>
          <p:nvPr/>
        </p:nvSpPr>
        <p:spPr>
          <a:xfrm>
            <a:off x="1995449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2034540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034540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Aux find</a:t>
            </a:r>
          </a:p>
        </p:txBody>
      </p:sp>
      <p:sp>
        <p:nvSpPr>
          <p:cNvPr id="23" name="Right Arrow 22"/>
          <p:cNvSpPr/>
          <p:nvPr/>
        </p:nvSpPr>
        <p:spPr>
          <a:xfrm>
            <a:off x="2365781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2404872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04872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SAR jdg</a:t>
            </a:r>
          </a:p>
        </p:txBody>
      </p:sp>
      <p:sp>
        <p:nvSpPr>
          <p:cNvPr id="26" name="Right Arrow 25"/>
          <p:cNvSpPr/>
          <p:nvPr/>
        </p:nvSpPr>
        <p:spPr>
          <a:xfrm>
            <a:off x="2736113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2775204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775204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Adversarial</a:t>
            </a:r>
          </a:p>
        </p:txBody>
      </p:sp>
      <p:sp>
        <p:nvSpPr>
          <p:cNvPr id="29" name="Right Arrow 28"/>
          <p:cNvSpPr/>
          <p:nvPr/>
        </p:nvSpPr>
        <p:spPr>
          <a:xfrm>
            <a:off x="31064454" y="8412479"/>
            <a:ext cx="37033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31455360" y="7498079"/>
            <a:ext cx="3291840" cy="2560320"/>
          </a:xfrm>
          <a:prstGeom prst="roundRect">
            <a:avLst>
              <a:gd name="adj" fmla="val 4000"/>
            </a:avLst>
          </a:prstGeom>
          <a:solidFill>
            <a:srgbClr val="76B900"/>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1455360" y="7498079"/>
            <a:ext cx="3291840" cy="2560320"/>
          </a:xfrm>
          <a:prstGeom prst="rect">
            <a:avLst/>
          </a:prstGeom>
          <a:noFill/>
        </p:spPr>
        <p:txBody>
          <a:bodyPr wrap="square" lIns="50000" tIns="20000" rIns="50000" bIns="20000" anchor="ctr">
            <a:spAutoFit/>
          </a:bodyPr>
          <a:lstStyle/>
          <a:p>
            <a:pPr algn="ctr"/>
            <a:r>
              <a:rPr sz="3200" b="1" i="0">
                <a:solidFill>
                  <a:srgbClr val="FFFFFF"/>
                </a:solidFill>
                <a:latin typeface="NVIDIA Sans Medium"/>
              </a:rPr>
              <a:t>Validate</a:t>
            </a:r>
          </a:p>
        </p:txBody>
      </p:sp>
      <p:sp>
        <p:nvSpPr>
          <p:cNvPr id="32" name="Rounded Rectangle 31"/>
          <p:cNvSpPr/>
          <p:nvPr/>
        </p:nvSpPr>
        <p:spPr>
          <a:xfrm>
            <a:off x="1828800" y="10424160"/>
            <a:ext cx="32918400" cy="1097280"/>
          </a:xfrm>
          <a:prstGeom prst="roundRect">
            <a:avLst>
              <a:gd name="adj" fmla="val 4000"/>
            </a:avLst>
          </a:prstGeom>
          <a:solidFill>
            <a:srgbClr val="E2F0D9"/>
          </a:solidFill>
          <a:ln w="63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28800" y="10424160"/>
            <a:ext cx="32918400" cy="1097280"/>
          </a:xfrm>
          <a:prstGeom prst="rect">
            <a:avLst/>
          </a:prstGeom>
          <a:noFill/>
        </p:spPr>
        <p:txBody>
          <a:bodyPr wrap="square" lIns="50000" tIns="20000" rIns="50000" bIns="20000" anchor="ctr">
            <a:spAutoFit/>
          </a:bodyPr>
          <a:lstStyle/>
          <a:p>
            <a:pPr algn="ctr"/>
            <a:r>
              <a:rPr sz="4000" b="1" i="0">
                <a:solidFill>
                  <a:srgbClr val="76B900"/>
                </a:solidFill>
                <a:latin typeface="NVIDIA Sans"/>
              </a:rPr>
              <a:t>→ 50K sar_judgment records</a:t>
            </a:r>
          </a:p>
        </p:txBody>
      </p:sp>
      <p:sp>
        <p:nvSpPr>
          <p:cNvPr id="34" name="TextBox 33"/>
          <p:cNvSpPr txBox="1"/>
          <p:nvPr/>
        </p:nvSpPr>
        <p:spPr>
          <a:xfrm>
            <a:off x="1828800" y="12801600"/>
            <a:ext cx="32918400" cy="1463040"/>
          </a:xfrm>
          <a:prstGeom prst="rect">
            <a:avLst/>
          </a:prstGeom>
          <a:noFill/>
        </p:spPr>
        <p:txBody>
          <a:bodyPr wrap="square" lIns="50000" tIns="20000" rIns="50000" bIns="20000" anchor="ctr">
            <a:spAutoFit/>
          </a:bodyPr>
          <a:lstStyle/>
          <a:p>
            <a:pPr algn="l"/>
            <a:r>
              <a:rPr sz="4800" b="1" i="0">
                <a:solidFill>
                  <a:srgbClr val="008564"/>
                </a:solidFill>
                <a:latin typeface="NVIDIA Sans Medium"/>
              </a:rPr>
              <a:t>Aux pipeline — 4 stages × 4 task types in parallel (build typed findings)</a:t>
            </a:r>
          </a:p>
        </p:txBody>
      </p:sp>
      <p:sp>
        <p:nvSpPr>
          <p:cNvPr id="35" name="Rounded Rectangle 34"/>
          <p:cNvSpPr/>
          <p:nvPr/>
        </p:nvSpPr>
        <p:spPr>
          <a:xfrm>
            <a:off x="5486400" y="14630400"/>
            <a:ext cx="5120640" cy="2560320"/>
          </a:xfrm>
          <a:prstGeom prst="roundRect">
            <a:avLst>
              <a:gd name="adj" fmla="val 4000"/>
            </a:avLst>
          </a:prstGeom>
          <a:solidFill>
            <a:srgbClr val="008564"/>
          </a:solidFill>
          <a:ln w="63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486400" y="14630400"/>
            <a:ext cx="5120640" cy="256032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Extract</a:t>
            </a:r>
          </a:p>
        </p:txBody>
      </p:sp>
      <p:sp>
        <p:nvSpPr>
          <p:cNvPr id="37" name="Right Arrow 36"/>
          <p:cNvSpPr/>
          <p:nvPr/>
        </p:nvSpPr>
        <p:spPr>
          <a:xfrm>
            <a:off x="10692384" y="15544800"/>
            <a:ext cx="153619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2313920" y="14630400"/>
            <a:ext cx="5120640" cy="2560320"/>
          </a:xfrm>
          <a:prstGeom prst="roundRect">
            <a:avLst>
              <a:gd name="adj" fmla="val 4000"/>
            </a:avLst>
          </a:prstGeom>
          <a:solidFill>
            <a:srgbClr val="008564"/>
          </a:solidFill>
          <a:ln w="63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2313920" y="14630400"/>
            <a:ext cx="5120640" cy="256032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Generate</a:t>
            </a:r>
          </a:p>
        </p:txBody>
      </p:sp>
      <p:sp>
        <p:nvSpPr>
          <p:cNvPr id="40" name="Right Arrow 39"/>
          <p:cNvSpPr/>
          <p:nvPr/>
        </p:nvSpPr>
        <p:spPr>
          <a:xfrm>
            <a:off x="17519904" y="15544800"/>
            <a:ext cx="153619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9141440" y="14630400"/>
            <a:ext cx="5120640" cy="2560320"/>
          </a:xfrm>
          <a:prstGeom prst="roundRect">
            <a:avLst>
              <a:gd name="adj" fmla="val 4000"/>
            </a:avLst>
          </a:prstGeom>
          <a:solidFill>
            <a:srgbClr val="008564"/>
          </a:solidFill>
          <a:ln w="63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9141440" y="14630400"/>
            <a:ext cx="5120640" cy="256032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Assemble</a:t>
            </a:r>
          </a:p>
        </p:txBody>
      </p:sp>
      <p:sp>
        <p:nvSpPr>
          <p:cNvPr id="43" name="Right Arrow 42"/>
          <p:cNvSpPr/>
          <p:nvPr/>
        </p:nvSpPr>
        <p:spPr>
          <a:xfrm>
            <a:off x="24347424" y="15544800"/>
            <a:ext cx="1536192" cy="731520"/>
          </a:xfrm>
          <a:prstGeom prst="rightArrow">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25968960" y="14630400"/>
            <a:ext cx="5120640" cy="2560320"/>
          </a:xfrm>
          <a:prstGeom prst="roundRect">
            <a:avLst>
              <a:gd name="adj" fmla="val 4000"/>
            </a:avLst>
          </a:prstGeom>
          <a:solidFill>
            <a:srgbClr val="008564"/>
          </a:solidFill>
          <a:ln w="63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5968960" y="14630400"/>
            <a:ext cx="5120640" cy="2560320"/>
          </a:xfrm>
          <a:prstGeom prst="rect">
            <a:avLst/>
          </a:prstGeom>
          <a:noFill/>
        </p:spPr>
        <p:txBody>
          <a:bodyPr wrap="square" lIns="50000" tIns="20000" rIns="50000" bIns="20000" anchor="ctr">
            <a:spAutoFit/>
          </a:bodyPr>
          <a:lstStyle/>
          <a:p>
            <a:pPr algn="ctr"/>
            <a:r>
              <a:rPr sz="4400" b="1" i="0">
                <a:solidFill>
                  <a:srgbClr val="FFFFFF"/>
                </a:solidFill>
                <a:latin typeface="NVIDIA Sans Medium"/>
              </a:rPr>
              <a:t>Audit</a:t>
            </a:r>
          </a:p>
        </p:txBody>
      </p:sp>
      <p:sp>
        <p:nvSpPr>
          <p:cNvPr id="46" name="Rounded Rectangle 45"/>
          <p:cNvSpPr/>
          <p:nvPr/>
        </p:nvSpPr>
        <p:spPr>
          <a:xfrm>
            <a:off x="1828800" y="17739360"/>
            <a:ext cx="32918400" cy="1097280"/>
          </a:xfrm>
          <a:prstGeom prst="roundRect">
            <a:avLst>
              <a:gd name="adj" fmla="val 4000"/>
            </a:avLst>
          </a:prstGeom>
          <a:solidFill>
            <a:srgbClr val="DDEBC9"/>
          </a:solidFill>
          <a:ln w="63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28800" y="17739360"/>
            <a:ext cx="32918400" cy="1097280"/>
          </a:xfrm>
          <a:prstGeom prst="rect">
            <a:avLst/>
          </a:prstGeom>
          <a:noFill/>
        </p:spPr>
        <p:txBody>
          <a:bodyPr wrap="square" lIns="50000" tIns="20000" rIns="50000" bIns="20000" anchor="ctr">
            <a:spAutoFit/>
          </a:bodyPr>
          <a:lstStyle/>
          <a:p>
            <a:pPr algn="ctr"/>
            <a:r>
              <a:rPr sz="4000" b="1" i="0">
                <a:solidFill>
                  <a:srgbClr val="008564"/>
                </a:solidFill>
                <a:latin typeface="NVIDIA Sans"/>
              </a:rPr>
              <a:t>→ 25K aux records (behavioral / numeric / citation / statutory)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Quality Gates and the Final Corpus</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Generation is cheap; what gets shipped is what survives the gates</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2011680" y="5852160"/>
            <a:ext cx="16093440" cy="1243584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6510528"/>
            <a:ext cx="16093440" cy="1463040"/>
          </a:xfrm>
          <a:prstGeom prst="rect">
            <a:avLst/>
          </a:prstGeom>
          <a:noFill/>
        </p:spPr>
        <p:txBody>
          <a:bodyPr wrap="square" lIns="50000" tIns="20000" rIns="50000" bIns="20000" anchor="ctr">
            <a:spAutoFit/>
          </a:bodyPr>
          <a:lstStyle/>
          <a:p>
            <a:pPr algn="ctr"/>
            <a:r>
              <a:rPr sz="5600" b="1" i="0">
                <a:solidFill>
                  <a:srgbClr val="76B900"/>
                </a:solidFill>
                <a:latin typeface="NVIDIA Sans Medium"/>
              </a:rPr>
              <a:t>Three gates per record</a:t>
            </a:r>
          </a:p>
        </p:txBody>
      </p:sp>
      <p:sp>
        <p:nvSpPr>
          <p:cNvPr id="7" name="TextBox 6"/>
          <p:cNvSpPr txBox="1"/>
          <p:nvPr/>
        </p:nvSpPr>
        <p:spPr>
          <a:xfrm>
            <a:off x="2743200" y="8412480"/>
            <a:ext cx="1463040" cy="1463040"/>
          </a:xfrm>
          <a:prstGeom prst="rect">
            <a:avLst/>
          </a:prstGeom>
          <a:noFill/>
        </p:spPr>
        <p:txBody>
          <a:bodyPr wrap="square" lIns="50000" tIns="20000" rIns="50000" bIns="20000" anchor="t">
            <a:spAutoFit/>
          </a:bodyPr>
          <a:lstStyle/>
          <a:p>
            <a:pPr algn="l"/>
            <a:r>
              <a:rPr sz="5600" b="1" i="0">
                <a:solidFill>
                  <a:srgbClr val="76B900"/>
                </a:solidFill>
                <a:latin typeface="NVIDIA Sans Medium"/>
              </a:rPr>
              <a:t>1.</a:t>
            </a:r>
          </a:p>
        </p:txBody>
      </p:sp>
      <p:sp>
        <p:nvSpPr>
          <p:cNvPr id="8" name="TextBox 7"/>
          <p:cNvSpPr txBox="1"/>
          <p:nvPr/>
        </p:nvSpPr>
        <p:spPr>
          <a:xfrm>
            <a:off x="4206240" y="8412480"/>
            <a:ext cx="13533120" cy="1463040"/>
          </a:xfrm>
          <a:prstGeom prst="rect">
            <a:avLst/>
          </a:prstGeom>
          <a:noFill/>
        </p:spPr>
        <p:txBody>
          <a:bodyPr wrap="square" lIns="50000" tIns="20000" rIns="50000" bIns="20000" anchor="t">
            <a:spAutoFit/>
          </a:bodyPr>
          <a:lstStyle/>
          <a:p>
            <a:pPr algn="l"/>
            <a:r>
              <a:rPr sz="4800" b="1" i="0">
                <a:solidFill>
                  <a:srgbClr val="000000"/>
                </a:solidFill>
                <a:latin typeface="NVIDIA Sans Medium"/>
              </a:rPr>
              <a:t>Per-record validators</a:t>
            </a:r>
          </a:p>
        </p:txBody>
      </p:sp>
      <p:sp>
        <p:nvSpPr>
          <p:cNvPr id="9" name="TextBox 8"/>
          <p:cNvSpPr txBox="1"/>
          <p:nvPr/>
        </p:nvSpPr>
        <p:spPr>
          <a:xfrm>
            <a:off x="4206240" y="9875520"/>
            <a:ext cx="13533120" cy="1828800"/>
          </a:xfrm>
          <a:prstGeom prst="rect">
            <a:avLst/>
          </a:prstGeom>
          <a:noFill/>
        </p:spPr>
        <p:txBody>
          <a:bodyPr wrap="square" lIns="50000" tIns="20000" rIns="50000" bIns="20000" anchor="t">
            <a:spAutoFit/>
          </a:bodyPr>
          <a:lstStyle/>
          <a:p>
            <a:pPr algn="l"/>
            <a:r>
              <a:rPr sz="4000" b="0" i="0">
                <a:solidFill>
                  <a:srgbClr val="5E5E5E"/>
                </a:solidFill>
                <a:latin typeface="NVIDIA Sans"/>
              </a:rPr>
              <a:t>Schema rules: no label leakage, length band, balance ±2pp</a:t>
            </a:r>
          </a:p>
        </p:txBody>
      </p:sp>
      <p:sp>
        <p:nvSpPr>
          <p:cNvPr id="10" name="TextBox 9"/>
          <p:cNvSpPr txBox="1"/>
          <p:nvPr/>
        </p:nvSpPr>
        <p:spPr>
          <a:xfrm>
            <a:off x="2743200" y="11521440"/>
            <a:ext cx="1463040" cy="1463040"/>
          </a:xfrm>
          <a:prstGeom prst="rect">
            <a:avLst/>
          </a:prstGeom>
          <a:noFill/>
        </p:spPr>
        <p:txBody>
          <a:bodyPr wrap="square" lIns="50000" tIns="20000" rIns="50000" bIns="20000" anchor="t">
            <a:spAutoFit/>
          </a:bodyPr>
          <a:lstStyle/>
          <a:p>
            <a:pPr algn="l"/>
            <a:r>
              <a:rPr sz="5600" b="1" i="0">
                <a:solidFill>
                  <a:srgbClr val="76B900"/>
                </a:solidFill>
                <a:latin typeface="NVIDIA Sans Medium"/>
              </a:rPr>
              <a:t>2.</a:t>
            </a:r>
          </a:p>
        </p:txBody>
      </p:sp>
      <p:sp>
        <p:nvSpPr>
          <p:cNvPr id="11" name="TextBox 10"/>
          <p:cNvSpPr txBox="1"/>
          <p:nvPr/>
        </p:nvSpPr>
        <p:spPr>
          <a:xfrm>
            <a:off x="4206240" y="11521440"/>
            <a:ext cx="13533120" cy="1463040"/>
          </a:xfrm>
          <a:prstGeom prst="rect">
            <a:avLst/>
          </a:prstGeom>
          <a:noFill/>
        </p:spPr>
        <p:txBody>
          <a:bodyPr wrap="square" lIns="50000" tIns="20000" rIns="50000" bIns="20000" anchor="t">
            <a:spAutoFit/>
          </a:bodyPr>
          <a:lstStyle/>
          <a:p>
            <a:pPr algn="l"/>
            <a:r>
              <a:rPr sz="4800" b="1" i="0">
                <a:solidFill>
                  <a:srgbClr val="000000"/>
                </a:solidFill>
                <a:latin typeface="NVIDIA Sans Medium"/>
              </a:rPr>
              <a:t>LLM-judge reviewer</a:t>
            </a:r>
          </a:p>
        </p:txBody>
      </p:sp>
      <p:sp>
        <p:nvSpPr>
          <p:cNvPr id="12" name="TextBox 11"/>
          <p:cNvSpPr txBox="1"/>
          <p:nvPr/>
        </p:nvSpPr>
        <p:spPr>
          <a:xfrm>
            <a:off x="4206240" y="12984480"/>
            <a:ext cx="13533120" cy="1828800"/>
          </a:xfrm>
          <a:prstGeom prst="rect">
            <a:avLst/>
          </a:prstGeom>
          <a:noFill/>
        </p:spPr>
        <p:txBody>
          <a:bodyPr wrap="square" lIns="50000" tIns="20000" rIns="50000" bIns="20000" anchor="t">
            <a:spAutoFit/>
          </a:bodyPr>
          <a:lstStyle/>
          <a:p>
            <a:pPr algn="l"/>
            <a:r>
              <a:rPr sz="4000" b="0" i="0">
                <a:solidFill>
                  <a:srgbClr val="5E5E5E"/>
                </a:solidFill>
                <a:latin typeface="NVIDIA Sans"/>
              </a:rPr>
              <a:t>Scores grounding / statute / tone; drop &lt;0.7</a:t>
            </a:r>
          </a:p>
        </p:txBody>
      </p:sp>
      <p:sp>
        <p:nvSpPr>
          <p:cNvPr id="13" name="TextBox 12"/>
          <p:cNvSpPr txBox="1"/>
          <p:nvPr/>
        </p:nvSpPr>
        <p:spPr>
          <a:xfrm>
            <a:off x="2743200" y="14630400"/>
            <a:ext cx="1463040" cy="1463040"/>
          </a:xfrm>
          <a:prstGeom prst="rect">
            <a:avLst/>
          </a:prstGeom>
          <a:noFill/>
        </p:spPr>
        <p:txBody>
          <a:bodyPr wrap="square" lIns="50000" tIns="20000" rIns="50000" bIns="20000" anchor="t">
            <a:spAutoFit/>
          </a:bodyPr>
          <a:lstStyle/>
          <a:p>
            <a:pPr algn="l"/>
            <a:r>
              <a:rPr sz="5600" b="1" i="0">
                <a:solidFill>
                  <a:srgbClr val="76B900"/>
                </a:solidFill>
                <a:latin typeface="NVIDIA Sans Medium"/>
              </a:rPr>
              <a:t>3.</a:t>
            </a:r>
          </a:p>
        </p:txBody>
      </p:sp>
      <p:sp>
        <p:nvSpPr>
          <p:cNvPr id="14" name="TextBox 13"/>
          <p:cNvSpPr txBox="1"/>
          <p:nvPr/>
        </p:nvSpPr>
        <p:spPr>
          <a:xfrm>
            <a:off x="4206240" y="14630400"/>
            <a:ext cx="13533120" cy="1463040"/>
          </a:xfrm>
          <a:prstGeom prst="rect">
            <a:avLst/>
          </a:prstGeom>
          <a:noFill/>
        </p:spPr>
        <p:txBody>
          <a:bodyPr wrap="square" lIns="50000" tIns="20000" rIns="50000" bIns="20000" anchor="t">
            <a:spAutoFit/>
          </a:bodyPr>
          <a:lstStyle/>
          <a:p>
            <a:pPr algn="l"/>
            <a:r>
              <a:rPr sz="4800" b="1" i="0">
                <a:solidFill>
                  <a:srgbClr val="000000"/>
                </a:solidFill>
                <a:latin typeface="NVIDIA Sans Medium"/>
              </a:rPr>
              <a:t>MinHash dedup</a:t>
            </a:r>
          </a:p>
        </p:txBody>
      </p:sp>
      <p:sp>
        <p:nvSpPr>
          <p:cNvPr id="15" name="TextBox 14"/>
          <p:cNvSpPr txBox="1"/>
          <p:nvPr/>
        </p:nvSpPr>
        <p:spPr>
          <a:xfrm>
            <a:off x="4206240" y="16093440"/>
            <a:ext cx="13533120" cy="1828800"/>
          </a:xfrm>
          <a:prstGeom prst="rect">
            <a:avLst/>
          </a:prstGeom>
          <a:noFill/>
        </p:spPr>
        <p:txBody>
          <a:bodyPr wrap="square" lIns="50000" tIns="20000" rIns="50000" bIns="20000" anchor="t">
            <a:spAutoFit/>
          </a:bodyPr>
          <a:lstStyle/>
          <a:p>
            <a:pPr algn="l"/>
            <a:r>
              <a:rPr sz="4000" b="0" i="0">
                <a:solidFill>
                  <a:srgbClr val="5E5E5E"/>
                </a:solidFill>
                <a:latin typeface="NVIDIA Sans"/>
              </a:rPr>
              <a:t>Drop near-duplicates across the corpus</a:t>
            </a:r>
          </a:p>
        </p:txBody>
      </p:sp>
      <p:sp>
        <p:nvSpPr>
          <p:cNvPr id="16" name="Rounded Rectangle 15"/>
          <p:cNvSpPr/>
          <p:nvPr/>
        </p:nvSpPr>
        <p:spPr>
          <a:xfrm>
            <a:off x="18836640" y="5852160"/>
            <a:ext cx="15910559" cy="12435840"/>
          </a:xfrm>
          <a:prstGeom prst="roundRect">
            <a:avLst>
              <a:gd name="adj" fmla="val 4000"/>
            </a:avLst>
          </a:prstGeom>
          <a:solidFill>
            <a:srgbClr val="FFFFFF"/>
          </a:solidFill>
          <a:ln w="190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8836640" y="6510528"/>
            <a:ext cx="15910559" cy="1463040"/>
          </a:xfrm>
          <a:prstGeom prst="rect">
            <a:avLst/>
          </a:prstGeom>
          <a:noFill/>
        </p:spPr>
        <p:txBody>
          <a:bodyPr wrap="square" lIns="50000" tIns="20000" rIns="50000" bIns="20000" anchor="ctr">
            <a:spAutoFit/>
          </a:bodyPr>
          <a:lstStyle/>
          <a:p>
            <a:pPr algn="ctr"/>
            <a:r>
              <a:rPr sz="5600" b="1" i="0">
                <a:solidFill>
                  <a:srgbClr val="008564"/>
                </a:solidFill>
                <a:latin typeface="NVIDIA Sans Medium"/>
              </a:rPr>
              <a:t>What we produced</a:t>
            </a:r>
          </a:p>
        </p:txBody>
      </p:sp>
      <p:sp>
        <p:nvSpPr>
          <p:cNvPr id="18" name="TextBox 17"/>
          <p:cNvSpPr txBox="1"/>
          <p:nvPr/>
        </p:nvSpPr>
        <p:spPr>
          <a:xfrm>
            <a:off x="19568160" y="8412480"/>
            <a:ext cx="7315200" cy="1170432"/>
          </a:xfrm>
          <a:prstGeom prst="rect">
            <a:avLst/>
          </a:prstGeom>
          <a:noFill/>
        </p:spPr>
        <p:txBody>
          <a:bodyPr wrap="square" lIns="50000" tIns="20000" rIns="50000" bIns="20000" anchor="ctr">
            <a:spAutoFit/>
          </a:bodyPr>
          <a:lstStyle/>
          <a:p>
            <a:pPr algn="l"/>
            <a:r>
              <a:rPr sz="4000" b="0" i="0">
                <a:solidFill>
                  <a:srgbClr val="008564"/>
                </a:solidFill>
                <a:latin typeface="Consolas"/>
              </a:rPr>
              <a:t>sar_judgment</a:t>
            </a:r>
          </a:p>
        </p:txBody>
      </p:sp>
      <p:sp>
        <p:nvSpPr>
          <p:cNvPr id="19" name="TextBox 18"/>
          <p:cNvSpPr txBox="1"/>
          <p:nvPr/>
        </p:nvSpPr>
        <p:spPr>
          <a:xfrm>
            <a:off x="27066240" y="8412480"/>
            <a:ext cx="3657600" cy="1170432"/>
          </a:xfrm>
          <a:prstGeom prst="rect">
            <a:avLst/>
          </a:prstGeom>
          <a:noFill/>
        </p:spPr>
        <p:txBody>
          <a:bodyPr wrap="square" lIns="50000" tIns="20000" rIns="50000" bIns="20000" anchor="ctr">
            <a:spAutoFit/>
          </a:bodyPr>
          <a:lstStyle/>
          <a:p>
            <a:pPr algn="r"/>
            <a:r>
              <a:rPr sz="4000" b="0" i="0">
                <a:solidFill>
                  <a:srgbClr val="000000"/>
                </a:solidFill>
                <a:latin typeface="NVIDIA Sans Medium"/>
              </a:rPr>
              <a:t>50,000</a:t>
            </a:r>
          </a:p>
        </p:txBody>
      </p:sp>
      <p:sp>
        <p:nvSpPr>
          <p:cNvPr id="20" name="TextBox 19"/>
          <p:cNvSpPr txBox="1"/>
          <p:nvPr/>
        </p:nvSpPr>
        <p:spPr>
          <a:xfrm>
            <a:off x="30906719" y="8412480"/>
            <a:ext cx="2926080" cy="1170432"/>
          </a:xfrm>
          <a:prstGeom prst="rect">
            <a:avLst/>
          </a:prstGeom>
          <a:noFill/>
        </p:spPr>
        <p:txBody>
          <a:bodyPr wrap="square" lIns="50000" tIns="20000" rIns="50000" bIns="20000" anchor="ctr">
            <a:spAutoFit/>
          </a:bodyPr>
          <a:lstStyle/>
          <a:p>
            <a:pPr algn="r"/>
            <a:r>
              <a:rPr sz="4000" b="0" i="0">
                <a:solidFill>
                  <a:srgbClr val="5E5E5E"/>
                </a:solidFill>
                <a:latin typeface="NVIDIA Sans"/>
              </a:rPr>
              <a:t>67%</a:t>
            </a:r>
          </a:p>
        </p:txBody>
      </p:sp>
      <p:sp>
        <p:nvSpPr>
          <p:cNvPr id="21" name="TextBox 20"/>
          <p:cNvSpPr txBox="1"/>
          <p:nvPr/>
        </p:nvSpPr>
        <p:spPr>
          <a:xfrm>
            <a:off x="19568160" y="9729216"/>
            <a:ext cx="7315200" cy="1170432"/>
          </a:xfrm>
          <a:prstGeom prst="rect">
            <a:avLst/>
          </a:prstGeom>
          <a:noFill/>
        </p:spPr>
        <p:txBody>
          <a:bodyPr wrap="square" lIns="50000" tIns="20000" rIns="50000" bIns="20000" anchor="ctr">
            <a:spAutoFit/>
          </a:bodyPr>
          <a:lstStyle/>
          <a:p>
            <a:pPr algn="l"/>
            <a:r>
              <a:rPr sz="4000" b="0" i="0">
                <a:solidFill>
                  <a:srgbClr val="008564"/>
                </a:solidFill>
                <a:latin typeface="Consolas"/>
              </a:rPr>
              <a:t>auxiliary_numeric</a:t>
            </a:r>
          </a:p>
        </p:txBody>
      </p:sp>
      <p:sp>
        <p:nvSpPr>
          <p:cNvPr id="22" name="TextBox 21"/>
          <p:cNvSpPr txBox="1"/>
          <p:nvPr/>
        </p:nvSpPr>
        <p:spPr>
          <a:xfrm>
            <a:off x="27066240" y="9729216"/>
            <a:ext cx="3657600" cy="1170432"/>
          </a:xfrm>
          <a:prstGeom prst="rect">
            <a:avLst/>
          </a:prstGeom>
          <a:noFill/>
        </p:spPr>
        <p:txBody>
          <a:bodyPr wrap="square" lIns="50000" tIns="20000" rIns="50000" bIns="20000" anchor="ctr">
            <a:spAutoFit/>
          </a:bodyPr>
          <a:lstStyle/>
          <a:p>
            <a:pPr algn="r"/>
            <a:r>
              <a:rPr sz="4000" b="0" i="0">
                <a:solidFill>
                  <a:srgbClr val="000000"/>
                </a:solidFill>
                <a:latin typeface="NVIDIA Sans Medium"/>
              </a:rPr>
              <a:t>6,250</a:t>
            </a:r>
          </a:p>
        </p:txBody>
      </p:sp>
      <p:sp>
        <p:nvSpPr>
          <p:cNvPr id="23" name="TextBox 22"/>
          <p:cNvSpPr txBox="1"/>
          <p:nvPr/>
        </p:nvSpPr>
        <p:spPr>
          <a:xfrm>
            <a:off x="30906719" y="9729216"/>
            <a:ext cx="2926080" cy="1170432"/>
          </a:xfrm>
          <a:prstGeom prst="rect">
            <a:avLst/>
          </a:prstGeom>
          <a:noFill/>
        </p:spPr>
        <p:txBody>
          <a:bodyPr wrap="square" lIns="50000" tIns="20000" rIns="50000" bIns="20000" anchor="ctr">
            <a:spAutoFit/>
          </a:bodyPr>
          <a:lstStyle/>
          <a:p>
            <a:pPr algn="r"/>
            <a:r>
              <a:rPr sz="4000" b="0" i="0">
                <a:solidFill>
                  <a:srgbClr val="5E5E5E"/>
                </a:solidFill>
                <a:latin typeface="NVIDIA Sans"/>
              </a:rPr>
              <a:t>8%</a:t>
            </a:r>
          </a:p>
        </p:txBody>
      </p:sp>
      <p:sp>
        <p:nvSpPr>
          <p:cNvPr id="24" name="TextBox 23"/>
          <p:cNvSpPr txBox="1"/>
          <p:nvPr/>
        </p:nvSpPr>
        <p:spPr>
          <a:xfrm>
            <a:off x="19568160" y="11045952"/>
            <a:ext cx="7315200" cy="1170432"/>
          </a:xfrm>
          <a:prstGeom prst="rect">
            <a:avLst/>
          </a:prstGeom>
          <a:noFill/>
        </p:spPr>
        <p:txBody>
          <a:bodyPr wrap="square" lIns="50000" tIns="20000" rIns="50000" bIns="20000" anchor="ctr">
            <a:spAutoFit/>
          </a:bodyPr>
          <a:lstStyle/>
          <a:p>
            <a:pPr algn="l"/>
            <a:r>
              <a:rPr sz="4000" b="0" i="0">
                <a:solidFill>
                  <a:srgbClr val="008564"/>
                </a:solidFill>
                <a:latin typeface="Consolas"/>
              </a:rPr>
              <a:t>auxiliary_citation</a:t>
            </a:r>
          </a:p>
        </p:txBody>
      </p:sp>
      <p:sp>
        <p:nvSpPr>
          <p:cNvPr id="25" name="TextBox 24"/>
          <p:cNvSpPr txBox="1"/>
          <p:nvPr/>
        </p:nvSpPr>
        <p:spPr>
          <a:xfrm>
            <a:off x="27066240" y="11045952"/>
            <a:ext cx="3657600" cy="1170432"/>
          </a:xfrm>
          <a:prstGeom prst="rect">
            <a:avLst/>
          </a:prstGeom>
          <a:noFill/>
        </p:spPr>
        <p:txBody>
          <a:bodyPr wrap="square" lIns="50000" tIns="20000" rIns="50000" bIns="20000" anchor="ctr">
            <a:spAutoFit/>
          </a:bodyPr>
          <a:lstStyle/>
          <a:p>
            <a:pPr algn="r"/>
            <a:r>
              <a:rPr sz="4000" b="0" i="0">
                <a:solidFill>
                  <a:srgbClr val="000000"/>
                </a:solidFill>
                <a:latin typeface="NVIDIA Sans Medium"/>
              </a:rPr>
              <a:t>6,250</a:t>
            </a:r>
          </a:p>
        </p:txBody>
      </p:sp>
      <p:sp>
        <p:nvSpPr>
          <p:cNvPr id="26" name="TextBox 25"/>
          <p:cNvSpPr txBox="1"/>
          <p:nvPr/>
        </p:nvSpPr>
        <p:spPr>
          <a:xfrm>
            <a:off x="30906719" y="11045952"/>
            <a:ext cx="2926080" cy="1170432"/>
          </a:xfrm>
          <a:prstGeom prst="rect">
            <a:avLst/>
          </a:prstGeom>
          <a:noFill/>
        </p:spPr>
        <p:txBody>
          <a:bodyPr wrap="square" lIns="50000" tIns="20000" rIns="50000" bIns="20000" anchor="ctr">
            <a:spAutoFit/>
          </a:bodyPr>
          <a:lstStyle/>
          <a:p>
            <a:pPr algn="r"/>
            <a:r>
              <a:rPr sz="4000" b="0" i="0">
                <a:solidFill>
                  <a:srgbClr val="5E5E5E"/>
                </a:solidFill>
                <a:latin typeface="NVIDIA Sans"/>
              </a:rPr>
              <a:t>8%</a:t>
            </a:r>
          </a:p>
        </p:txBody>
      </p:sp>
      <p:sp>
        <p:nvSpPr>
          <p:cNvPr id="27" name="TextBox 26"/>
          <p:cNvSpPr txBox="1"/>
          <p:nvPr/>
        </p:nvSpPr>
        <p:spPr>
          <a:xfrm>
            <a:off x="19568160" y="12362688"/>
            <a:ext cx="7315200" cy="1170432"/>
          </a:xfrm>
          <a:prstGeom prst="rect">
            <a:avLst/>
          </a:prstGeom>
          <a:noFill/>
        </p:spPr>
        <p:txBody>
          <a:bodyPr wrap="square" lIns="50000" tIns="20000" rIns="50000" bIns="20000" anchor="ctr">
            <a:spAutoFit/>
          </a:bodyPr>
          <a:lstStyle/>
          <a:p>
            <a:pPr algn="l"/>
            <a:r>
              <a:rPr sz="4000" b="0" i="0">
                <a:solidFill>
                  <a:srgbClr val="008564"/>
                </a:solidFill>
                <a:latin typeface="Consolas"/>
              </a:rPr>
              <a:t>auxiliary_statutory</a:t>
            </a:r>
          </a:p>
        </p:txBody>
      </p:sp>
      <p:sp>
        <p:nvSpPr>
          <p:cNvPr id="28" name="TextBox 27"/>
          <p:cNvSpPr txBox="1"/>
          <p:nvPr/>
        </p:nvSpPr>
        <p:spPr>
          <a:xfrm>
            <a:off x="27066240" y="12362688"/>
            <a:ext cx="3657600" cy="1170432"/>
          </a:xfrm>
          <a:prstGeom prst="rect">
            <a:avLst/>
          </a:prstGeom>
          <a:noFill/>
        </p:spPr>
        <p:txBody>
          <a:bodyPr wrap="square" lIns="50000" tIns="20000" rIns="50000" bIns="20000" anchor="ctr">
            <a:spAutoFit/>
          </a:bodyPr>
          <a:lstStyle/>
          <a:p>
            <a:pPr algn="r"/>
            <a:r>
              <a:rPr sz="4000" b="0" i="0">
                <a:solidFill>
                  <a:srgbClr val="000000"/>
                </a:solidFill>
                <a:latin typeface="NVIDIA Sans Medium"/>
              </a:rPr>
              <a:t>6,250</a:t>
            </a:r>
          </a:p>
        </p:txBody>
      </p:sp>
      <p:sp>
        <p:nvSpPr>
          <p:cNvPr id="29" name="TextBox 28"/>
          <p:cNvSpPr txBox="1"/>
          <p:nvPr/>
        </p:nvSpPr>
        <p:spPr>
          <a:xfrm>
            <a:off x="30906719" y="12362688"/>
            <a:ext cx="2926080" cy="1170432"/>
          </a:xfrm>
          <a:prstGeom prst="rect">
            <a:avLst/>
          </a:prstGeom>
          <a:noFill/>
        </p:spPr>
        <p:txBody>
          <a:bodyPr wrap="square" lIns="50000" tIns="20000" rIns="50000" bIns="20000" anchor="ctr">
            <a:spAutoFit/>
          </a:bodyPr>
          <a:lstStyle/>
          <a:p>
            <a:pPr algn="r"/>
            <a:r>
              <a:rPr sz="4000" b="0" i="0">
                <a:solidFill>
                  <a:srgbClr val="5E5E5E"/>
                </a:solidFill>
                <a:latin typeface="NVIDIA Sans"/>
              </a:rPr>
              <a:t>8%</a:t>
            </a:r>
          </a:p>
        </p:txBody>
      </p:sp>
      <p:sp>
        <p:nvSpPr>
          <p:cNvPr id="30" name="TextBox 29"/>
          <p:cNvSpPr txBox="1"/>
          <p:nvPr/>
        </p:nvSpPr>
        <p:spPr>
          <a:xfrm>
            <a:off x="19568160" y="13679424"/>
            <a:ext cx="7315200" cy="1170432"/>
          </a:xfrm>
          <a:prstGeom prst="rect">
            <a:avLst/>
          </a:prstGeom>
          <a:noFill/>
        </p:spPr>
        <p:txBody>
          <a:bodyPr wrap="square" lIns="50000" tIns="20000" rIns="50000" bIns="20000" anchor="ctr">
            <a:spAutoFit/>
          </a:bodyPr>
          <a:lstStyle/>
          <a:p>
            <a:pPr algn="l"/>
            <a:r>
              <a:rPr sz="4000" b="0" i="0">
                <a:solidFill>
                  <a:srgbClr val="008564"/>
                </a:solidFill>
                <a:latin typeface="Consolas"/>
              </a:rPr>
              <a:t>auxiliary_behavioral</a:t>
            </a:r>
          </a:p>
        </p:txBody>
      </p:sp>
      <p:sp>
        <p:nvSpPr>
          <p:cNvPr id="31" name="TextBox 30"/>
          <p:cNvSpPr txBox="1"/>
          <p:nvPr/>
        </p:nvSpPr>
        <p:spPr>
          <a:xfrm>
            <a:off x="27066240" y="13679424"/>
            <a:ext cx="3657600" cy="1170432"/>
          </a:xfrm>
          <a:prstGeom prst="rect">
            <a:avLst/>
          </a:prstGeom>
          <a:noFill/>
        </p:spPr>
        <p:txBody>
          <a:bodyPr wrap="square" lIns="50000" tIns="20000" rIns="50000" bIns="20000" anchor="ctr">
            <a:spAutoFit/>
          </a:bodyPr>
          <a:lstStyle/>
          <a:p>
            <a:pPr algn="r"/>
            <a:r>
              <a:rPr sz="4000" b="0" i="0">
                <a:solidFill>
                  <a:srgbClr val="000000"/>
                </a:solidFill>
                <a:latin typeface="NVIDIA Sans Medium"/>
              </a:rPr>
              <a:t>6,250</a:t>
            </a:r>
          </a:p>
        </p:txBody>
      </p:sp>
      <p:sp>
        <p:nvSpPr>
          <p:cNvPr id="32" name="TextBox 31"/>
          <p:cNvSpPr txBox="1"/>
          <p:nvPr/>
        </p:nvSpPr>
        <p:spPr>
          <a:xfrm>
            <a:off x="30906719" y="13679424"/>
            <a:ext cx="2926080" cy="1170432"/>
          </a:xfrm>
          <a:prstGeom prst="rect">
            <a:avLst/>
          </a:prstGeom>
          <a:noFill/>
        </p:spPr>
        <p:txBody>
          <a:bodyPr wrap="square" lIns="50000" tIns="20000" rIns="50000" bIns="20000" anchor="ctr">
            <a:spAutoFit/>
          </a:bodyPr>
          <a:lstStyle/>
          <a:p>
            <a:pPr algn="r"/>
            <a:r>
              <a:rPr sz="4000" b="0" i="0">
                <a:solidFill>
                  <a:srgbClr val="5E5E5E"/>
                </a:solidFill>
                <a:latin typeface="NVIDIA Sans"/>
              </a:rPr>
              <a:t>8%</a:t>
            </a:r>
          </a:p>
        </p:txBody>
      </p:sp>
      <p:sp>
        <p:nvSpPr>
          <p:cNvPr id="33" name="Rounded Rectangle 32"/>
          <p:cNvSpPr/>
          <p:nvPr/>
        </p:nvSpPr>
        <p:spPr>
          <a:xfrm>
            <a:off x="19568160" y="15361920"/>
            <a:ext cx="14630400" cy="1828800"/>
          </a:xfrm>
          <a:prstGeom prst="roundRect">
            <a:avLst>
              <a:gd name="adj" fmla="val 4000"/>
            </a:avLst>
          </a:prstGeom>
          <a:solidFill>
            <a:srgbClr val="E2F0D9"/>
          </a:solidFill>
          <a:ln w="190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9568160" y="15361920"/>
            <a:ext cx="7315200" cy="1828800"/>
          </a:xfrm>
          <a:prstGeom prst="rect">
            <a:avLst/>
          </a:prstGeom>
          <a:noFill/>
        </p:spPr>
        <p:txBody>
          <a:bodyPr wrap="square" lIns="50000" tIns="20000" rIns="50000" bIns="20000" anchor="ctr">
            <a:spAutoFit/>
          </a:bodyPr>
          <a:lstStyle/>
          <a:p>
            <a:pPr algn="l"/>
            <a:r>
              <a:rPr sz="4400" b="1" i="0">
                <a:solidFill>
                  <a:srgbClr val="008564"/>
                </a:solidFill>
                <a:latin typeface="NVIDIA Sans Medium"/>
              </a:rPr>
              <a:t>TOTAL</a:t>
            </a:r>
          </a:p>
        </p:txBody>
      </p:sp>
      <p:sp>
        <p:nvSpPr>
          <p:cNvPr id="35" name="TextBox 34"/>
          <p:cNvSpPr txBox="1"/>
          <p:nvPr/>
        </p:nvSpPr>
        <p:spPr>
          <a:xfrm>
            <a:off x="27066240" y="15361920"/>
            <a:ext cx="3657600" cy="1828800"/>
          </a:xfrm>
          <a:prstGeom prst="rect">
            <a:avLst/>
          </a:prstGeom>
          <a:noFill/>
        </p:spPr>
        <p:txBody>
          <a:bodyPr wrap="square" lIns="50000" tIns="20000" rIns="50000" bIns="20000" anchor="ctr">
            <a:spAutoFit/>
          </a:bodyPr>
          <a:lstStyle/>
          <a:p>
            <a:pPr algn="r"/>
            <a:r>
              <a:rPr sz="4800" b="1" i="0">
                <a:solidFill>
                  <a:srgbClr val="008564"/>
                </a:solidFill>
                <a:latin typeface="NVIDIA Sans Medium"/>
              </a:rPr>
              <a:t>75,000</a:t>
            </a:r>
          </a:p>
        </p:txBody>
      </p:sp>
      <p:sp>
        <p:nvSpPr>
          <p:cNvPr id="36" name="TextBox 35"/>
          <p:cNvSpPr txBox="1"/>
          <p:nvPr/>
        </p:nvSpPr>
        <p:spPr>
          <a:xfrm>
            <a:off x="30906719" y="15361920"/>
            <a:ext cx="2926080" cy="1828800"/>
          </a:xfrm>
          <a:prstGeom prst="rect">
            <a:avLst/>
          </a:prstGeom>
          <a:noFill/>
        </p:spPr>
        <p:txBody>
          <a:bodyPr wrap="square" lIns="50000" tIns="20000" rIns="50000" bIns="20000" anchor="ctr">
            <a:spAutoFit/>
          </a:bodyPr>
          <a:lstStyle/>
          <a:p>
            <a:pPr algn="r"/>
            <a:r>
              <a:rPr sz="4400" b="1" i="0">
                <a:solidFill>
                  <a:srgbClr val="008564"/>
                </a:solidFill>
                <a:latin typeface="NVIDIA Sans"/>
              </a:rPr>
              <a:t>100%</a:t>
            </a:r>
          </a:p>
        </p:txBody>
      </p:sp>
      <p:sp>
        <p:nvSpPr>
          <p:cNvPr id="37" name="TextBox 36"/>
          <p:cNvSpPr txBox="1"/>
          <p:nvPr/>
        </p:nvSpPr>
        <p:spPr>
          <a:xfrm>
            <a:off x="2011680" y="18470880"/>
            <a:ext cx="32918400" cy="914400"/>
          </a:xfrm>
          <a:prstGeom prst="rect">
            <a:avLst/>
          </a:prstGeom>
          <a:noFill/>
        </p:spPr>
        <p:txBody>
          <a:bodyPr wrap="square" lIns="50000" tIns="20000" rIns="50000" bIns="20000" anchor="t">
            <a:spAutoFit/>
          </a:bodyPr>
          <a:lstStyle/>
          <a:p>
            <a:pPr algn="ctr"/>
            <a:r>
              <a:rPr sz="4000" b="0" i="1">
                <a:solidFill>
                  <a:srgbClr val="5E5E5E"/>
                </a:solidFill>
                <a:latin typeface="NVIDIA Sans"/>
              </a:rPr>
              <a:t>Balanced 45/55 positives/negatives · 8 typologies · adversarial mutations baked in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63040" y="1097280"/>
            <a:ext cx="33649920" cy="2377440"/>
          </a:xfrm>
          <a:prstGeom prst="rect">
            <a:avLst/>
          </a:prstGeom>
          <a:noFill/>
        </p:spPr>
        <p:txBody>
          <a:bodyPr wrap="square" lIns="50000" tIns="20000" rIns="50000" bIns="20000" anchor="ctr">
            <a:spAutoFit/>
          </a:bodyPr>
          <a:lstStyle/>
          <a:p>
            <a:pPr algn="l"/>
            <a:r>
              <a:rPr sz="7200" b="1" i="0">
                <a:solidFill>
                  <a:srgbClr val="000000"/>
                </a:solidFill>
                <a:latin typeface="NVIDIA Sans Medium"/>
              </a:rPr>
              <a:t>What Data Designer Did for AML</a:t>
            </a:r>
          </a:p>
        </p:txBody>
      </p:sp>
      <p:sp>
        <p:nvSpPr>
          <p:cNvPr id="3" name="TextBox 2"/>
          <p:cNvSpPr txBox="1"/>
          <p:nvPr/>
        </p:nvSpPr>
        <p:spPr>
          <a:xfrm>
            <a:off x="1463040" y="3474720"/>
            <a:ext cx="33649920" cy="1280160"/>
          </a:xfrm>
          <a:prstGeom prst="rect">
            <a:avLst/>
          </a:prstGeom>
          <a:noFill/>
        </p:spPr>
        <p:txBody>
          <a:bodyPr wrap="square" lIns="50000" tIns="20000" rIns="50000" bIns="20000" anchor="ctr">
            <a:spAutoFit/>
          </a:bodyPr>
          <a:lstStyle/>
          <a:p>
            <a:pPr algn="l"/>
            <a:r>
              <a:rPr sz="4400" b="0" i="1">
                <a:solidFill>
                  <a:srgbClr val="5E5E5E"/>
                </a:solidFill>
                <a:latin typeface="NVIDIA Sans"/>
              </a:rPr>
              <a:t>Three concrete payoffs from using the product (vs. rolling your own SDG)</a:t>
            </a:r>
          </a:p>
        </p:txBody>
      </p:sp>
      <p:sp>
        <p:nvSpPr>
          <p:cNvPr id="4" name="Rectangle 3"/>
          <p:cNvSpPr/>
          <p:nvPr/>
        </p:nvSpPr>
        <p:spPr>
          <a:xfrm>
            <a:off x="1463040" y="4901184"/>
            <a:ext cx="2194560" cy="109728"/>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1828800" y="6217920"/>
            <a:ext cx="32918400" cy="3840480"/>
          </a:xfrm>
          <a:prstGeom prst="roundRect">
            <a:avLst>
              <a:gd name="adj" fmla="val 4000"/>
            </a:avLst>
          </a:prstGeom>
          <a:solidFill>
            <a:srgbClr val="FFFFFF"/>
          </a:solidFill>
          <a:ln w="19050">
            <a:solidFill>
              <a:srgbClr val="76B9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28800" y="6217920"/>
            <a:ext cx="731520" cy="3840480"/>
          </a:xfrm>
          <a:prstGeom prst="rect">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3108960" y="7315200"/>
            <a:ext cx="1645920" cy="1645920"/>
          </a:xfrm>
          <a:prstGeom prst="ellipse">
            <a:avLst/>
          </a:prstGeom>
          <a:solidFill>
            <a:srgbClr val="76B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960" y="7315200"/>
            <a:ext cx="1645920" cy="164592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1</a:t>
            </a:r>
          </a:p>
        </p:txBody>
      </p:sp>
      <p:sp>
        <p:nvSpPr>
          <p:cNvPr id="9" name="TextBox 8"/>
          <p:cNvSpPr txBox="1"/>
          <p:nvPr/>
        </p:nvSpPr>
        <p:spPr>
          <a:xfrm>
            <a:off x="5303520" y="6583680"/>
            <a:ext cx="28895040" cy="1463040"/>
          </a:xfrm>
          <a:prstGeom prst="rect">
            <a:avLst/>
          </a:prstGeom>
          <a:noFill/>
        </p:spPr>
        <p:txBody>
          <a:bodyPr wrap="square" lIns="50000" tIns="20000" rIns="50000" bIns="20000" anchor="t">
            <a:spAutoFit/>
          </a:bodyPr>
          <a:lstStyle/>
          <a:p>
            <a:pPr algn="l"/>
            <a:r>
              <a:rPr sz="4800" b="1" i="0">
                <a:solidFill>
                  <a:srgbClr val="76B900"/>
                </a:solidFill>
                <a:latin typeface="NVIDIA Sans Medium"/>
              </a:rPr>
              <a:t>Saved engineering time</a:t>
            </a:r>
          </a:p>
        </p:txBody>
      </p:sp>
      <p:sp>
        <p:nvSpPr>
          <p:cNvPr id="10" name="TextBox 9"/>
          <p:cNvSpPr txBox="1"/>
          <p:nvPr/>
        </p:nvSpPr>
        <p:spPr>
          <a:xfrm>
            <a:off x="5303520" y="8046720"/>
            <a:ext cx="28895040" cy="1828800"/>
          </a:xfrm>
          <a:prstGeom prst="rect">
            <a:avLst/>
          </a:prstGeom>
          <a:noFill/>
        </p:spPr>
        <p:txBody>
          <a:bodyPr wrap="square" lIns="50000" tIns="20000" rIns="50000" bIns="20000" anchor="t">
            <a:spAutoFit/>
          </a:bodyPr>
          <a:lstStyle/>
          <a:p>
            <a:pPr algn="l"/>
            <a:r>
              <a:rPr sz="4000" b="0" i="0">
                <a:solidFill>
                  <a:srgbClr val="000000"/>
                </a:solidFill>
                <a:latin typeface="NVIDIA Sans"/>
              </a:rPr>
              <a:t>Without Data Designer, building this pipeline from scratch would have been ~3 engineer-months. With it, the pipeline definition is ~600 lines of Python.</a:t>
            </a:r>
          </a:p>
        </p:txBody>
      </p:sp>
      <p:sp>
        <p:nvSpPr>
          <p:cNvPr id="11" name="Rounded Rectangle 10"/>
          <p:cNvSpPr/>
          <p:nvPr/>
        </p:nvSpPr>
        <p:spPr>
          <a:xfrm>
            <a:off x="1828800" y="10607040"/>
            <a:ext cx="32918400" cy="3840480"/>
          </a:xfrm>
          <a:prstGeom prst="roundRect">
            <a:avLst>
              <a:gd name="adj" fmla="val 4000"/>
            </a:avLst>
          </a:prstGeom>
          <a:solidFill>
            <a:srgbClr val="FFFFFF"/>
          </a:solidFill>
          <a:ln w="19050">
            <a:solidFill>
              <a:srgbClr val="00856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828800" y="10607040"/>
            <a:ext cx="731520" cy="3840480"/>
          </a:xfrm>
          <a:prstGeom prst="rect">
            <a:avLst/>
          </a:prstGeom>
          <a:solidFill>
            <a:srgbClr val="008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108960" y="11704320"/>
            <a:ext cx="1645920" cy="1645920"/>
          </a:xfrm>
          <a:prstGeom prst="ellipse">
            <a:avLst/>
          </a:prstGeom>
          <a:solidFill>
            <a:srgbClr val="0085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108960" y="11704320"/>
            <a:ext cx="1645920" cy="164592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2</a:t>
            </a:r>
          </a:p>
        </p:txBody>
      </p:sp>
      <p:sp>
        <p:nvSpPr>
          <p:cNvPr id="15" name="TextBox 14"/>
          <p:cNvSpPr txBox="1"/>
          <p:nvPr/>
        </p:nvSpPr>
        <p:spPr>
          <a:xfrm>
            <a:off x="5303520" y="10972800"/>
            <a:ext cx="28895040" cy="1463040"/>
          </a:xfrm>
          <a:prstGeom prst="rect">
            <a:avLst/>
          </a:prstGeom>
          <a:noFill/>
        </p:spPr>
        <p:txBody>
          <a:bodyPr wrap="square" lIns="50000" tIns="20000" rIns="50000" bIns="20000" anchor="t">
            <a:spAutoFit/>
          </a:bodyPr>
          <a:lstStyle/>
          <a:p>
            <a:pPr algn="l"/>
            <a:r>
              <a:rPr sz="4800" b="1" i="0">
                <a:solidFill>
                  <a:srgbClr val="008564"/>
                </a:solidFill>
                <a:latin typeface="NVIDIA Sans Medium"/>
              </a:rPr>
              <a:t>Multi-stage dependency mapping was free</a:t>
            </a:r>
          </a:p>
        </p:txBody>
      </p:sp>
      <p:sp>
        <p:nvSpPr>
          <p:cNvPr id="16" name="TextBox 15"/>
          <p:cNvSpPr txBox="1"/>
          <p:nvPr/>
        </p:nvSpPr>
        <p:spPr>
          <a:xfrm>
            <a:off x="5303520" y="12435840"/>
            <a:ext cx="28895040" cy="1828800"/>
          </a:xfrm>
          <a:prstGeom prst="rect">
            <a:avLst/>
          </a:prstGeom>
          <a:noFill/>
        </p:spPr>
        <p:txBody>
          <a:bodyPr wrap="square" lIns="50000" tIns="20000" rIns="50000" bIns="20000" anchor="t">
            <a:spAutoFit/>
          </a:bodyPr>
          <a:lstStyle/>
          <a:p>
            <a:pPr algn="l"/>
            <a:r>
              <a:rPr sz="4000" b="0" i="0">
                <a:solidFill>
                  <a:srgbClr val="000000"/>
                </a:solidFill>
                <a:latin typeface="NVIDIA Sans"/>
              </a:rPr>
              <a:t>Each AML record has 12 fields where field N depends on fields 1..N-1. Data Designer's dependency-mapping primitive made this declarative.</a:t>
            </a:r>
          </a:p>
        </p:txBody>
      </p:sp>
      <p:sp>
        <p:nvSpPr>
          <p:cNvPr id="17" name="Rounded Rectangle 16"/>
          <p:cNvSpPr/>
          <p:nvPr/>
        </p:nvSpPr>
        <p:spPr>
          <a:xfrm>
            <a:off x="1828800" y="14996160"/>
            <a:ext cx="32918400" cy="3840480"/>
          </a:xfrm>
          <a:prstGeom prst="roundRect">
            <a:avLst>
              <a:gd name="adj" fmla="val 4000"/>
            </a:avLst>
          </a:prstGeom>
          <a:solidFill>
            <a:srgbClr val="FFFFFF"/>
          </a:solidFill>
          <a:ln w="19050">
            <a:solidFill>
              <a:srgbClr val="5D16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828800" y="14996160"/>
            <a:ext cx="731520" cy="3840480"/>
          </a:xfrm>
          <a:prstGeom prst="rect">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3108960" y="16093440"/>
            <a:ext cx="1645920" cy="1645920"/>
          </a:xfrm>
          <a:prstGeom prst="ellipse">
            <a:avLst/>
          </a:prstGeom>
          <a:solidFill>
            <a:srgbClr val="5D16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108960" y="16093440"/>
            <a:ext cx="1645920" cy="1645920"/>
          </a:xfrm>
          <a:prstGeom prst="rect">
            <a:avLst/>
          </a:prstGeom>
          <a:noFill/>
        </p:spPr>
        <p:txBody>
          <a:bodyPr wrap="square" lIns="50000" tIns="20000" rIns="50000" bIns="20000" anchor="ctr">
            <a:spAutoFit/>
          </a:bodyPr>
          <a:lstStyle/>
          <a:p>
            <a:pPr algn="ctr"/>
            <a:r>
              <a:rPr sz="5600" b="1" i="0">
                <a:solidFill>
                  <a:srgbClr val="FFFFFF"/>
                </a:solidFill>
                <a:latin typeface="NVIDIA Sans Medium"/>
              </a:rPr>
              <a:t>3</a:t>
            </a:r>
          </a:p>
        </p:txBody>
      </p:sp>
      <p:sp>
        <p:nvSpPr>
          <p:cNvPr id="21" name="TextBox 20"/>
          <p:cNvSpPr txBox="1"/>
          <p:nvPr/>
        </p:nvSpPr>
        <p:spPr>
          <a:xfrm>
            <a:off x="5303520" y="15361920"/>
            <a:ext cx="28895040" cy="1463040"/>
          </a:xfrm>
          <a:prstGeom prst="rect">
            <a:avLst/>
          </a:prstGeom>
          <a:noFill/>
        </p:spPr>
        <p:txBody>
          <a:bodyPr wrap="square" lIns="50000" tIns="20000" rIns="50000" bIns="20000" anchor="t">
            <a:spAutoFit/>
          </a:bodyPr>
          <a:lstStyle/>
          <a:p>
            <a:pPr algn="l"/>
            <a:r>
              <a:rPr sz="4800" b="1" i="0">
                <a:solidFill>
                  <a:srgbClr val="5D1682"/>
                </a:solidFill>
                <a:latin typeface="NVIDIA Sans Medium"/>
              </a:rPr>
              <a:t>LLM-judge quality gate ships with the framework</a:t>
            </a:r>
          </a:p>
        </p:txBody>
      </p:sp>
      <p:sp>
        <p:nvSpPr>
          <p:cNvPr id="22" name="TextBox 21"/>
          <p:cNvSpPr txBox="1"/>
          <p:nvPr/>
        </p:nvSpPr>
        <p:spPr>
          <a:xfrm>
            <a:off x="5303520" y="16824960"/>
            <a:ext cx="28895040" cy="1828800"/>
          </a:xfrm>
          <a:prstGeom prst="rect">
            <a:avLst/>
          </a:prstGeom>
          <a:noFill/>
        </p:spPr>
        <p:txBody>
          <a:bodyPr wrap="square" lIns="50000" tIns="20000" rIns="50000" bIns="20000" anchor="t">
            <a:spAutoFit/>
          </a:bodyPr>
          <a:lstStyle/>
          <a:p>
            <a:pPr algn="l"/>
            <a:r>
              <a:rPr sz="4000" b="0" i="0">
                <a:solidFill>
                  <a:srgbClr val="000000"/>
                </a:solidFill>
                <a:latin typeface="NVIDIA Sans"/>
              </a:rPr>
              <a:t>We didn't write the judge runner, retry loop, score parser, or distribution audit. All shipped in Data Designer.</a:t>
            </a:r>
          </a:p>
        </p:txBody>
      </p:sp>
      <p:sp>
        <p:nvSpPr>
          <p:cNvPr id="23" name="TextBox 22"/>
          <p:cNvSpPr txBox="1"/>
          <p:nvPr/>
        </p:nvSpPr>
        <p:spPr>
          <a:xfrm>
            <a:off x="1828800" y="19019520"/>
            <a:ext cx="32918400" cy="1097280"/>
          </a:xfrm>
          <a:prstGeom prst="rect">
            <a:avLst/>
          </a:prstGeom>
          <a:noFill/>
        </p:spPr>
        <p:txBody>
          <a:bodyPr wrap="square" lIns="50000" tIns="20000" rIns="50000" bIns="20000" anchor="t">
            <a:spAutoFit/>
          </a:bodyPr>
          <a:lstStyle/>
          <a:p>
            <a:pPr algn="ctr"/>
            <a:r>
              <a:rPr sz="4400" b="1" i="1">
                <a:solidFill>
                  <a:srgbClr val="76B900"/>
                </a:solidFill>
                <a:latin typeface="NVIDIA Sans"/>
              </a:rPr>
              <a:t>→ Hands-on next: run a 100-record version of this pipeline yourself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28800" y="8046720"/>
            <a:ext cx="32918400" cy="2926080"/>
          </a:xfrm>
          <a:prstGeom prst="rect">
            <a:avLst/>
          </a:prstGeom>
          <a:noFill/>
        </p:spPr>
        <p:txBody>
          <a:bodyPr wrap="square" lIns="50000" tIns="20000" rIns="50000" bIns="20000" anchor="t">
            <a:spAutoFit/>
          </a:bodyPr>
          <a:lstStyle/>
          <a:p>
            <a:pPr algn="ctr"/>
            <a:r>
              <a:rPr sz="8800" b="1" i="0">
                <a:solidFill>
                  <a:srgbClr val="76B900"/>
                </a:solidFill>
                <a:latin typeface="NVIDIA Sans Medium"/>
              </a:rPr>
              <a:t>From product story to running pipeline</a:t>
            </a:r>
          </a:p>
        </p:txBody>
      </p:sp>
      <p:sp>
        <p:nvSpPr>
          <p:cNvPr id="3" name="TextBox 2"/>
          <p:cNvSpPr txBox="1"/>
          <p:nvPr/>
        </p:nvSpPr>
        <p:spPr>
          <a:xfrm>
            <a:off x="1828800" y="11338560"/>
            <a:ext cx="32918400" cy="2194560"/>
          </a:xfrm>
          <a:prstGeom prst="rect">
            <a:avLst/>
          </a:prstGeom>
          <a:noFill/>
        </p:spPr>
        <p:txBody>
          <a:bodyPr wrap="square" lIns="50000" tIns="20000" rIns="50000" bIns="20000" anchor="t">
            <a:spAutoFit/>
          </a:bodyPr>
          <a:lstStyle/>
          <a:p>
            <a:pPr algn="ctr"/>
            <a:r>
              <a:rPr sz="5600" b="0" i="1">
                <a:solidFill>
                  <a:srgbClr val="5E5E5E"/>
                </a:solidFill>
                <a:latin typeface="NVIDIA Sans"/>
              </a:rPr>
              <a:t>Hands-on next: 100-record AML SDG run on your 2× H100</a:t>
            </a:r>
          </a:p>
        </p:txBody>
      </p:sp>
    </p:spTree>
  </p:cSld>
  <p:clrMapOvr>
    <a:masterClrMapping/>
  </p:clrMapOvr>
</p:sld>
</file>

<file path=ppt/theme/theme1.xml><?xml version="1.0" encoding="utf-8"?>
<a:theme xmlns:a="http://schemas.openxmlformats.org/drawingml/2006/main" name="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NVIDIA Sans">
      <a:majorFont>
        <a:latin typeface="NVIDIA Sans Medium"/>
        <a:ea typeface=""/>
        <a:cs typeface=""/>
      </a:majorFont>
      <a:minorFont>
        <a:latin typeface="NVIDIA Sans"/>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lnSpc>
            <a:spcPct val="90000"/>
          </a:lnSpc>
          <a:defRPr sz="4000" dirty="0" err="1">
            <a:solidFill>
              <a:schemeClr val="tx1"/>
            </a:solidFill>
            <a:latin typeface="Trebuchet MS" panose="020B0603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5875">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ctr">
          <a:defRPr sz="4000" dirty="0" err="1" smtClean="0">
            <a:solidFill>
              <a:schemeClr val="bg1"/>
            </a:solidFill>
            <a:latin typeface="NVIDIA Sans" panose="020B0503020203020204" pitchFamily="34" charset="0"/>
            <a:cs typeface="NVIDIA Sans" panose="020B0503020203020204" pitchFamily="34" charset="0"/>
          </a:defRPr>
        </a:defPPr>
      </a:lstStyle>
    </a:txDef>
  </a:objectDefaults>
  <a:extraClrSchemeLst/>
  <a:extLst>
    <a:ext uri="{05A4C25C-085E-4340-85A3-A5531E510DB2}">
      <thm15:themeFamily xmlns:thm15="http://schemas.microsoft.com/office/thememl/2012/main" name="NVIDIA_Sans_Corp_Template_LIGHT_v2_NewKV.pptx" id="{2CB1BC51-CEBF-4125-BC6C-FB23D6874A8C}" vid="{0B679A5A-A7BB-445D-B89B-5017F750351A}"/>
    </a:ext>
  </a:extLst>
</a:theme>
</file>

<file path=ppt/theme/theme2.xml><?xml version="1.0" encoding="utf-8"?>
<a:theme xmlns:a="http://schemas.openxmlformats.org/drawingml/2006/main" name="1_Title Only">
  <a:themeElements>
    <a:clrScheme name="Custom 15">
      <a:dk1>
        <a:srgbClr val="FFFFFF"/>
      </a:dk1>
      <a:lt1>
        <a:srgbClr val="000000"/>
      </a:lt1>
      <a:dk2>
        <a:srgbClr val="76B900"/>
      </a:dk2>
      <a:lt2>
        <a:srgbClr val="CDCDCD"/>
      </a:lt2>
      <a:accent1>
        <a:srgbClr val="008564"/>
      </a:accent1>
      <a:accent2>
        <a:srgbClr val="5D1682"/>
      </a:accent2>
      <a:accent3>
        <a:srgbClr val="890C58"/>
      </a:accent3>
      <a:accent4>
        <a:srgbClr val="5E5E5E"/>
      </a:accent4>
      <a:accent5>
        <a:srgbClr val="8C8C8C"/>
      </a:accent5>
      <a:accent6>
        <a:srgbClr val="0071C5"/>
      </a:accent6>
      <a:hlink>
        <a:srgbClr val="76B900"/>
      </a:hlink>
      <a:folHlink>
        <a:srgbClr val="76B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VIDIA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145EAE5F8329F47B840B6DEBAC2F43F" ma:contentTypeVersion="15" ma:contentTypeDescription="Create a new document." ma:contentTypeScope="" ma:versionID="39d09db77ad425bdbc3d080218c7c01e">
  <xsd:schema xmlns:xsd="http://www.w3.org/2001/XMLSchema" xmlns:xs="http://www.w3.org/2001/XMLSchema" xmlns:p="http://schemas.microsoft.com/office/2006/metadata/properties" xmlns:ns1="http://schemas.microsoft.com/sharepoint/v3" xmlns:ns2="2a5b1eea-32a8-4673-8d38-de3226caeee3" xmlns:ns3="f65afe6d-7162-4df4-ae98-80745cab72d4" targetNamespace="http://schemas.microsoft.com/office/2006/metadata/properties" ma:root="true" ma:fieldsID="262224961ea4106f8e7d0f360b05b90c" ns1:_="" ns2:_="" ns3:_="">
    <xsd:import namespace="http://schemas.microsoft.com/sharepoint/v3"/>
    <xsd:import namespace="2a5b1eea-32a8-4673-8d38-de3226caeee3"/>
    <xsd:import namespace="f65afe6d-7162-4df4-ae98-80745cab72d4"/>
    <xsd:element name="properties">
      <xsd:complexType>
        <xsd:sequence>
          <xsd:element name="documentManagement">
            <xsd:complexType>
              <xsd:all>
                <xsd:element ref="ns1:PublishingStartDate" minOccurs="0"/>
                <xsd:element ref="ns1:PublishingExpirationDate"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Location" minOccurs="0"/>
                <xsd:element ref="ns2:MediaServiceOCR" minOccurs="0"/>
                <xsd:element ref="ns2:MediaServiceAutoKeyPoints" minOccurs="0"/>
                <xsd:element ref="ns2:MediaServiceKeyPoint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a5b1eea-32a8-4673-8d38-de3226caeee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804b2a00-2846-4002-b30b-85ebaf4c019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65afe6d-7162-4df4-ae98-80745cab72d4"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a9d4e2c1-4547-4ca0-9568-b573cd0c84c4}" ma:internalName="TaxCatchAll" ma:showField="CatchAllData" ma:web="f65afe6d-7162-4df4-ae98-80745cab72d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f65afe6d-7162-4df4-ae98-80745cab72d4" xsi:nil="true"/>
    <PublishingExpirationDate xmlns="http://schemas.microsoft.com/sharepoint/v3" xsi:nil="true"/>
    <PublishingStartDate xmlns="http://schemas.microsoft.com/sharepoint/v3" xsi:nil="true"/>
    <lcf76f155ced4ddcb4097134ff3c332f xmlns="2a5b1eea-32a8-4673-8d38-de3226caeee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6B8F5C1-CC17-4575-A1B9-9EB541A76E7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a5b1eea-32a8-4673-8d38-de3226caeee3"/>
    <ds:schemaRef ds:uri="f65afe6d-7162-4df4-ae98-80745cab72d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A4C7E1E-6C20-440E-941A-535F1A24C014}">
  <ds:schemaRefs>
    <ds:schemaRef ds:uri="f65afe6d-7162-4df4-ae98-80745cab72d4"/>
    <ds:schemaRef ds:uri="http://purl.org/dc/terms/"/>
    <ds:schemaRef ds:uri="http://schemas.microsoft.com/office/2006/documentManagement/types"/>
    <ds:schemaRef ds:uri="http://schemas.openxmlformats.org/package/2006/metadata/core-properties"/>
    <ds:schemaRef ds:uri="2a5b1eea-32a8-4673-8d38-de3226caeee3"/>
    <ds:schemaRef ds:uri="http://schemas.microsoft.com/sharepoint/v3"/>
    <ds:schemaRef ds:uri="http://www.w3.org/XML/1998/namespace"/>
    <ds:schemaRef ds:uri="http://schemas.microsoft.com/office/2006/metadata/properties"/>
    <ds:schemaRef ds:uri="http://schemas.microsoft.com/office/infopath/2007/PartnerControls"/>
    <ds:schemaRef ds:uri="http://purl.org/dc/dcmitype/"/>
    <ds:schemaRef ds:uri="http://purl.org/dc/elements/1.1/"/>
  </ds:schemaRefs>
</ds:datastoreItem>
</file>

<file path=customXml/itemProps3.xml><?xml version="1.0" encoding="utf-8"?>
<ds:datastoreItem xmlns:ds="http://schemas.openxmlformats.org/officeDocument/2006/customXml" ds:itemID="{E65AC8C1-8675-4762-89BF-D102E51271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1920</TotalTime>
  <Words>2469</Words>
  <Application>Microsoft Macintosh PowerPoint</Application>
  <PresentationFormat>Custom</PresentationFormat>
  <Paragraphs>277</Paragraphs>
  <Slides>19</Slides>
  <Notes>19</Notes>
  <HiddenSlides>0</HiddenSlides>
  <MMClips>0</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19</vt:i4>
      </vt:variant>
    </vt:vector>
  </HeadingPairs>
  <TitlesOfParts>
    <vt:vector size="34" baseType="lpstr">
      <vt:lpstr>Arial</vt:lpstr>
      <vt:lpstr>Arial,Sans-Serif</vt:lpstr>
      <vt:lpstr>Calibri</vt:lpstr>
      <vt:lpstr>Consolas</vt:lpstr>
      <vt:lpstr>Lexend</vt:lpstr>
      <vt:lpstr>Lexend Light</vt:lpstr>
      <vt:lpstr>Lexend Medium</vt:lpstr>
      <vt:lpstr>Lexend SemiBold</vt:lpstr>
      <vt:lpstr>NVIDIA Sans</vt:lpstr>
      <vt:lpstr>NVIDIA Sans Light</vt:lpstr>
      <vt:lpstr>NVIDIA Sans Medium</vt:lpstr>
      <vt:lpstr>Roboto Mono</vt:lpstr>
      <vt:lpstr>Trebuchet MS</vt:lpstr>
      <vt:lpstr>Title Only</vt:lpstr>
      <vt:lpstr>1_Title Only</vt:lpstr>
      <vt:lpstr>NeMo Data Designer + Safe Synthesizer</vt:lpstr>
      <vt:lpstr>Challenges</vt:lpstr>
      <vt:lpstr>What is synthetic data?</vt:lpstr>
      <vt:lpstr>PowerPoint Presentation</vt:lpstr>
      <vt:lpstr>What’s blocking your AI projects?</vt:lpstr>
      <vt:lpstr>PowerPoint Presentation</vt:lpstr>
      <vt:lpstr>NeMo Data Designer - Popular Use Cases</vt:lpstr>
      <vt:lpstr>PowerPoint Presentation</vt:lpstr>
      <vt:lpstr>Generating Synthetic Data</vt:lpstr>
      <vt:lpstr>PowerPoint Presentation</vt:lpstr>
      <vt:lpstr>NVIDIA NeMo Safe Synthesizer</vt:lpstr>
      <vt:lpstr>Data Privacy 101</vt:lpstr>
      <vt:lpstr>NeMo Safe Synthesizer - Popular Use Cases</vt:lpstr>
      <vt:lpstr>Getting Started with Synthetic Data Generation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Laura Spillman</dc:creator>
  <cp:lastModifiedBy>Swaminathan B S</cp:lastModifiedBy>
  <cp:revision>17</cp:revision>
  <dcterms:created xsi:type="dcterms:W3CDTF">2023-07-05T16:37:04Z</dcterms:created>
  <dcterms:modified xsi:type="dcterms:W3CDTF">2026-06-01T12:58:27Z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0x010100A145EAE5F8329F47B840B6DEBAC2F43F</vt:lpwstr>
  </property>
  <property fmtid="{D5CDD505-2E9C-101B-9397-08002B2CF9AE}" pid="3" name="MediaServiceImageTags">
    <vt:lpwstr/>
  </property>
</Properties>
</file>