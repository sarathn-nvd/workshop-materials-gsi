
<file path=[Content_Types].xml><?xml version="1.0" encoding="utf-8"?>
<Types xmlns="http://schemas.openxmlformats.org/package/2006/content-types">
  <Default Extension="jpeg" ContentType="image/jpeg"/>
  <Default Extension="jp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customXml/itemProps1.xml" ContentType="application/vnd.openxmlformats-officedocument.customXmlProperties+xml"/>
  <Override PartName="/customXml/itemProps2.xml" ContentType="application/vnd.openxmlformats-officedocument.customXmlProperties+xml"/>
  <Override PartName="/customXml/itemProps3.xml" ContentType="application/vnd.openxmlformats-officedocument.customXmlProperties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notesMasters/notesMaster1.xml" ContentType="application/vnd.openxmlformats-officedocument.presentationml.notesMaster+xml"/>
  <Override PartName="/ppt/handoutMasters/handoutMaster1.xml" ContentType="application/vnd.openxmlformats-officedocument.presentationml.handout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ppt/slideLayouts/slideLayout18.xml" ContentType="application/vnd.openxmlformats-officedocument.presentationml.slideLayout+xml"/>
  <Override PartName="/ppt/slideLayouts/slideLayout19.xml" ContentType="application/vnd.openxmlformats-officedocument.presentationml.slideLayout+xml"/>
  <Override PartName="/ppt/slideLayouts/slideLayout20.xml" ContentType="application/vnd.openxmlformats-officedocument.presentationml.slideLayout+xml"/>
  <Override PartName="/ppt/slideLayouts/slideLayout21.xml" ContentType="application/vnd.openxmlformats-officedocument.presentationml.slideLayout+xml"/>
  <Override PartName="/ppt/slideLayouts/slideLayout22.xml" ContentType="application/vnd.openxmlformats-officedocument.presentationml.slideLayout+xml"/>
  <Override PartName="/ppt/slideLayouts/slideLayout23.xml" ContentType="application/vnd.openxmlformats-officedocument.presentationml.slideLayout+xml"/>
  <Override PartName="/ppt/slideLayouts/slideLayout24.xml" ContentType="application/vnd.openxmlformats-officedocument.presentationml.slideLayout+xml"/>
  <Override PartName="/ppt/slideLayouts/slideLayout25.xml" ContentType="application/vnd.openxmlformats-officedocument.presentationml.slideLayout+xml"/>
  <Override PartName="/ppt/slideLayouts/slideLayout26.xml" ContentType="application/vnd.openxmlformats-officedocument.presentationml.slideLayout+xml"/>
  <Override PartName="/ppt/slideLayouts/slideLayout27.xml" ContentType="application/vnd.openxmlformats-officedocument.presentationml.slideLayout+xml"/>
  <Override PartName="/ppt/slideLayouts/slideLayout28.xml" ContentType="application/vnd.openxmlformats-officedocument.presentationml.slideLayout+xml"/>
  <Override PartName="/ppt/slideLayouts/slideLayout29.xml" ContentType="application/vnd.openxmlformats-officedocument.presentationml.slideLayout+xml"/>
  <Override PartName="/ppt/slideLayouts/slideLayout30.xml" ContentType="application/vnd.openxmlformats-officedocument.presentationml.slideLayout+xml"/>
  <Override PartName="/ppt/slideLayouts/slideLayout31.xml" ContentType="application/vnd.openxmlformats-officedocument.presentationml.slideLayout+xml"/>
  <Override PartName="/ppt/slideLayouts/slideLayout32.xml" ContentType="application/vnd.openxmlformats-officedocument.presentationml.slideLayout+xml"/>
  <Override PartName="/ppt/slideLayouts/slideLayout33.xml" ContentType="application/vnd.openxmlformats-officedocument.presentationml.slideLayout+xml"/>
  <Override PartName="/ppt/slideLayouts/slideLayout34.xml" ContentType="application/vnd.openxmlformats-officedocument.presentationml.slideLayout+xml"/>
  <Override PartName="/ppt/slideLayouts/slideLayout35.xml" ContentType="application/vnd.openxmlformats-officedocument.presentationml.slideLayout+xml"/>
  <Override PartName="/ppt/slideLayouts/slideLayout36.xml" ContentType="application/vnd.openxmlformats-officedocument.presentationml.slideLayout+xml"/>
  <Override PartName="/ppt/slideLayouts/slideLayout37.xml" ContentType="application/vnd.openxmlformats-officedocument.presentationml.slideLayout+xml"/>
  <Override PartName="/ppt/slideLayouts/slideLayout38.xml" ContentType="application/vnd.openxmlformats-officedocument.presentationml.slideLayout+xml"/>
  <Override PartName="/ppt/slideLayouts/slideLayout39.xml" ContentType="application/vnd.openxmlformats-officedocument.presentationml.slideLayout+xml"/>
  <Override PartName="/ppt/slideLayouts/slideLayout40.xml" ContentType="application/vnd.openxmlformats-officedocument.presentationml.slideLayout+xml"/>
  <Override PartName="/ppt/theme/theme2.xml" ContentType="application/vnd.openxmlformats-officedocument.theme+xml"/>
  <Override PartName="/ppt/theme/theme3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changesInfos/changesInfo1.xml" ContentType="application/vnd.ms-powerpoint.changesinfo+xml"/>
  <Override PartName="/ppt/revisionInfo.xml" ContentType="application/vnd.ms-powerpoint.revisioninfo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5" Type="http://schemas.openxmlformats.org/officeDocument/2006/relationships/custom-properties" Target="docProps/custom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60" r:id="rId4"/>
  </p:sldMasterIdLst>
  <p:notesMasterIdLst>
    <p:notesMasterId r:id="rId15"/>
  </p:notesMasterIdLst>
  <p:handoutMasterIdLst>
    <p:handoutMasterId r:id="rId16"/>
  </p:handoutMasterIdLst>
  <p:sldIdLst>
    <p:sldId id="256" r:id="rId5"/>
    <p:sldId id="257" r:id="rId6"/>
    <p:sldId id="258" r:id="rId7"/>
    <p:sldId id="259" r:id="rId8"/>
    <p:sldId id="260" r:id="rId9"/>
    <p:sldId id="262" r:id="rId10"/>
    <p:sldId id="263" r:id="rId11"/>
    <p:sldId id="264" r:id="rId12"/>
    <p:sldId id="268" r:id="rId13"/>
    <p:sldId id="273" r:id="rId14"/>
  </p:sldIdLst>
  <p:sldSz cx="36576000" cy="20574000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  <p:ext uri="{2D200454-40CA-4A62-9FC3-DE9A4176ACB9}">
      <p15:notes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 useTimings="0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FFFFFF"/>
    <a:srgbClr val="D1D1D1"/>
    <a:srgbClr val="C0C0C0"/>
    <a:srgbClr val="B8B8B8"/>
    <a:srgbClr val="151617"/>
    <a:srgbClr val="FAC200"/>
    <a:srgbClr val="9E0000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0"/>
    </p:ext>
  </p:extLst>
</p:presentationPr>
</file>

<file path=ppt/revisionInfo.xml><?xml version="1.0" encoding="utf-8"?>
<p1510:revInfo xmlns:a="http://schemas.openxmlformats.org/drawingml/2006/main" xmlns:r="http://schemas.openxmlformats.org/officeDocument/2006/relationships" xmlns:p1510="http://schemas.microsoft.com/office/powerpoint/2015/10/main">
  <p1510:revLst>
    <p1510:client id="{2F152926-0DEE-E945-973E-2FD77CBAB90C}" v="17" dt="2026-06-01T05:19:18.897"/>
  </p1510:revLst>
</p1510:revInfo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1755" autoAdjust="0"/>
    <p:restoredTop sz="96301" autoAdjust="0"/>
  </p:normalViewPr>
  <p:slideViewPr>
    <p:cSldViewPr snapToGrid="0">
      <p:cViewPr varScale="1">
        <p:scale>
          <a:sx n="41" d="100"/>
          <a:sy n="41" d="100"/>
        </p:scale>
        <p:origin x="888" y="216"/>
      </p:cViewPr>
      <p:guideLst/>
    </p:cSldViewPr>
  </p:slideViewPr>
  <p:outlineViewPr>
    <p:cViewPr>
      <p:scale>
        <a:sx n="33" d="100"/>
        <a:sy n="33" d="100"/>
      </p:scale>
      <p:origin x="0" y="-15810"/>
    </p:cViewPr>
  </p:outlineViewPr>
  <p:notesTextViewPr>
    <p:cViewPr>
      <p:scale>
        <a:sx n="1" d="1"/>
        <a:sy n="1" d="1"/>
      </p:scale>
      <p:origin x="0" y="0"/>
    </p:cViewPr>
  </p:notesTextViewPr>
  <p:sorterViewPr>
    <p:cViewPr varScale="1">
      <p:scale>
        <a:sx n="1" d="1"/>
        <a:sy n="1" d="1"/>
      </p:scale>
      <p:origin x="0" y="0"/>
    </p:cViewPr>
  </p:sorterViewPr>
  <p:notesViewPr>
    <p:cSldViewPr snapToGrid="0">
      <p:cViewPr varScale="1">
        <p:scale>
          <a:sx n="83" d="100"/>
          <a:sy n="83" d="100"/>
        </p:scale>
        <p:origin x="2214" y="102"/>
      </p:cViewPr>
      <p:guideLst/>
    </p:cSldViewPr>
  </p:notes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4.xml"/><Relationship Id="rId13" Type="http://schemas.openxmlformats.org/officeDocument/2006/relationships/slide" Target="slides/slide9.xml"/><Relationship Id="rId18" Type="http://schemas.openxmlformats.org/officeDocument/2006/relationships/viewProps" Target="viewProps.xml"/><Relationship Id="rId3" Type="http://schemas.openxmlformats.org/officeDocument/2006/relationships/customXml" Target="../customXml/item3.xml"/><Relationship Id="rId21" Type="http://schemas.microsoft.com/office/2016/11/relationships/changesInfo" Target="changesInfos/changesInfo1.xml"/><Relationship Id="rId7" Type="http://schemas.openxmlformats.org/officeDocument/2006/relationships/slide" Target="slides/slide3.xml"/><Relationship Id="rId12" Type="http://schemas.openxmlformats.org/officeDocument/2006/relationships/slide" Target="slides/slide8.xml"/><Relationship Id="rId17" Type="http://schemas.openxmlformats.org/officeDocument/2006/relationships/presProps" Target="presProps.xml"/><Relationship Id="rId2" Type="http://schemas.openxmlformats.org/officeDocument/2006/relationships/customXml" Target="../customXml/item2.xml"/><Relationship Id="rId16" Type="http://schemas.openxmlformats.org/officeDocument/2006/relationships/handoutMaster" Target="handoutMasters/handoutMaster1.xml"/><Relationship Id="rId20" Type="http://schemas.openxmlformats.org/officeDocument/2006/relationships/tableStyles" Target="tableStyles.xml"/><Relationship Id="rId1" Type="http://schemas.openxmlformats.org/officeDocument/2006/relationships/customXml" Target="../customXml/item1.xml"/><Relationship Id="rId6" Type="http://schemas.openxmlformats.org/officeDocument/2006/relationships/slide" Target="slides/slide2.xml"/><Relationship Id="rId11" Type="http://schemas.openxmlformats.org/officeDocument/2006/relationships/slide" Target="slides/slide7.xml"/><Relationship Id="rId5" Type="http://schemas.openxmlformats.org/officeDocument/2006/relationships/slide" Target="slides/slide1.xml"/><Relationship Id="rId15" Type="http://schemas.openxmlformats.org/officeDocument/2006/relationships/notesMaster" Target="notesMasters/notesMaster1.xml"/><Relationship Id="rId10" Type="http://schemas.openxmlformats.org/officeDocument/2006/relationships/slide" Target="slides/slide6.xml"/><Relationship Id="rId19" Type="http://schemas.openxmlformats.org/officeDocument/2006/relationships/theme" Target="theme/theme1.xml"/><Relationship Id="rId4" Type="http://schemas.openxmlformats.org/officeDocument/2006/relationships/slideMaster" Target="slideMasters/slideMaster1.xml"/><Relationship Id="rId9" Type="http://schemas.openxmlformats.org/officeDocument/2006/relationships/slide" Target="slides/slide5.xml"/><Relationship Id="rId14" Type="http://schemas.openxmlformats.org/officeDocument/2006/relationships/slide" Target="slides/slide10.xml"/><Relationship Id="rId22" Type="http://schemas.microsoft.com/office/2015/10/relationships/revisionInfo" Target="revisionInfo.xml"/></Relationships>
</file>

<file path=ppt/changesInfos/changesInfo1.xml><?xml version="1.0" encoding="utf-8"?>
<pc:chgInfo xmlns:a="http://schemas.openxmlformats.org/drawingml/2006/main" xmlns:r="http://schemas.openxmlformats.org/officeDocument/2006/relationships" xmlns:ac="http://schemas.microsoft.com/office/drawing/2013/main/command" xmlns:pc="http://schemas.microsoft.com/office/powerpoint/2013/main/command">
  <pc:docChgLst>
    <pc:chgData name="Swaminathan B S" userId="a4d01bd2-1974-4657-978b-6c992b848468" providerId="ADAL" clId="{92050FF0-09CE-5B2E-AE09-3668470BBA02}"/>
    <pc:docChg chg="undo redo custSel addSld delSld modSld">
      <pc:chgData name="Swaminathan B S" userId="a4d01bd2-1974-4657-978b-6c992b848468" providerId="ADAL" clId="{92050FF0-09CE-5B2E-AE09-3668470BBA02}" dt="2026-06-01T05:19:32.705" v="283" actId="1076"/>
      <pc:docMkLst>
        <pc:docMk/>
      </pc:docMkLst>
      <pc:sldChg chg="modSp mod">
        <pc:chgData name="Swaminathan B S" userId="a4d01bd2-1974-4657-978b-6c992b848468" providerId="ADAL" clId="{92050FF0-09CE-5B2E-AE09-3668470BBA02}" dt="2026-06-01T04:15:34.270" v="33" actId="242"/>
        <pc:sldMkLst>
          <pc:docMk/>
          <pc:sldMk cId="0" sldId="256"/>
        </pc:sldMkLst>
        <pc:spChg chg="mod">
          <ac:chgData name="Swaminathan B S" userId="a4d01bd2-1974-4657-978b-6c992b848468" providerId="ADAL" clId="{92050FF0-09CE-5B2E-AE09-3668470BBA02}" dt="2026-06-01T04:15:34.270" v="33" actId="242"/>
          <ac:spMkLst>
            <pc:docMk/>
            <pc:sldMk cId="0" sldId="256"/>
            <ac:spMk id="3" creationId="{00000000-0000-0000-0000-000000000000}"/>
          </ac:spMkLst>
        </pc:spChg>
      </pc:sldChg>
      <pc:sldChg chg="addSp delSp modSp mod">
        <pc:chgData name="Swaminathan B S" userId="a4d01bd2-1974-4657-978b-6c992b848468" providerId="ADAL" clId="{92050FF0-09CE-5B2E-AE09-3668470BBA02}" dt="2026-06-01T05:05:50.273" v="136" actId="20577"/>
        <pc:sldMkLst>
          <pc:docMk/>
          <pc:sldMk cId="0" sldId="257"/>
        </pc:sldMkLst>
        <pc:spChg chg="add del mod">
          <ac:chgData name="Swaminathan B S" userId="a4d01bd2-1974-4657-978b-6c992b848468" providerId="ADAL" clId="{92050FF0-09CE-5B2E-AE09-3668470BBA02}" dt="2026-06-01T05:01:46.238" v="111" actId="20577"/>
          <ac:spMkLst>
            <pc:docMk/>
            <pc:sldMk cId="0" sldId="257"/>
            <ac:spMk id="4" creationId="{00000000-0000-0000-0000-000000000000}"/>
          </ac:spMkLst>
        </pc:spChg>
        <pc:spChg chg="mod">
          <ac:chgData name="Swaminathan B S" userId="a4d01bd2-1974-4657-978b-6c992b848468" providerId="ADAL" clId="{92050FF0-09CE-5B2E-AE09-3668470BBA02}" dt="2026-06-01T04:16:28.767" v="57" actId="33524"/>
          <ac:spMkLst>
            <pc:docMk/>
            <pc:sldMk cId="0" sldId="257"/>
            <ac:spMk id="7" creationId="{00000000-0000-0000-0000-000000000000}"/>
          </ac:spMkLst>
        </pc:spChg>
        <pc:spChg chg="mod">
          <ac:chgData name="Swaminathan B S" userId="a4d01bd2-1974-4657-978b-6c992b848468" providerId="ADAL" clId="{92050FF0-09CE-5B2E-AE09-3668470BBA02}" dt="2026-06-01T05:05:50.273" v="136" actId="20577"/>
          <ac:spMkLst>
            <pc:docMk/>
            <pc:sldMk cId="0" sldId="257"/>
            <ac:spMk id="8" creationId="{00000000-0000-0000-0000-000000000000}"/>
          </ac:spMkLst>
        </pc:spChg>
        <pc:spChg chg="add del mod">
          <ac:chgData name="Swaminathan B S" userId="a4d01bd2-1974-4657-978b-6c992b848468" providerId="ADAL" clId="{92050FF0-09CE-5B2E-AE09-3668470BBA02}" dt="2026-06-01T04:58:53.710" v="96" actId="20577"/>
          <ac:spMkLst>
            <pc:docMk/>
            <pc:sldMk cId="0" sldId="257"/>
            <ac:spMk id="9" creationId="{00000000-0000-0000-0000-000000000000}"/>
          </ac:spMkLst>
        </pc:spChg>
        <pc:spChg chg="del mod">
          <ac:chgData name="Swaminathan B S" userId="a4d01bd2-1974-4657-978b-6c992b848468" providerId="ADAL" clId="{92050FF0-09CE-5B2E-AE09-3668470BBA02}" dt="2026-06-01T04:59:07.011" v="98" actId="478"/>
          <ac:spMkLst>
            <pc:docMk/>
            <pc:sldMk cId="0" sldId="257"/>
            <ac:spMk id="10" creationId="{00000000-0000-0000-0000-000000000000}"/>
          </ac:spMkLst>
        </pc:spChg>
      </pc:sldChg>
      <pc:sldChg chg="addSp delSp modSp mod">
        <pc:chgData name="Swaminathan B S" userId="a4d01bd2-1974-4657-978b-6c992b848468" providerId="ADAL" clId="{92050FF0-09CE-5B2E-AE09-3668470BBA02}" dt="2026-06-01T05:19:32.705" v="283" actId="1076"/>
        <pc:sldMkLst>
          <pc:docMk/>
          <pc:sldMk cId="0" sldId="258"/>
        </pc:sldMkLst>
        <pc:spChg chg="mod">
          <ac:chgData name="Swaminathan B S" userId="a4d01bd2-1974-4657-978b-6c992b848468" providerId="ADAL" clId="{92050FF0-09CE-5B2E-AE09-3668470BBA02}" dt="2026-06-01T05:19:32.705" v="283" actId="1076"/>
          <ac:spMkLst>
            <pc:docMk/>
            <pc:sldMk cId="0" sldId="258"/>
            <ac:spMk id="6" creationId="{00000000-0000-0000-0000-000000000000}"/>
          </ac:spMkLst>
        </pc:spChg>
        <pc:spChg chg="mod">
          <ac:chgData name="Swaminathan B S" userId="a4d01bd2-1974-4657-978b-6c992b848468" providerId="ADAL" clId="{92050FF0-09CE-5B2E-AE09-3668470BBA02}" dt="2026-06-01T05:19:08.261" v="277" actId="1076"/>
          <ac:spMkLst>
            <pc:docMk/>
            <pc:sldMk cId="0" sldId="258"/>
            <ac:spMk id="7" creationId="{00000000-0000-0000-0000-000000000000}"/>
          </ac:spMkLst>
        </pc:spChg>
        <pc:spChg chg="mod">
          <ac:chgData name="Swaminathan B S" userId="a4d01bd2-1974-4657-978b-6c992b848468" providerId="ADAL" clId="{92050FF0-09CE-5B2E-AE09-3668470BBA02}" dt="2026-06-01T05:19:32.705" v="283" actId="1076"/>
          <ac:spMkLst>
            <pc:docMk/>
            <pc:sldMk cId="0" sldId="258"/>
            <ac:spMk id="8" creationId="{00000000-0000-0000-0000-000000000000}"/>
          </ac:spMkLst>
        </pc:spChg>
        <pc:spChg chg="del mod">
          <ac:chgData name="Swaminathan B S" userId="a4d01bd2-1974-4657-978b-6c992b848468" providerId="ADAL" clId="{92050FF0-09CE-5B2E-AE09-3668470BBA02}" dt="2026-06-01T05:19:00.129" v="276" actId="478"/>
          <ac:spMkLst>
            <pc:docMk/>
            <pc:sldMk cId="0" sldId="258"/>
            <ac:spMk id="9" creationId="{00000000-0000-0000-0000-000000000000}"/>
          </ac:spMkLst>
        </pc:spChg>
        <pc:spChg chg="mod">
          <ac:chgData name="Swaminathan B S" userId="a4d01bd2-1974-4657-978b-6c992b848468" providerId="ADAL" clId="{92050FF0-09CE-5B2E-AE09-3668470BBA02}" dt="2026-06-01T05:19:32.705" v="283" actId="1076"/>
          <ac:spMkLst>
            <pc:docMk/>
            <pc:sldMk cId="0" sldId="258"/>
            <ac:spMk id="10" creationId="{00000000-0000-0000-0000-000000000000}"/>
          </ac:spMkLst>
        </pc:spChg>
        <pc:spChg chg="mod">
          <ac:chgData name="Swaminathan B S" userId="a4d01bd2-1974-4657-978b-6c992b848468" providerId="ADAL" clId="{92050FF0-09CE-5B2E-AE09-3668470BBA02}" dt="2026-06-01T05:18:47.501" v="271" actId="20577"/>
          <ac:spMkLst>
            <pc:docMk/>
            <pc:sldMk cId="0" sldId="258"/>
            <ac:spMk id="11" creationId="{00000000-0000-0000-0000-000000000000}"/>
          </ac:spMkLst>
        </pc:spChg>
        <pc:spChg chg="del">
          <ac:chgData name="Swaminathan B S" userId="a4d01bd2-1974-4657-978b-6c992b848468" providerId="ADAL" clId="{92050FF0-09CE-5B2E-AE09-3668470BBA02}" dt="2026-06-01T05:19:11.067" v="278" actId="478"/>
          <ac:spMkLst>
            <pc:docMk/>
            <pc:sldMk cId="0" sldId="258"/>
            <ac:spMk id="12" creationId="{00000000-0000-0000-0000-000000000000}"/>
          </ac:spMkLst>
        </pc:spChg>
        <pc:spChg chg="del">
          <ac:chgData name="Swaminathan B S" userId="a4d01bd2-1974-4657-978b-6c992b848468" providerId="ADAL" clId="{92050FF0-09CE-5B2E-AE09-3668470BBA02}" dt="2026-06-01T05:19:11.067" v="278" actId="478"/>
          <ac:spMkLst>
            <pc:docMk/>
            <pc:sldMk cId="0" sldId="258"/>
            <ac:spMk id="13" creationId="{00000000-0000-0000-0000-000000000000}"/>
          </ac:spMkLst>
        </pc:spChg>
        <pc:spChg chg="del">
          <ac:chgData name="Swaminathan B S" userId="a4d01bd2-1974-4657-978b-6c992b848468" providerId="ADAL" clId="{92050FF0-09CE-5B2E-AE09-3668470BBA02}" dt="2026-06-01T05:19:11.067" v="278" actId="478"/>
          <ac:spMkLst>
            <pc:docMk/>
            <pc:sldMk cId="0" sldId="258"/>
            <ac:spMk id="14" creationId="{00000000-0000-0000-0000-000000000000}"/>
          </ac:spMkLst>
        </pc:spChg>
        <pc:spChg chg="del">
          <ac:chgData name="Swaminathan B S" userId="a4d01bd2-1974-4657-978b-6c992b848468" providerId="ADAL" clId="{92050FF0-09CE-5B2E-AE09-3668470BBA02}" dt="2026-06-01T05:19:11.067" v="278" actId="478"/>
          <ac:spMkLst>
            <pc:docMk/>
            <pc:sldMk cId="0" sldId="258"/>
            <ac:spMk id="15" creationId="{00000000-0000-0000-0000-000000000000}"/>
          </ac:spMkLst>
        </pc:spChg>
        <pc:spChg chg="del">
          <ac:chgData name="Swaminathan B S" userId="a4d01bd2-1974-4657-978b-6c992b848468" providerId="ADAL" clId="{92050FF0-09CE-5B2E-AE09-3668470BBA02}" dt="2026-06-01T05:19:11.067" v="278" actId="478"/>
          <ac:spMkLst>
            <pc:docMk/>
            <pc:sldMk cId="0" sldId="258"/>
            <ac:spMk id="16" creationId="{00000000-0000-0000-0000-000000000000}"/>
          </ac:spMkLst>
        </pc:spChg>
        <pc:spChg chg="del">
          <ac:chgData name="Swaminathan B S" userId="a4d01bd2-1974-4657-978b-6c992b848468" providerId="ADAL" clId="{92050FF0-09CE-5B2E-AE09-3668470BBA02}" dt="2026-06-01T05:19:11.067" v="278" actId="478"/>
          <ac:spMkLst>
            <pc:docMk/>
            <pc:sldMk cId="0" sldId="258"/>
            <ac:spMk id="17" creationId="{00000000-0000-0000-0000-000000000000}"/>
          </ac:spMkLst>
        </pc:spChg>
        <pc:spChg chg="add del mod">
          <ac:chgData name="Swaminathan B S" userId="a4d01bd2-1974-4657-978b-6c992b848468" providerId="ADAL" clId="{92050FF0-09CE-5B2E-AE09-3668470BBA02}" dt="2026-06-01T05:18:16.837" v="267"/>
          <ac:spMkLst>
            <pc:docMk/>
            <pc:sldMk cId="0" sldId="258"/>
            <ac:spMk id="18" creationId="{425B4BB3-6DA7-B8A7-6575-FAB6B9E17091}"/>
          </ac:spMkLst>
        </pc:spChg>
        <pc:spChg chg="add mod">
          <ac:chgData name="Swaminathan B S" userId="a4d01bd2-1974-4657-978b-6c992b848468" providerId="ADAL" clId="{92050FF0-09CE-5B2E-AE09-3668470BBA02}" dt="2026-06-01T05:19:32.705" v="283" actId="1076"/>
          <ac:spMkLst>
            <pc:docMk/>
            <pc:sldMk cId="0" sldId="258"/>
            <ac:spMk id="19" creationId="{FF240207-250E-F5AC-404C-E12FD95290F0}"/>
          </ac:spMkLst>
        </pc:spChg>
        <pc:spChg chg="add mod">
          <ac:chgData name="Swaminathan B S" userId="a4d01bd2-1974-4657-978b-6c992b848468" providerId="ADAL" clId="{92050FF0-09CE-5B2E-AE09-3668470BBA02}" dt="2026-06-01T05:19:32.705" v="283" actId="1076"/>
          <ac:spMkLst>
            <pc:docMk/>
            <pc:sldMk cId="0" sldId="258"/>
            <ac:spMk id="20" creationId="{4E36939A-A2FE-8F6E-1455-8DBB39F073C6}"/>
          </ac:spMkLst>
        </pc:spChg>
        <pc:spChg chg="add mod">
          <ac:chgData name="Swaminathan B S" userId="a4d01bd2-1974-4657-978b-6c992b848468" providerId="ADAL" clId="{92050FF0-09CE-5B2E-AE09-3668470BBA02}" dt="2026-06-01T05:19:17.908" v="280" actId="1076"/>
          <ac:spMkLst>
            <pc:docMk/>
            <pc:sldMk cId="0" sldId="258"/>
            <ac:spMk id="21" creationId="{2DC9359D-D6A2-CB6C-E1CD-61C4933A53D6}"/>
          </ac:spMkLst>
        </pc:spChg>
        <pc:spChg chg="add mod">
          <ac:chgData name="Swaminathan B S" userId="a4d01bd2-1974-4657-978b-6c992b848468" providerId="ADAL" clId="{92050FF0-09CE-5B2E-AE09-3668470BBA02}" dt="2026-06-01T05:19:32.705" v="283" actId="1076"/>
          <ac:spMkLst>
            <pc:docMk/>
            <pc:sldMk cId="0" sldId="258"/>
            <ac:spMk id="22" creationId="{FE6B672D-5B9D-C890-B8D6-3CEF74AA757A}"/>
          </ac:spMkLst>
        </pc:spChg>
        <pc:spChg chg="add mod">
          <ac:chgData name="Swaminathan B S" userId="a4d01bd2-1974-4657-978b-6c992b848468" providerId="ADAL" clId="{92050FF0-09CE-5B2E-AE09-3668470BBA02}" dt="2026-06-01T05:19:32.705" v="283" actId="1076"/>
          <ac:spMkLst>
            <pc:docMk/>
            <pc:sldMk cId="0" sldId="258"/>
            <ac:spMk id="23" creationId="{DB8B7217-FAEE-B6FB-9DA0-63BDC21E6BF1}"/>
          </ac:spMkLst>
        </pc:spChg>
        <pc:spChg chg="add mod">
          <ac:chgData name="Swaminathan B S" userId="a4d01bd2-1974-4657-978b-6c992b848468" providerId="ADAL" clId="{92050FF0-09CE-5B2E-AE09-3668470BBA02}" dt="2026-06-01T05:19:24.665" v="282" actId="1076"/>
          <ac:spMkLst>
            <pc:docMk/>
            <pc:sldMk cId="0" sldId="258"/>
            <ac:spMk id="24" creationId="{E375B802-8425-BEF6-5E7A-CC41C29963C8}"/>
          </ac:spMkLst>
        </pc:spChg>
        <pc:spChg chg="add mod">
          <ac:chgData name="Swaminathan B S" userId="a4d01bd2-1974-4657-978b-6c992b848468" providerId="ADAL" clId="{92050FF0-09CE-5B2E-AE09-3668470BBA02}" dt="2026-06-01T05:19:32.705" v="283" actId="1076"/>
          <ac:spMkLst>
            <pc:docMk/>
            <pc:sldMk cId="0" sldId="258"/>
            <ac:spMk id="25" creationId="{CD0EFC1E-A768-2DEF-0676-5298D2A094B4}"/>
          </ac:spMkLst>
        </pc:spChg>
        <pc:spChg chg="add mod">
          <ac:chgData name="Swaminathan B S" userId="a4d01bd2-1974-4657-978b-6c992b848468" providerId="ADAL" clId="{92050FF0-09CE-5B2E-AE09-3668470BBA02}" dt="2026-06-01T05:19:32.705" v="283" actId="1076"/>
          <ac:spMkLst>
            <pc:docMk/>
            <pc:sldMk cId="0" sldId="258"/>
            <ac:spMk id="26" creationId="{2C43E60E-1124-3F6A-D705-0E3F669A2954}"/>
          </ac:spMkLst>
        </pc:spChg>
        <pc:spChg chg="add mod">
          <ac:chgData name="Swaminathan B S" userId="a4d01bd2-1974-4657-978b-6c992b848468" providerId="ADAL" clId="{92050FF0-09CE-5B2E-AE09-3668470BBA02}" dt="2026-06-01T05:19:24.665" v="282" actId="1076"/>
          <ac:spMkLst>
            <pc:docMk/>
            <pc:sldMk cId="0" sldId="258"/>
            <ac:spMk id="27" creationId="{41FAEE06-6DAC-E98B-0BF8-982A4DC4B716}"/>
          </ac:spMkLst>
        </pc:spChg>
        <pc:spChg chg="add mod">
          <ac:chgData name="Swaminathan B S" userId="a4d01bd2-1974-4657-978b-6c992b848468" providerId="ADAL" clId="{92050FF0-09CE-5B2E-AE09-3668470BBA02}" dt="2026-06-01T05:19:32.705" v="283" actId="1076"/>
          <ac:spMkLst>
            <pc:docMk/>
            <pc:sldMk cId="0" sldId="258"/>
            <ac:spMk id="28" creationId="{B6794AD4-33D9-1C08-21BB-C0AB93F9E6CE}"/>
          </ac:spMkLst>
        </pc:spChg>
      </pc:sldChg>
      <pc:sldChg chg="addSp delSp modSp add del mod">
        <pc:chgData name="Swaminathan B S" userId="a4d01bd2-1974-4657-978b-6c992b848468" providerId="ADAL" clId="{92050FF0-09CE-5B2E-AE09-3668470BBA02}" dt="2026-06-01T05:07:10.456" v="140" actId="2696"/>
        <pc:sldMkLst>
          <pc:docMk/>
          <pc:sldMk cId="0" sldId="259"/>
        </pc:sldMkLst>
        <pc:spChg chg="add del mod">
          <ac:chgData name="Swaminathan B S" userId="a4d01bd2-1974-4657-978b-6c992b848468" providerId="ADAL" clId="{92050FF0-09CE-5B2E-AE09-3668470BBA02}" dt="2026-06-01T05:05:19.814" v="129" actId="20577"/>
          <ac:spMkLst>
            <pc:docMk/>
            <pc:sldMk cId="0" sldId="259"/>
            <ac:spMk id="10" creationId="{00000000-0000-0000-0000-000000000000}"/>
          </ac:spMkLst>
        </pc:spChg>
      </pc:sldChg>
      <pc:sldChg chg="add del">
        <pc:chgData name="Swaminathan B S" userId="a4d01bd2-1974-4657-978b-6c992b848468" providerId="ADAL" clId="{92050FF0-09CE-5B2E-AE09-3668470BBA02}" dt="2026-06-01T05:09:47.194" v="141" actId="2696"/>
        <pc:sldMkLst>
          <pc:docMk/>
          <pc:sldMk cId="0" sldId="261"/>
        </pc:sldMkLst>
      </pc:sldChg>
      <pc:sldChg chg="del">
        <pc:chgData name="Swaminathan B S" userId="a4d01bd2-1974-4657-978b-6c992b848468" providerId="ADAL" clId="{92050FF0-09CE-5B2E-AE09-3668470BBA02}" dt="2026-06-01T05:11:06.707" v="142" actId="2696"/>
        <pc:sldMkLst>
          <pc:docMk/>
          <pc:sldMk cId="0" sldId="265"/>
        </pc:sldMkLst>
      </pc:sldChg>
      <pc:sldChg chg="del">
        <pc:chgData name="Swaminathan B S" userId="a4d01bd2-1974-4657-978b-6c992b848468" providerId="ADAL" clId="{92050FF0-09CE-5B2E-AE09-3668470BBA02}" dt="2026-06-01T05:14:52.104" v="143" actId="2696"/>
        <pc:sldMkLst>
          <pc:docMk/>
          <pc:sldMk cId="0" sldId="266"/>
        </pc:sldMkLst>
      </pc:sldChg>
      <pc:sldChg chg="del">
        <pc:chgData name="Swaminathan B S" userId="a4d01bd2-1974-4657-978b-6c992b848468" providerId="ADAL" clId="{92050FF0-09CE-5B2E-AE09-3668470BBA02}" dt="2026-06-01T05:15:01.797" v="144" actId="2696"/>
        <pc:sldMkLst>
          <pc:docMk/>
          <pc:sldMk cId="0" sldId="267"/>
        </pc:sldMkLst>
      </pc:sldChg>
      <pc:sldChg chg="delSp modSp mod">
        <pc:chgData name="Swaminathan B S" userId="a4d01bd2-1974-4657-978b-6c992b848468" providerId="ADAL" clId="{92050FF0-09CE-5B2E-AE09-3668470BBA02}" dt="2026-06-01T05:16:54.994" v="258" actId="1036"/>
        <pc:sldMkLst>
          <pc:docMk/>
          <pc:sldMk cId="0" sldId="268"/>
        </pc:sldMkLst>
        <pc:spChg chg="del">
          <ac:chgData name="Swaminathan B S" userId="a4d01bd2-1974-4657-978b-6c992b848468" providerId="ADAL" clId="{92050FF0-09CE-5B2E-AE09-3668470BBA02}" dt="2026-06-01T05:16:45.581" v="222" actId="478"/>
          <ac:spMkLst>
            <pc:docMk/>
            <pc:sldMk cId="0" sldId="268"/>
            <ac:spMk id="4" creationId="{00000000-0000-0000-0000-000000000000}"/>
          </ac:spMkLst>
        </pc:spChg>
        <pc:spChg chg="mod">
          <ac:chgData name="Swaminathan B S" userId="a4d01bd2-1974-4657-978b-6c992b848468" providerId="ADAL" clId="{92050FF0-09CE-5B2E-AE09-3668470BBA02}" dt="2026-06-01T05:16:49.714" v="239" actId="1035"/>
          <ac:spMkLst>
            <pc:docMk/>
            <pc:sldMk cId="0" sldId="268"/>
            <ac:spMk id="5" creationId="{00000000-0000-0000-0000-000000000000}"/>
          </ac:spMkLst>
        </pc:spChg>
        <pc:spChg chg="mod">
          <ac:chgData name="Swaminathan B S" userId="a4d01bd2-1974-4657-978b-6c992b848468" providerId="ADAL" clId="{92050FF0-09CE-5B2E-AE09-3668470BBA02}" dt="2026-06-01T05:15:39.826" v="147" actId="20577"/>
          <ac:spMkLst>
            <pc:docMk/>
            <pc:sldMk cId="0" sldId="268"/>
            <ac:spMk id="9" creationId="{00000000-0000-0000-0000-000000000000}"/>
          </ac:spMkLst>
        </pc:spChg>
        <pc:spChg chg="mod">
          <ac:chgData name="Swaminathan B S" userId="a4d01bd2-1974-4657-978b-6c992b848468" providerId="ADAL" clId="{92050FF0-09CE-5B2E-AE09-3668470BBA02}" dt="2026-06-01T05:15:45.640" v="148" actId="20577"/>
          <ac:spMkLst>
            <pc:docMk/>
            <pc:sldMk cId="0" sldId="268"/>
            <ac:spMk id="13" creationId="{00000000-0000-0000-0000-000000000000}"/>
          </ac:spMkLst>
        </pc:spChg>
        <pc:spChg chg="mod">
          <ac:chgData name="Swaminathan B S" userId="a4d01bd2-1974-4657-978b-6c992b848468" providerId="ADAL" clId="{92050FF0-09CE-5B2E-AE09-3668470BBA02}" dt="2026-06-01T05:16:54.994" v="258" actId="1036"/>
          <ac:spMkLst>
            <pc:docMk/>
            <pc:sldMk cId="0" sldId="268"/>
            <ac:spMk id="14" creationId="{00000000-0000-0000-0000-000000000000}"/>
          </ac:spMkLst>
        </pc:spChg>
        <pc:spChg chg="mod">
          <ac:chgData name="Swaminathan B S" userId="a4d01bd2-1974-4657-978b-6c992b848468" providerId="ADAL" clId="{92050FF0-09CE-5B2E-AE09-3668470BBA02}" dt="2026-06-01T05:16:54.994" v="258" actId="1036"/>
          <ac:spMkLst>
            <pc:docMk/>
            <pc:sldMk cId="0" sldId="268"/>
            <ac:spMk id="16" creationId="{00000000-0000-0000-0000-000000000000}"/>
          </ac:spMkLst>
        </pc:spChg>
        <pc:spChg chg="del">
          <ac:chgData name="Swaminathan B S" userId="a4d01bd2-1974-4657-978b-6c992b848468" providerId="ADAL" clId="{92050FF0-09CE-5B2E-AE09-3668470BBA02}" dt="2026-06-01T05:16:07.478" v="171" actId="478"/>
          <ac:spMkLst>
            <pc:docMk/>
            <pc:sldMk cId="0" sldId="268"/>
            <ac:spMk id="17" creationId="{00000000-0000-0000-0000-000000000000}"/>
          </ac:spMkLst>
        </pc:spChg>
        <pc:spChg chg="mod">
          <ac:chgData name="Swaminathan B S" userId="a4d01bd2-1974-4657-978b-6c992b848468" providerId="ADAL" clId="{92050FF0-09CE-5B2E-AE09-3668470BBA02}" dt="2026-06-01T05:16:54.994" v="258" actId="1036"/>
          <ac:spMkLst>
            <pc:docMk/>
            <pc:sldMk cId="0" sldId="268"/>
            <ac:spMk id="18" creationId="{00000000-0000-0000-0000-000000000000}"/>
          </ac:spMkLst>
        </pc:spChg>
        <pc:spChg chg="mod">
          <ac:chgData name="Swaminathan B S" userId="a4d01bd2-1974-4657-978b-6c992b848468" providerId="ADAL" clId="{92050FF0-09CE-5B2E-AE09-3668470BBA02}" dt="2026-06-01T05:16:54.994" v="258" actId="1036"/>
          <ac:spMkLst>
            <pc:docMk/>
            <pc:sldMk cId="0" sldId="268"/>
            <ac:spMk id="20" creationId="{00000000-0000-0000-0000-000000000000}"/>
          </ac:spMkLst>
        </pc:spChg>
        <pc:spChg chg="del mod">
          <ac:chgData name="Swaminathan B S" userId="a4d01bd2-1974-4657-978b-6c992b848468" providerId="ADAL" clId="{92050FF0-09CE-5B2E-AE09-3668470BBA02}" dt="2026-06-01T05:16:29.247" v="216" actId="478"/>
          <ac:spMkLst>
            <pc:docMk/>
            <pc:sldMk cId="0" sldId="268"/>
            <ac:spMk id="21" creationId="{00000000-0000-0000-0000-000000000000}"/>
          </ac:spMkLst>
        </pc:spChg>
        <pc:spChg chg="del">
          <ac:chgData name="Swaminathan B S" userId="a4d01bd2-1974-4657-978b-6c992b848468" providerId="ADAL" clId="{92050FF0-09CE-5B2E-AE09-3668470BBA02}" dt="2026-06-01T05:16:39.290" v="221" actId="478"/>
          <ac:spMkLst>
            <pc:docMk/>
            <pc:sldMk cId="0" sldId="268"/>
            <ac:spMk id="22" creationId="{00000000-0000-0000-0000-000000000000}"/>
          </ac:spMkLst>
        </pc:spChg>
        <pc:spChg chg="del">
          <ac:chgData name="Swaminathan B S" userId="a4d01bd2-1974-4657-978b-6c992b848468" providerId="ADAL" clId="{92050FF0-09CE-5B2E-AE09-3668470BBA02}" dt="2026-06-01T05:16:39.290" v="221" actId="478"/>
          <ac:spMkLst>
            <pc:docMk/>
            <pc:sldMk cId="0" sldId="268"/>
            <ac:spMk id="24" creationId="{00000000-0000-0000-0000-000000000000}"/>
          </ac:spMkLst>
        </pc:spChg>
        <pc:spChg chg="del">
          <ac:chgData name="Swaminathan B S" userId="a4d01bd2-1974-4657-978b-6c992b848468" providerId="ADAL" clId="{92050FF0-09CE-5B2E-AE09-3668470BBA02}" dt="2026-06-01T05:16:39.290" v="221" actId="478"/>
          <ac:spMkLst>
            <pc:docMk/>
            <pc:sldMk cId="0" sldId="268"/>
            <ac:spMk id="25" creationId="{00000000-0000-0000-0000-000000000000}"/>
          </ac:spMkLst>
        </pc:spChg>
        <pc:spChg chg="del">
          <ac:chgData name="Swaminathan B S" userId="a4d01bd2-1974-4657-978b-6c992b848468" providerId="ADAL" clId="{92050FF0-09CE-5B2E-AE09-3668470BBA02}" dt="2026-06-01T05:16:39.290" v="221" actId="478"/>
          <ac:spMkLst>
            <pc:docMk/>
            <pc:sldMk cId="0" sldId="268"/>
            <ac:spMk id="26" creationId="{00000000-0000-0000-0000-000000000000}"/>
          </ac:spMkLst>
        </pc:spChg>
        <pc:spChg chg="del">
          <ac:chgData name="Swaminathan B S" userId="a4d01bd2-1974-4657-978b-6c992b848468" providerId="ADAL" clId="{92050FF0-09CE-5B2E-AE09-3668470BBA02}" dt="2026-06-01T05:16:39.290" v="221" actId="478"/>
          <ac:spMkLst>
            <pc:docMk/>
            <pc:sldMk cId="0" sldId="268"/>
            <ac:spMk id="28" creationId="{00000000-0000-0000-0000-000000000000}"/>
          </ac:spMkLst>
        </pc:spChg>
        <pc:spChg chg="del">
          <ac:chgData name="Swaminathan B S" userId="a4d01bd2-1974-4657-978b-6c992b848468" providerId="ADAL" clId="{92050FF0-09CE-5B2E-AE09-3668470BBA02}" dt="2026-06-01T05:16:39.290" v="221" actId="478"/>
          <ac:spMkLst>
            <pc:docMk/>
            <pc:sldMk cId="0" sldId="268"/>
            <ac:spMk id="29" creationId="{00000000-0000-0000-0000-000000000000}"/>
          </ac:spMkLst>
        </pc:spChg>
        <pc:picChg chg="mod">
          <ac:chgData name="Swaminathan B S" userId="a4d01bd2-1974-4657-978b-6c992b848468" providerId="ADAL" clId="{92050FF0-09CE-5B2E-AE09-3668470BBA02}" dt="2026-06-01T05:16:54.994" v="258" actId="1036"/>
          <ac:picMkLst>
            <pc:docMk/>
            <pc:sldMk cId="0" sldId="268"/>
            <ac:picMk id="15" creationId="{00000000-0000-0000-0000-000000000000}"/>
          </ac:picMkLst>
        </pc:picChg>
        <pc:picChg chg="mod">
          <ac:chgData name="Swaminathan B S" userId="a4d01bd2-1974-4657-978b-6c992b848468" providerId="ADAL" clId="{92050FF0-09CE-5B2E-AE09-3668470BBA02}" dt="2026-06-01T05:16:54.994" v="258" actId="1036"/>
          <ac:picMkLst>
            <pc:docMk/>
            <pc:sldMk cId="0" sldId="268"/>
            <ac:picMk id="19" creationId="{00000000-0000-0000-0000-000000000000}"/>
          </ac:picMkLst>
        </pc:picChg>
        <pc:picChg chg="del">
          <ac:chgData name="Swaminathan B S" userId="a4d01bd2-1974-4657-978b-6c992b848468" providerId="ADAL" clId="{92050FF0-09CE-5B2E-AE09-3668470BBA02}" dt="2026-06-01T05:16:39.290" v="221" actId="478"/>
          <ac:picMkLst>
            <pc:docMk/>
            <pc:sldMk cId="0" sldId="268"/>
            <ac:picMk id="23" creationId="{00000000-0000-0000-0000-000000000000}"/>
          </ac:picMkLst>
        </pc:picChg>
        <pc:picChg chg="del">
          <ac:chgData name="Swaminathan B S" userId="a4d01bd2-1974-4657-978b-6c992b848468" providerId="ADAL" clId="{92050FF0-09CE-5B2E-AE09-3668470BBA02}" dt="2026-06-01T05:16:39.290" v="221" actId="478"/>
          <ac:picMkLst>
            <pc:docMk/>
            <pc:sldMk cId="0" sldId="268"/>
            <ac:picMk id="27" creationId="{00000000-0000-0000-0000-000000000000}"/>
          </ac:picMkLst>
        </pc:picChg>
      </pc:sldChg>
      <pc:sldChg chg="del">
        <pc:chgData name="Swaminathan B S" userId="a4d01bd2-1974-4657-978b-6c992b848468" providerId="ADAL" clId="{92050FF0-09CE-5B2E-AE09-3668470BBA02}" dt="2026-06-01T05:17:03.717" v="259" actId="2696"/>
        <pc:sldMkLst>
          <pc:docMk/>
          <pc:sldMk cId="0" sldId="269"/>
        </pc:sldMkLst>
      </pc:sldChg>
      <pc:sldChg chg="del">
        <pc:chgData name="Swaminathan B S" userId="a4d01bd2-1974-4657-978b-6c992b848468" providerId="ADAL" clId="{92050FF0-09CE-5B2E-AE09-3668470BBA02}" dt="2026-06-01T05:17:11.126" v="260" actId="2696"/>
        <pc:sldMkLst>
          <pc:docMk/>
          <pc:sldMk cId="0" sldId="270"/>
        </pc:sldMkLst>
      </pc:sldChg>
      <pc:sldChg chg="del">
        <pc:chgData name="Swaminathan B S" userId="a4d01bd2-1974-4657-978b-6c992b848468" providerId="ADAL" clId="{92050FF0-09CE-5B2E-AE09-3668470BBA02}" dt="2026-06-01T05:17:32.853" v="261" actId="2696"/>
        <pc:sldMkLst>
          <pc:docMk/>
          <pc:sldMk cId="0" sldId="271"/>
        </pc:sldMkLst>
      </pc:sldChg>
      <pc:sldChg chg="add del">
        <pc:chgData name="Swaminathan B S" userId="a4d01bd2-1974-4657-978b-6c992b848468" providerId="ADAL" clId="{92050FF0-09CE-5B2E-AE09-3668470BBA02}" dt="2026-06-01T05:17:59.517" v="264" actId="2696"/>
        <pc:sldMkLst>
          <pc:docMk/>
          <pc:sldMk cId="0" sldId="272"/>
        </pc:sldMkLst>
      </pc:sldChg>
    </pc:docChg>
  </pc:docChgLst>
</pc:chgInfo>
</file>

<file path=ppt/handoutMasters/_rels/handoutMaster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0.png"/><Relationship Id="rId1" Type="http://schemas.openxmlformats.org/officeDocument/2006/relationships/theme" Target="../theme/theme3.xml"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Picture 3">
            <a:extLst>
              <a:ext uri="{FF2B5EF4-FFF2-40B4-BE49-F238E27FC236}">
                <a16:creationId xmlns:a16="http://schemas.microsoft.com/office/drawing/2014/main" id="{B234FAB7-7DF1-470D-9D24-E6B58A84B80C}"/>
              </a:ext>
            </a:extLst>
          </p:cNvPr>
          <p:cNvPicPr>
            <a:picLocks noChangeAspect="1"/>
          </p:cNvPicPr>
          <p:nvPr/>
        </p:nvPicPr>
        <p:blipFill>
          <a:blip r:embed="rId2" cstate="hqprint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5777346" y="8736014"/>
            <a:ext cx="963023" cy="331788"/>
          </a:xfrm>
          <a:prstGeom prst="rect">
            <a:avLst/>
          </a:prstGeom>
        </p:spPr>
      </p:pic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A0E88521-8FCE-4BCB-8B67-373058552718}"/>
              </a:ext>
            </a:extLst>
          </p:cNvPr>
          <p:cNvSpPr>
            <a:spLocks noGrp="1"/>
          </p:cNvSpPr>
          <p:nvPr>
            <p:ph type="dt" sz="quarter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D8C0846B-0977-4E9D-973A-F0EA2C10623B}" type="datetimeFigureOut">
              <a:rPr lang="en-US" smtClean="0">
                <a:latin typeface="NVIDIA Sans" panose="020B0503020203020204" pitchFamily="34" charset="0"/>
                <a:cs typeface="NVIDIA Sans" panose="020B0503020203020204" pitchFamily="34" charset="0"/>
              </a:rPr>
              <a:t>6/1/26</a:t>
            </a:fld>
            <a:endParaRPr lang="en-US">
              <a:latin typeface="NVIDIA Sans" panose="020B0503020203020204" pitchFamily="34" charset="0"/>
              <a:cs typeface="NVIDIA Sans" panose="020B0503020203020204" pitchFamily="34" charset="0"/>
            </a:endParaRPr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9D0820F8-FB5B-4060-9702-8BB4F61830F9}"/>
              </a:ext>
            </a:extLst>
          </p:cNvPr>
          <p:cNvSpPr>
            <a:spLocks noGrp="1"/>
          </p:cNvSpPr>
          <p:nvPr>
            <p:ph type="sldNum" sz="quarter" idx="3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pPr algn="l"/>
            <a:fld id="{6212FBFF-564E-4199-8DDC-2B82D308BF1D}" type="slidenum">
              <a:rPr lang="en-US" smtClean="0">
                <a:latin typeface="NVIDIA Sans" panose="020B0503020203020204" pitchFamily="34" charset="0"/>
                <a:cs typeface="NVIDIA Sans" panose="020B0503020203020204" pitchFamily="34" charset="0"/>
              </a:rPr>
              <a:pPr algn="l"/>
              <a:t>‹#›</a:t>
            </a:fld>
            <a:endParaRPr lang="en-US">
              <a:latin typeface="NVIDIA Sans" panose="020B0503020203020204" pitchFamily="34" charset="0"/>
              <a:cs typeface="NVIDIA Sans" panose="020B0503020203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132078224"/>
      </p:ext>
    </p:extLst>
  </p:cSld>
  <p:clrMap bg1="lt1" tx1="dk1" bg2="lt2" tx2="dk2" accent1="accent1" accent2="accent2" accent3="accent3" accent4="accent4" accent5="accent5" accent6="accent6" hlink="hlink" folHlink="folHlink"/>
</p:handoutMaster>
</file>

<file path=ppt/notesMasters/_rels/notesMaster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0.png"/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>
                <a:latin typeface="NVIDIA Sans" panose="020B0503020203020204" pitchFamily="34" charset="0"/>
                <a:cs typeface="NVIDIA Sans" panose="020B0503020203020204" pitchFamily="34" charset="0"/>
              </a:defRPr>
            </a:lvl1pPr>
          </a:lstStyle>
          <a:p>
            <a:fld id="{354A8664-169C-4436-81C8-E492002C26A5}" type="datetimeFigureOut">
              <a:rPr lang="en-US" smtClean="0"/>
              <a:pPr/>
              <a:t>6/1/26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>
                <a:latin typeface="NVIDIA Sans" panose="020B0503020203020204" pitchFamily="34" charset="0"/>
                <a:cs typeface="NVIDIA Sans" panose="020B0503020203020204" pitchFamily="34" charset="0"/>
              </a:defRPr>
            </a:lvl1pPr>
          </a:lstStyle>
          <a:p>
            <a:fld id="{A93AD357-0C40-4436-9D38-C47D60C1C9C1}" type="slidenum">
              <a:rPr lang="en-US" smtClean="0"/>
              <a:pPr/>
              <a:t>‹#›</a:t>
            </a:fld>
            <a:endParaRPr lang="en-US"/>
          </a:p>
        </p:txBody>
      </p:sp>
      <p:pic>
        <p:nvPicPr>
          <p:cNvPr id="8" name="Picture 7">
            <a:extLst>
              <a:ext uri="{FF2B5EF4-FFF2-40B4-BE49-F238E27FC236}">
                <a16:creationId xmlns:a16="http://schemas.microsoft.com/office/drawing/2014/main" id="{EE23E2AA-C3B7-40F1-8870-35AD3374F0C6}"/>
              </a:ext>
            </a:extLst>
          </p:cNvPr>
          <p:cNvPicPr>
            <a:picLocks noChangeAspect="1"/>
          </p:cNvPicPr>
          <p:nvPr/>
        </p:nvPicPr>
        <p:blipFill>
          <a:blip r:embed="rId2" cstate="hqprint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5777346" y="8736014"/>
            <a:ext cx="963023" cy="33178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018938597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NVIDIA Sans" panose="020B0503020203020204" pitchFamily="34" charset="0"/>
        <a:ea typeface="+mn-ea"/>
        <a:cs typeface="NVIDIA Sans" panose="020B0503020203020204" pitchFamily="34" charset="0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NVIDIA Sans" panose="020B0503020203020204" pitchFamily="34" charset="0"/>
        <a:ea typeface="+mn-ea"/>
        <a:cs typeface="NVIDIA Sans" panose="020B0503020203020204" pitchFamily="34" charset="0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NVIDIA Sans" panose="020B0503020203020204" pitchFamily="34" charset="0"/>
        <a:ea typeface="+mn-ea"/>
        <a:cs typeface="NVIDIA Sans" panose="020B0503020203020204" pitchFamily="34" charset="0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NVIDIA Sans" panose="020B0503020203020204" pitchFamily="34" charset="0"/>
        <a:ea typeface="+mn-ea"/>
        <a:cs typeface="NVIDIA Sans" panose="020B0503020203020204" pitchFamily="34" charset="0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NVIDIA Sans" panose="020B0503020203020204" pitchFamily="34" charset="0"/>
        <a:ea typeface="+mn-ea"/>
        <a:cs typeface="NVIDIA Sans" panose="020B0503020203020204" pitchFamily="34" charset="0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r>
              <a:t>Welcome attendees. 90 seconds: who you are, your role at NVIDIA, why this workshop matters. Set the tone: 'This is the GenAI Specialist Program. Over the next 3 days, you'll touch every layer of NVIDIA's full stack, anchored to one production-shaped agent.' Don't dwell — there are 18 slides of orientation ahead.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endParaRPr lang="en-US"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r>
              <a:t>Set the tone. The 'art of the possible' frame: we're touching every layer, not rebuilding the app.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endParaRPr lang="en-US"/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r>
              <a:t>Replace placeholders with actual instructor info on delivery day.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endParaRPr lang="en-US"/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r>
              <a:t>Position the program. Specialist = hands-on, customisation-focused. We are NOT infra/AI Factory — that's a separate track.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endParaRPr lang="en-US"/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r>
              <a:t>The narrative arc. Day 3 is the payoff — agent demo at the end.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endParaRPr lang="en-US"/>
          </a:p>
        </p:txBody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r>
              <a:t>Day 1 outcomes. Read them out — they're the contract for what attendees should expect to take away by Day 1 close.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endParaRPr lang="en-US"/>
          </a:p>
        </p:txBody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r>
              <a:t>Day 2 is the densest day — most theory + most hands-on. Set expectations.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endParaRPr lang="en-US"/>
          </a:p>
        </p:txBody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r>
              <a:t>Day 3 is the climax — you've trained a model, today you ship it. End-of-day breakouts let attendees pick a deep-dive topic.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endParaRPr lang="en-US"/>
          </a:p>
        </p:txBody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r>
              <a:t>Walk through each. Ask 'who's missing X?' for each — fix in real-time.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endParaRPr lang="en-US"/>
          </a:p>
        </p:txBody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r>
              <a:t>Transition. Tell the room: 'Logistics sorted, lab is up. Now we set the technical scene with the AI Factory backdrop.' Move directly into M2 without a break — the energy from setup carries into the overview if you don't pause.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endParaRPr lang="en-US"/>
          </a:p>
        </p:txBody>
      </p:sp>
    </p:spTree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image" Target="../media/image2.jpg"/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_rels/slideLayout14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_rels/slideLayout15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_rels/slideLayout16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_rels/slideLayout1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9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jpg"/><Relationship Id="rId1" Type="http://schemas.openxmlformats.org/officeDocument/2006/relationships/slideMaster" Target="../slideMasters/slideMaster1.xml"/></Relationships>
</file>

<file path=ppt/slideLayouts/_rels/slideLayout30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jpg"/><Relationship Id="rId1" Type="http://schemas.openxmlformats.org/officeDocument/2006/relationships/slideMaster" Target="../slideMasters/slideMaster1.xml"/></Relationships>
</file>

<file path=ppt/slideLayouts/_rels/slideLayout3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2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jpg"/><Relationship Id="rId1" Type="http://schemas.openxmlformats.org/officeDocument/2006/relationships/slideMaster" Target="../slideMasters/slideMaster1.xml"/></Relationships>
</file>

<file path=ppt/slideLayouts/_rels/slideLayout33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jpg"/><Relationship Id="rId1" Type="http://schemas.openxmlformats.org/officeDocument/2006/relationships/slideMaster" Target="../slideMasters/slideMaster1.xml"/></Relationships>
</file>

<file path=ppt/slideLayouts/_rels/slideLayout34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jpg"/><Relationship Id="rId1" Type="http://schemas.openxmlformats.org/officeDocument/2006/relationships/slideMaster" Target="../slideMasters/slideMaster1.xml"/></Relationships>
</file>

<file path=ppt/slideLayouts/_rels/slideLayout35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jpg"/><Relationship Id="rId1" Type="http://schemas.openxmlformats.org/officeDocument/2006/relationships/slideMaster" Target="../slideMasters/slideMaster1.xml"/></Relationships>
</file>

<file path=ppt/slideLayouts/_rels/slideLayout36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jpg"/><Relationship Id="rId1" Type="http://schemas.openxmlformats.org/officeDocument/2006/relationships/slideMaster" Target="../slideMasters/slideMaster1.xml"/></Relationships>
</file>

<file path=ppt/slideLayouts/_rels/slideLayout37.xml.rels><?xml version="1.0" encoding="UTF-8" standalone="yes"?>
<Relationships xmlns="http://schemas.openxmlformats.org/package/2006/relationships"><Relationship Id="rId2" Type="http://schemas.openxmlformats.org/officeDocument/2006/relationships/image" Target="../media/image7.jpg"/><Relationship Id="rId1" Type="http://schemas.openxmlformats.org/officeDocument/2006/relationships/slideMaster" Target="../slideMasters/slideMaster1.xml"/></Relationships>
</file>

<file path=ppt/slideLayouts/_rels/slideLayout38.xml.rels><?xml version="1.0" encoding="UTF-8" standalone="yes"?>
<Relationships xmlns="http://schemas.openxmlformats.org/package/2006/relationships"><Relationship Id="rId2" Type="http://schemas.openxmlformats.org/officeDocument/2006/relationships/image" Target="../media/image8.jpg"/><Relationship Id="rId1" Type="http://schemas.openxmlformats.org/officeDocument/2006/relationships/slideMaster" Target="../slideMasters/slideMaster1.xml"/></Relationships>
</file>

<file path=ppt/slideLayouts/_rels/slideLayout39.xml.rels><?xml version="1.0" encoding="UTF-8" standalone="yes"?>
<Relationships xmlns="http://schemas.openxmlformats.org/package/2006/relationships"><Relationship Id="rId2" Type="http://schemas.openxmlformats.org/officeDocument/2006/relationships/image" Target="../media/image9.png"/><Relationship Id="rId1" Type="http://schemas.openxmlformats.org/officeDocument/2006/relationships/slideMaster" Target="../slideMasters/slideMaster1.xml"/></Relationships>
</file>

<file path=ppt/slideLayouts/_rels/slideLayout40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image" Target="../media/image2.jpg"/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" name="Picture 5" descr="A green and white background&#10;&#10;Description automatically generated">
            <a:extLst>
              <a:ext uri="{FF2B5EF4-FFF2-40B4-BE49-F238E27FC236}">
                <a16:creationId xmlns:a16="http://schemas.microsoft.com/office/drawing/2014/main" id="{07D900F6-F9C5-E13E-B321-472E2C064564}"/>
              </a:ext>
            </a:extLst>
          </p:cNvPr>
          <p:cNvPicPr>
            <a:picLocks noChangeAspect="1"/>
          </p:cNvPicPr>
          <p:nvPr userDrawn="1"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36576000" cy="20574000"/>
          </a:xfrm>
          <a:prstGeom prst="rect">
            <a:avLst/>
          </a:prstGeom>
        </p:spPr>
      </p:pic>
      <p:pic>
        <p:nvPicPr>
          <p:cNvPr id="3" name="Picture 2" descr="A picture containing graphics, logo, symbol, graphic design&#10;&#10;Description automatically generated">
            <a:extLst>
              <a:ext uri="{FF2B5EF4-FFF2-40B4-BE49-F238E27FC236}">
                <a16:creationId xmlns:a16="http://schemas.microsoft.com/office/drawing/2014/main" id="{AC2F1390-BF3D-835C-3CE7-1F9507746CDE}"/>
              </a:ext>
            </a:extLst>
          </p:cNvPr>
          <p:cNvPicPr>
            <a:picLocks noChangeAspect="1"/>
          </p:cNvPicPr>
          <p:nvPr userDrawn="1"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16125" y="773531"/>
            <a:ext cx="8365991" cy="2882310"/>
          </a:xfrm>
          <a:prstGeom prst="rect">
            <a:avLst/>
          </a:prstGeom>
        </p:spPr>
      </p:pic>
      <p:sp>
        <p:nvSpPr>
          <p:cNvPr id="2" name="Title 1">
            <a:extLst>
              <a:ext uri="{FF2B5EF4-FFF2-40B4-BE49-F238E27FC236}">
                <a16:creationId xmlns:a16="http://schemas.microsoft.com/office/drawing/2014/main" id="{67BDD93D-C8D9-AAAA-C193-4F162992EEF0}"/>
              </a:ext>
            </a:extLst>
          </p:cNvPr>
          <p:cNvSpPr>
            <a:spLocks noGrp="1"/>
          </p:cNvSpPr>
          <p:nvPr>
            <p:ph type="ctrTitle" hasCustomPrompt="1"/>
          </p:nvPr>
        </p:nvSpPr>
        <p:spPr>
          <a:xfrm>
            <a:off x="1513012" y="2983577"/>
            <a:ext cx="19282214" cy="4937760"/>
          </a:xfrm>
        </p:spPr>
        <p:txBody>
          <a:bodyPr anchor="b">
            <a:normAutofit/>
          </a:bodyPr>
          <a:lstStyle>
            <a:lvl1pPr algn="l">
              <a:defRPr sz="8800" b="1" cap="none" baseline="0">
                <a:latin typeface="NVIDIA Sans" panose="020B0503020203020204" pitchFamily="34" charset="0"/>
                <a:cs typeface="NVIDIA Sans" panose="020B0503020203020204" pitchFamily="34" charset="0"/>
              </a:defRPr>
            </a:lvl1pPr>
          </a:lstStyle>
          <a:p>
            <a:r>
              <a:rPr lang="en-US" dirty="0"/>
              <a:t>Click to Add Title</a:t>
            </a:r>
          </a:p>
        </p:txBody>
      </p:sp>
      <p:sp>
        <p:nvSpPr>
          <p:cNvPr id="7" name="Subtitle 2">
            <a:extLst>
              <a:ext uri="{FF2B5EF4-FFF2-40B4-BE49-F238E27FC236}">
                <a16:creationId xmlns:a16="http://schemas.microsoft.com/office/drawing/2014/main" id="{84FDDD85-BD02-911B-1C62-433286994A1E}"/>
              </a:ext>
            </a:extLst>
          </p:cNvPr>
          <p:cNvSpPr>
            <a:spLocks noGrp="1"/>
          </p:cNvSpPr>
          <p:nvPr>
            <p:ph type="subTitle" idx="1" hasCustomPrompt="1"/>
          </p:nvPr>
        </p:nvSpPr>
        <p:spPr>
          <a:xfrm>
            <a:off x="1513012" y="7941727"/>
            <a:ext cx="19282214" cy="1703832"/>
          </a:xfrm>
          <a:prstGeom prst="rect">
            <a:avLst/>
          </a:prstGeom>
        </p:spPr>
        <p:txBody>
          <a:bodyPr>
            <a:normAutofit/>
          </a:bodyPr>
          <a:lstStyle>
            <a:lvl1pPr marL="0" indent="0" algn="l">
              <a:buNone/>
              <a:defRPr sz="4400" b="0" cap="none" baseline="0">
                <a:solidFill>
                  <a:schemeClr val="bg1"/>
                </a:solidFill>
                <a:latin typeface="NVIDIA Sans" panose="020B0503020203020204" pitchFamily="34" charset="0"/>
                <a:cs typeface="NVIDIA Sans" panose="020B0503020203020204" pitchFamily="34" charset="0"/>
              </a:defRPr>
            </a:lvl1pPr>
            <a:lvl2pPr marL="1371600" indent="0" algn="ctr">
              <a:buNone/>
              <a:defRPr sz="6000"/>
            </a:lvl2pPr>
            <a:lvl3pPr marL="2743200" indent="0" algn="ctr">
              <a:buNone/>
              <a:defRPr sz="5400"/>
            </a:lvl3pPr>
            <a:lvl4pPr marL="4114800" indent="0" algn="ctr">
              <a:buNone/>
              <a:defRPr sz="4800"/>
            </a:lvl4pPr>
            <a:lvl5pPr marL="5486400" indent="0" algn="ctr">
              <a:buNone/>
              <a:defRPr sz="4800"/>
            </a:lvl5pPr>
            <a:lvl6pPr marL="6858000" indent="0" algn="ctr">
              <a:buNone/>
              <a:defRPr sz="4800"/>
            </a:lvl6pPr>
            <a:lvl7pPr marL="8229600" indent="0" algn="ctr">
              <a:buNone/>
              <a:defRPr sz="4800"/>
            </a:lvl7pPr>
            <a:lvl8pPr marL="9601200" indent="0" algn="ctr">
              <a:buNone/>
              <a:defRPr sz="4800"/>
            </a:lvl8pPr>
            <a:lvl9pPr marL="10972800" indent="0" algn="ctr">
              <a:buNone/>
              <a:defRPr sz="4800"/>
            </a:lvl9pPr>
          </a:lstStyle>
          <a:p>
            <a:r>
              <a:rPr lang="en-US" dirty="0"/>
              <a:t>Click to Add Subtitle/Name/Date</a:t>
            </a:r>
          </a:p>
        </p:txBody>
      </p:sp>
    </p:spTree>
    <p:extLst>
      <p:ext uri="{BB962C8B-B14F-4D97-AF65-F5344CB8AC3E}">
        <p14:creationId xmlns:p14="http://schemas.microsoft.com/office/powerpoint/2010/main" val="1478713325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10"/>
    </mc:Choice>
    <mc:Fallback xmlns:a16="http://schemas.microsoft.com/office/drawing/2014/main" xmlns:a14="http://schemas.microsoft.com/office/drawing/2010/main" xmlns="">
      <p:transition/>
    </mc:Fallback>
  </mc:AlternateContent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, Subtitle, Bullet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Title 1">
            <a:extLst>
              <a:ext uri="{FF2B5EF4-FFF2-40B4-BE49-F238E27FC236}">
                <a16:creationId xmlns:a16="http://schemas.microsoft.com/office/drawing/2014/main" id="{BA4ED154-5FFA-3349-E601-C5300B673713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2514600" y="0"/>
            <a:ext cx="31546800" cy="2514601"/>
          </a:xfrm>
        </p:spPr>
        <p:txBody>
          <a:bodyPr/>
          <a:lstStyle>
            <a:lvl1pPr>
              <a:defRPr sz="7200" b="1" cap="none">
                <a:latin typeface="NVIDIA Sans" panose="020B0503020203020204" pitchFamily="34" charset="0"/>
                <a:cs typeface="NVIDIA Sans" panose="020B0503020203020204" pitchFamily="34" charset="0"/>
              </a:defRPr>
            </a:lvl1pPr>
          </a:lstStyle>
          <a:p>
            <a:r>
              <a:rPr lang="en-US" dirty="0"/>
              <a:t>Click To Add Title</a:t>
            </a:r>
          </a:p>
        </p:txBody>
      </p:sp>
      <p:sp>
        <p:nvSpPr>
          <p:cNvPr id="7" name="Text Placeholder 7">
            <a:extLst>
              <a:ext uri="{FF2B5EF4-FFF2-40B4-BE49-F238E27FC236}">
                <a16:creationId xmlns:a16="http://schemas.microsoft.com/office/drawing/2014/main" id="{57545933-CFED-CEA2-1D6E-C227DD92729B}"/>
              </a:ext>
            </a:extLst>
          </p:cNvPr>
          <p:cNvSpPr>
            <a:spLocks noGrp="1"/>
          </p:cNvSpPr>
          <p:nvPr>
            <p:ph type="body" sz="quarter" idx="10" hasCustomPrompt="1"/>
          </p:nvPr>
        </p:nvSpPr>
        <p:spPr>
          <a:xfrm>
            <a:off x="2514600" y="2487168"/>
            <a:ext cx="31546800" cy="1408176"/>
          </a:xfrm>
          <a:prstGeom prst="rect">
            <a:avLst/>
          </a:prstGeom>
        </p:spPr>
        <p:txBody>
          <a:bodyPr/>
          <a:lstStyle>
            <a:lvl1pPr marL="0" indent="0" algn="ctr">
              <a:spcBef>
                <a:spcPts val="0"/>
              </a:spcBef>
              <a:buFontTx/>
              <a:buNone/>
              <a:defRPr sz="4800">
                <a:solidFill>
                  <a:schemeClr val="tx2"/>
                </a:solidFill>
                <a:latin typeface="NVIDIA Sans" panose="020B0503020203020204" pitchFamily="34" charset="0"/>
                <a:cs typeface="NVIDIA Sans" panose="020B0503020203020204" pitchFamily="34" charset="0"/>
              </a:defRPr>
            </a:lvl1pPr>
            <a:lvl2pPr marL="1371600" indent="0" algn="ctr">
              <a:buFontTx/>
              <a:buNone/>
              <a:defRPr sz="4400">
                <a:latin typeface="NVIDIA Sans" panose="020B0503020203020204" pitchFamily="34" charset="0"/>
              </a:defRPr>
            </a:lvl2pPr>
            <a:lvl3pPr marL="2743200" indent="0" algn="ctr">
              <a:buFontTx/>
              <a:buNone/>
              <a:defRPr sz="4400">
                <a:latin typeface="NVIDIA Sans" panose="020B0503020203020204" pitchFamily="34" charset="0"/>
              </a:defRPr>
            </a:lvl3pPr>
            <a:lvl4pPr marL="4114800" indent="0" algn="ctr">
              <a:buFontTx/>
              <a:buNone/>
              <a:defRPr sz="4400">
                <a:latin typeface="NVIDIA Sans" panose="020B0503020203020204" pitchFamily="34" charset="0"/>
              </a:defRPr>
            </a:lvl4pPr>
            <a:lvl5pPr marL="5486400" indent="0" algn="ctr">
              <a:buFontTx/>
              <a:buNone/>
              <a:defRPr sz="4400">
                <a:latin typeface="NVIDIA Sans" panose="020B0503020203020204" pitchFamily="34" charset="0"/>
              </a:defRPr>
            </a:lvl5pPr>
          </a:lstStyle>
          <a:p>
            <a:pPr lvl="0"/>
            <a:r>
              <a:rPr lang="en-US" dirty="0"/>
              <a:t>Click to add subtitle</a:t>
            </a:r>
          </a:p>
        </p:txBody>
      </p:sp>
      <p:sp>
        <p:nvSpPr>
          <p:cNvPr id="9" name="Content Placeholder 2">
            <a:extLst>
              <a:ext uri="{FF2B5EF4-FFF2-40B4-BE49-F238E27FC236}">
                <a16:creationId xmlns:a16="http://schemas.microsoft.com/office/drawing/2014/main" id="{8F434B88-2544-75AC-CBB8-19A1035D1251}"/>
              </a:ext>
            </a:extLst>
          </p:cNvPr>
          <p:cNvSpPr>
            <a:spLocks noGrp="1"/>
          </p:cNvSpPr>
          <p:nvPr>
            <p:ph idx="1" hasCustomPrompt="1"/>
          </p:nvPr>
        </p:nvSpPr>
        <p:spPr>
          <a:xfrm>
            <a:off x="2514600" y="4846320"/>
            <a:ext cx="31546800" cy="13651992"/>
          </a:xfrm>
          <a:prstGeom prst="rect">
            <a:avLst/>
          </a:prstGeom>
        </p:spPr>
        <p:txBody>
          <a:bodyPr/>
          <a:lstStyle>
            <a:lvl1pPr marL="457200" indent="-457200">
              <a:buClr>
                <a:schemeClr val="tx2"/>
              </a:buClr>
              <a:buFont typeface="NVIDIA Sans" panose="020B0503020203020204" pitchFamily="34" charset="0"/>
              <a:buChar char="•"/>
              <a:defRPr sz="4400">
                <a:solidFill>
                  <a:schemeClr val="bg1"/>
                </a:solidFill>
                <a:latin typeface="NVIDIA Sans" panose="020B0503020203020204" pitchFamily="34" charset="0"/>
                <a:cs typeface="NVIDIA Sans" panose="020B0503020203020204" pitchFamily="34" charset="0"/>
              </a:defRPr>
            </a:lvl1pPr>
            <a:lvl2pPr marL="1371600" indent="-457200">
              <a:buClr>
                <a:schemeClr val="tx2"/>
              </a:buClr>
              <a:buFont typeface="NVIDIA Sans" panose="020B0503020203020204" pitchFamily="34" charset="0"/>
              <a:buChar char="•"/>
              <a:defRPr sz="4000">
                <a:solidFill>
                  <a:schemeClr val="bg1"/>
                </a:solidFill>
                <a:latin typeface="NVIDIA Sans" panose="020B0503020203020204" pitchFamily="34" charset="0"/>
                <a:cs typeface="NVIDIA Sans" panose="020B0503020203020204" pitchFamily="34" charset="0"/>
              </a:defRPr>
            </a:lvl2pPr>
            <a:lvl3pPr marL="2286000" indent="-457200">
              <a:buClr>
                <a:schemeClr val="tx2"/>
              </a:buClr>
              <a:buFont typeface="NVIDIA Sans" panose="020B0503020203020204" pitchFamily="34" charset="0"/>
              <a:buChar char="•"/>
              <a:defRPr sz="3600">
                <a:solidFill>
                  <a:schemeClr val="bg1"/>
                </a:solidFill>
                <a:latin typeface="NVIDIA Sans" panose="020B0503020203020204" pitchFamily="34" charset="0"/>
                <a:cs typeface="NVIDIA Sans" panose="020B0503020203020204" pitchFamily="34" charset="0"/>
              </a:defRPr>
            </a:lvl3pPr>
            <a:lvl4pPr marL="3200400" indent="-457200">
              <a:buClr>
                <a:schemeClr val="tx2"/>
              </a:buClr>
              <a:buFont typeface="NVIDIA Sans" panose="020B0503020203020204" pitchFamily="34" charset="0"/>
              <a:buChar char="•"/>
              <a:defRPr sz="3200">
                <a:solidFill>
                  <a:schemeClr val="bg1"/>
                </a:solidFill>
                <a:latin typeface="NVIDIA Sans" panose="020B0503020203020204" pitchFamily="34" charset="0"/>
                <a:cs typeface="NVIDIA Sans" panose="020B0503020203020204" pitchFamily="34" charset="0"/>
              </a:defRPr>
            </a:lvl4pPr>
            <a:lvl5pPr marL="4054475" indent="-396875">
              <a:buClr>
                <a:schemeClr val="tx2"/>
              </a:buClr>
              <a:buFont typeface="NVIDIA Sans" panose="020B0503020203020204" pitchFamily="34" charset="0"/>
              <a:buChar char="•"/>
              <a:defRPr sz="2800">
                <a:solidFill>
                  <a:schemeClr val="bg1"/>
                </a:solidFill>
                <a:latin typeface="NVIDIA Sans" panose="020B0503020203020204" pitchFamily="34" charset="0"/>
                <a:cs typeface="NVIDIA Sans" panose="020B0503020203020204" pitchFamily="34" charset="0"/>
              </a:defRPr>
            </a:lvl5pPr>
          </a:lstStyle>
          <a:p>
            <a:pPr lvl="0"/>
            <a:r>
              <a:rPr lang="en-US" dirty="0"/>
              <a:t>Click to edit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</p:spTree>
    <p:extLst>
      <p:ext uri="{BB962C8B-B14F-4D97-AF65-F5344CB8AC3E}">
        <p14:creationId xmlns:p14="http://schemas.microsoft.com/office/powerpoint/2010/main" val="2857990800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10"/>
    </mc:Choice>
    <mc:Fallback xmlns:a16="http://schemas.microsoft.com/office/drawing/2014/main" xmlns="">
      <p:transition/>
    </mc:Fallback>
  </mc:AlternateContent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Font Testing Layou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Title 1">
            <a:extLst>
              <a:ext uri="{FF2B5EF4-FFF2-40B4-BE49-F238E27FC236}">
                <a16:creationId xmlns:a16="http://schemas.microsoft.com/office/drawing/2014/main" id="{BA4ED154-5FFA-3349-E601-C5300B673713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2514600" y="0"/>
            <a:ext cx="31546800" cy="2514601"/>
          </a:xfrm>
        </p:spPr>
        <p:txBody>
          <a:bodyPr/>
          <a:lstStyle>
            <a:lvl1pPr>
              <a:defRPr sz="7200" b="1" cap="none">
                <a:latin typeface="NVIDIA Sans" panose="020B0503020203020204" pitchFamily="34" charset="0"/>
                <a:cs typeface="NVIDIA Sans" panose="020B0503020203020204" pitchFamily="34" charset="0"/>
              </a:defRPr>
            </a:lvl1pPr>
          </a:lstStyle>
          <a:p>
            <a:r>
              <a:rPr lang="en-US" dirty="0"/>
              <a:t>Click To Add Title</a:t>
            </a:r>
          </a:p>
        </p:txBody>
      </p:sp>
      <p:sp>
        <p:nvSpPr>
          <p:cNvPr id="7" name="Text Placeholder 7">
            <a:extLst>
              <a:ext uri="{FF2B5EF4-FFF2-40B4-BE49-F238E27FC236}">
                <a16:creationId xmlns:a16="http://schemas.microsoft.com/office/drawing/2014/main" id="{57545933-CFED-CEA2-1D6E-C227DD92729B}"/>
              </a:ext>
            </a:extLst>
          </p:cNvPr>
          <p:cNvSpPr>
            <a:spLocks noGrp="1"/>
          </p:cNvSpPr>
          <p:nvPr>
            <p:ph type="body" sz="quarter" idx="10" hasCustomPrompt="1"/>
          </p:nvPr>
        </p:nvSpPr>
        <p:spPr>
          <a:xfrm>
            <a:off x="2514600" y="2487168"/>
            <a:ext cx="31546800" cy="1408176"/>
          </a:xfrm>
          <a:prstGeom prst="rect">
            <a:avLst/>
          </a:prstGeom>
        </p:spPr>
        <p:txBody>
          <a:bodyPr/>
          <a:lstStyle>
            <a:lvl1pPr marL="0" indent="0" algn="ctr">
              <a:spcBef>
                <a:spcPts val="0"/>
              </a:spcBef>
              <a:buFontTx/>
              <a:buNone/>
              <a:defRPr sz="4800">
                <a:solidFill>
                  <a:schemeClr val="tx2"/>
                </a:solidFill>
                <a:latin typeface="NVIDIA Sans" panose="020B0503020203020204" pitchFamily="34" charset="0"/>
                <a:cs typeface="NVIDIA Sans" panose="020B0503020203020204" pitchFamily="34" charset="0"/>
              </a:defRPr>
            </a:lvl1pPr>
            <a:lvl2pPr marL="1371600" indent="0" algn="ctr">
              <a:buFontTx/>
              <a:buNone/>
              <a:defRPr sz="4400">
                <a:latin typeface="NVIDIA Sans" panose="020B0503020203020204" pitchFamily="34" charset="0"/>
              </a:defRPr>
            </a:lvl2pPr>
            <a:lvl3pPr marL="2743200" indent="0" algn="ctr">
              <a:buFontTx/>
              <a:buNone/>
              <a:defRPr sz="4400">
                <a:latin typeface="NVIDIA Sans" panose="020B0503020203020204" pitchFamily="34" charset="0"/>
              </a:defRPr>
            </a:lvl3pPr>
            <a:lvl4pPr marL="4114800" indent="0" algn="ctr">
              <a:buFontTx/>
              <a:buNone/>
              <a:defRPr sz="4400">
                <a:latin typeface="NVIDIA Sans" panose="020B0503020203020204" pitchFamily="34" charset="0"/>
              </a:defRPr>
            </a:lvl4pPr>
            <a:lvl5pPr marL="5486400" indent="0" algn="ctr">
              <a:buFontTx/>
              <a:buNone/>
              <a:defRPr sz="4400">
                <a:latin typeface="NVIDIA Sans" panose="020B0503020203020204" pitchFamily="34" charset="0"/>
              </a:defRPr>
            </a:lvl5pPr>
          </a:lstStyle>
          <a:p>
            <a:pPr lvl="0"/>
            <a:r>
              <a:rPr lang="en-US" dirty="0"/>
              <a:t>Click to add subtitle</a:t>
            </a:r>
          </a:p>
        </p:txBody>
      </p:sp>
      <p:sp>
        <p:nvSpPr>
          <p:cNvPr id="9" name="Content Placeholder 2">
            <a:extLst>
              <a:ext uri="{FF2B5EF4-FFF2-40B4-BE49-F238E27FC236}">
                <a16:creationId xmlns:a16="http://schemas.microsoft.com/office/drawing/2014/main" id="{8F434B88-2544-75AC-CBB8-19A1035D1251}"/>
              </a:ext>
            </a:extLst>
          </p:cNvPr>
          <p:cNvSpPr>
            <a:spLocks noGrp="1"/>
          </p:cNvSpPr>
          <p:nvPr>
            <p:ph idx="1" hasCustomPrompt="1"/>
          </p:nvPr>
        </p:nvSpPr>
        <p:spPr>
          <a:xfrm>
            <a:off x="2514600" y="4846320"/>
            <a:ext cx="31546800" cy="13651992"/>
          </a:xfrm>
          <a:prstGeom prst="rect">
            <a:avLst/>
          </a:prstGeom>
        </p:spPr>
        <p:txBody>
          <a:bodyPr/>
          <a:lstStyle>
            <a:lvl1pPr marL="457200" indent="-457200">
              <a:buClr>
                <a:schemeClr val="tx2"/>
              </a:buClr>
              <a:buFont typeface="NVIDIA Sans" panose="020B0503020203020204" pitchFamily="34" charset="0"/>
              <a:buChar char="•"/>
              <a:defRPr sz="4400">
                <a:solidFill>
                  <a:schemeClr val="bg1"/>
                </a:solidFill>
                <a:latin typeface="NVIDIA Sans" panose="020B0503020203020204" pitchFamily="34" charset="0"/>
                <a:cs typeface="NVIDIA Sans" panose="020B0503020203020204" pitchFamily="34" charset="0"/>
              </a:defRPr>
            </a:lvl1pPr>
            <a:lvl2pPr marL="1371600" indent="-457200">
              <a:buClr>
                <a:schemeClr val="tx2"/>
              </a:buClr>
              <a:buFont typeface="NVIDIA Sans" panose="020B0503020203020204" pitchFamily="34" charset="0"/>
              <a:buChar char="•"/>
              <a:defRPr sz="4000">
                <a:solidFill>
                  <a:schemeClr val="bg1"/>
                </a:solidFill>
                <a:latin typeface="NVIDIA Sans" panose="020B0503020203020204" pitchFamily="34" charset="0"/>
                <a:cs typeface="NVIDIA Sans" panose="020B0503020203020204" pitchFamily="34" charset="0"/>
              </a:defRPr>
            </a:lvl2pPr>
            <a:lvl3pPr marL="2286000" indent="-457200">
              <a:buClr>
                <a:schemeClr val="tx2"/>
              </a:buClr>
              <a:buFont typeface="NVIDIA Sans" panose="020B0503020203020204" pitchFamily="34" charset="0"/>
              <a:buChar char="•"/>
              <a:defRPr sz="3600">
                <a:solidFill>
                  <a:schemeClr val="bg1"/>
                </a:solidFill>
                <a:latin typeface="NVIDIA Sans" panose="020B0503020203020204" pitchFamily="34" charset="0"/>
                <a:cs typeface="NVIDIA Sans" panose="020B0503020203020204" pitchFamily="34" charset="0"/>
              </a:defRPr>
            </a:lvl3pPr>
            <a:lvl4pPr marL="3200400" indent="-457200">
              <a:buClr>
                <a:schemeClr val="tx2"/>
              </a:buClr>
              <a:buFont typeface="NVIDIA Sans" panose="020B0503020203020204" pitchFamily="34" charset="0"/>
              <a:buChar char="•"/>
              <a:defRPr sz="3200">
                <a:solidFill>
                  <a:schemeClr val="bg1"/>
                </a:solidFill>
                <a:latin typeface="NVIDIA Sans" panose="020B0503020203020204" pitchFamily="34" charset="0"/>
                <a:cs typeface="NVIDIA Sans" panose="020B0503020203020204" pitchFamily="34" charset="0"/>
              </a:defRPr>
            </a:lvl4pPr>
            <a:lvl5pPr marL="4054475" indent="-396875">
              <a:buClr>
                <a:schemeClr val="tx2"/>
              </a:buClr>
              <a:buFont typeface="NVIDIA Sans" panose="020B0503020203020204" pitchFamily="34" charset="0"/>
              <a:buChar char="•"/>
              <a:defRPr sz="2800">
                <a:solidFill>
                  <a:schemeClr val="bg1"/>
                </a:solidFill>
                <a:latin typeface="NVIDIA Sans" panose="020B0503020203020204" pitchFamily="34" charset="0"/>
                <a:cs typeface="NVIDIA Sans" panose="020B0503020203020204" pitchFamily="34" charset="0"/>
              </a:defRPr>
            </a:lvl5pPr>
          </a:lstStyle>
          <a:p>
            <a:pPr lvl="0"/>
            <a:r>
              <a:rPr lang="en-US" dirty="0"/>
              <a:t>Click to edit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5" name="Rectangle 4">
            <a:extLst>
              <a:ext uri="{FF2B5EF4-FFF2-40B4-BE49-F238E27FC236}">
                <a16:creationId xmlns:a16="http://schemas.microsoft.com/office/drawing/2014/main" id="{C870B57E-B314-99BB-8DF8-2672644B4F4E}"/>
              </a:ext>
            </a:extLst>
          </p:cNvPr>
          <p:cNvSpPr/>
          <p:nvPr userDrawn="1"/>
        </p:nvSpPr>
        <p:spPr>
          <a:xfrm>
            <a:off x="15000920" y="10556523"/>
            <a:ext cx="11020290" cy="7492098"/>
          </a:xfrm>
          <a:prstGeom prst="rect">
            <a:avLst/>
          </a:prstGeom>
          <a:solidFill>
            <a:schemeClr val="tx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b"/>
          <a:lstStyle/>
          <a:p>
            <a:pPr algn="ctr">
              <a:lnSpc>
                <a:spcPct val="90000"/>
              </a:lnSpc>
            </a:pPr>
            <a:endParaRPr lang="en-US" sz="9600" b="1" dirty="0" err="1">
              <a:solidFill>
                <a:schemeClr val="tx1"/>
              </a:solidFill>
              <a:latin typeface="NVIDIA Sans" panose="020B0503020203020204" pitchFamily="34" charset="0"/>
              <a:cs typeface="NVIDIA Sans" panose="020B0503020203020204" pitchFamily="34" charset="0"/>
            </a:endParaRPr>
          </a:p>
        </p:txBody>
      </p:sp>
      <p:pic>
        <p:nvPicPr>
          <p:cNvPr id="8" name="Picture 7">
            <a:extLst>
              <a:ext uri="{FF2B5EF4-FFF2-40B4-BE49-F238E27FC236}">
                <a16:creationId xmlns:a16="http://schemas.microsoft.com/office/drawing/2014/main" id="{AF3F80E6-5287-D931-0053-EF9F8579EE41}"/>
              </a:ext>
            </a:extLst>
          </p:cNvPr>
          <p:cNvPicPr>
            <a:picLocks noChangeAspect="1"/>
          </p:cNvPicPr>
          <p:nvPr userDrawn="1"/>
        </p:nvPicPr>
        <p:blipFill>
          <a:blip r:embed="rId2"/>
          <a:stretch>
            <a:fillRect/>
          </a:stretch>
        </p:blipFill>
        <p:spPr>
          <a:xfrm>
            <a:off x="3087422" y="10556523"/>
            <a:ext cx="11022523" cy="7864522"/>
          </a:xfrm>
          <a:prstGeom prst="rect">
            <a:avLst/>
          </a:prstGeom>
        </p:spPr>
      </p:pic>
      <p:sp>
        <p:nvSpPr>
          <p:cNvPr id="10" name="Content Placeholder 2">
            <a:extLst>
              <a:ext uri="{FF2B5EF4-FFF2-40B4-BE49-F238E27FC236}">
                <a16:creationId xmlns:a16="http://schemas.microsoft.com/office/drawing/2014/main" id="{1D89DD87-13E1-B25F-EBCC-2BC52BA4AACF}"/>
              </a:ext>
            </a:extLst>
          </p:cNvPr>
          <p:cNvSpPr>
            <a:spLocks noGrp="1"/>
          </p:cNvSpPr>
          <p:nvPr>
            <p:ph idx="11" hasCustomPrompt="1"/>
          </p:nvPr>
        </p:nvSpPr>
        <p:spPr>
          <a:xfrm>
            <a:off x="15951796" y="11141440"/>
            <a:ext cx="9273032" cy="2550828"/>
          </a:xfrm>
          <a:prstGeom prst="rect">
            <a:avLst/>
          </a:prstGeom>
        </p:spPr>
        <p:txBody>
          <a:bodyPr/>
          <a:lstStyle>
            <a:lvl1pPr marL="0" indent="0">
              <a:buClr>
                <a:schemeClr val="tx2"/>
              </a:buClr>
              <a:buFontTx/>
              <a:buNone/>
              <a:defRPr sz="9600" b="1">
                <a:solidFill>
                  <a:schemeClr val="tx1"/>
                </a:solidFill>
                <a:latin typeface="NVIDIA Sans" panose="020B0503020203020204" pitchFamily="34" charset="0"/>
                <a:cs typeface="NVIDIA Sans" panose="020B0503020203020204" pitchFamily="34" charset="0"/>
              </a:defRPr>
            </a:lvl1pPr>
            <a:lvl2pPr marL="914400" indent="0">
              <a:buClr>
                <a:schemeClr val="tx2"/>
              </a:buClr>
              <a:buFontTx/>
              <a:buNone/>
              <a:defRPr sz="9600" b="1">
                <a:solidFill>
                  <a:schemeClr val="tx1"/>
                </a:solidFill>
                <a:latin typeface="NVIDIA Sans" panose="020B0503020203020204" pitchFamily="34" charset="0"/>
                <a:cs typeface="NVIDIA Sans" panose="020B0503020203020204" pitchFamily="34" charset="0"/>
              </a:defRPr>
            </a:lvl2pPr>
            <a:lvl3pPr marL="1828800" indent="0">
              <a:buClr>
                <a:schemeClr val="tx2"/>
              </a:buClr>
              <a:buFontTx/>
              <a:buNone/>
              <a:defRPr sz="9600" b="1">
                <a:solidFill>
                  <a:schemeClr val="tx1"/>
                </a:solidFill>
                <a:latin typeface="NVIDIA Sans" panose="020B0503020203020204" pitchFamily="34" charset="0"/>
                <a:cs typeface="NVIDIA Sans" panose="020B0503020203020204" pitchFamily="34" charset="0"/>
              </a:defRPr>
            </a:lvl3pPr>
            <a:lvl4pPr marL="2743200" indent="0">
              <a:buClr>
                <a:schemeClr val="tx2"/>
              </a:buClr>
              <a:buFontTx/>
              <a:buNone/>
              <a:defRPr sz="9600" b="1">
                <a:solidFill>
                  <a:schemeClr val="tx1"/>
                </a:solidFill>
                <a:latin typeface="NVIDIA Sans" panose="020B0503020203020204" pitchFamily="34" charset="0"/>
                <a:cs typeface="NVIDIA Sans" panose="020B0503020203020204" pitchFamily="34" charset="0"/>
              </a:defRPr>
            </a:lvl4pPr>
            <a:lvl5pPr marL="3657600" indent="0">
              <a:buClr>
                <a:schemeClr val="tx2"/>
              </a:buClr>
              <a:buFontTx/>
              <a:buNone/>
              <a:defRPr sz="9600" b="1">
                <a:solidFill>
                  <a:schemeClr val="tx1"/>
                </a:solidFill>
                <a:latin typeface="NVIDIA Sans" panose="020B0503020203020204" pitchFamily="34" charset="0"/>
                <a:cs typeface="NVIDIA Sans" panose="020B0503020203020204" pitchFamily="34" charset="0"/>
              </a:defRPr>
            </a:lvl5pPr>
          </a:lstStyle>
          <a:p>
            <a:pPr lvl="0"/>
            <a:r>
              <a:rPr lang="en-US" dirty="0"/>
              <a:t>Click to edit text styles</a:t>
            </a:r>
          </a:p>
        </p:txBody>
      </p:sp>
      <p:sp>
        <p:nvSpPr>
          <p:cNvPr id="11" name="Content Placeholder 2">
            <a:extLst>
              <a:ext uri="{FF2B5EF4-FFF2-40B4-BE49-F238E27FC236}">
                <a16:creationId xmlns:a16="http://schemas.microsoft.com/office/drawing/2014/main" id="{0B869C1B-4BC1-3F4F-4B38-F2FBE6DA6157}"/>
              </a:ext>
            </a:extLst>
          </p:cNvPr>
          <p:cNvSpPr>
            <a:spLocks noGrp="1"/>
          </p:cNvSpPr>
          <p:nvPr>
            <p:ph idx="12" hasCustomPrompt="1"/>
          </p:nvPr>
        </p:nvSpPr>
        <p:spPr>
          <a:xfrm>
            <a:off x="15951796" y="13730012"/>
            <a:ext cx="9273032" cy="2550828"/>
          </a:xfrm>
          <a:prstGeom prst="rect">
            <a:avLst/>
          </a:prstGeom>
        </p:spPr>
        <p:txBody>
          <a:bodyPr/>
          <a:lstStyle>
            <a:lvl1pPr marL="0" indent="0">
              <a:buClr>
                <a:schemeClr val="tx2"/>
              </a:buClr>
              <a:buFontTx/>
              <a:buNone/>
              <a:defRPr sz="9600" b="0">
                <a:solidFill>
                  <a:schemeClr val="bg1"/>
                </a:solidFill>
                <a:latin typeface="NVIDIA Sans" panose="020B0503020203020204" pitchFamily="34" charset="0"/>
                <a:cs typeface="NVIDIA Sans" panose="020B0503020203020204" pitchFamily="34" charset="0"/>
              </a:defRPr>
            </a:lvl1pPr>
            <a:lvl2pPr marL="914400" indent="0">
              <a:buClr>
                <a:schemeClr val="tx2"/>
              </a:buClr>
              <a:buFontTx/>
              <a:buNone/>
              <a:defRPr sz="9600" b="1">
                <a:solidFill>
                  <a:schemeClr val="tx1"/>
                </a:solidFill>
                <a:latin typeface="NVIDIA Sans" panose="020B0503020203020204" pitchFamily="34" charset="0"/>
                <a:cs typeface="NVIDIA Sans" panose="020B0503020203020204" pitchFamily="34" charset="0"/>
              </a:defRPr>
            </a:lvl2pPr>
            <a:lvl3pPr marL="1828800" indent="0">
              <a:buClr>
                <a:schemeClr val="tx2"/>
              </a:buClr>
              <a:buFontTx/>
              <a:buNone/>
              <a:defRPr sz="9600" b="1">
                <a:solidFill>
                  <a:schemeClr val="tx1"/>
                </a:solidFill>
                <a:latin typeface="NVIDIA Sans" panose="020B0503020203020204" pitchFamily="34" charset="0"/>
                <a:cs typeface="NVIDIA Sans" panose="020B0503020203020204" pitchFamily="34" charset="0"/>
              </a:defRPr>
            </a:lvl3pPr>
            <a:lvl4pPr marL="2743200" indent="0">
              <a:buClr>
                <a:schemeClr val="tx2"/>
              </a:buClr>
              <a:buFontTx/>
              <a:buNone/>
              <a:defRPr sz="9600" b="1">
                <a:solidFill>
                  <a:schemeClr val="tx1"/>
                </a:solidFill>
                <a:latin typeface="NVIDIA Sans" panose="020B0503020203020204" pitchFamily="34" charset="0"/>
                <a:cs typeface="NVIDIA Sans" panose="020B0503020203020204" pitchFamily="34" charset="0"/>
              </a:defRPr>
            </a:lvl4pPr>
            <a:lvl5pPr marL="3657600" indent="0">
              <a:buClr>
                <a:schemeClr val="tx2"/>
              </a:buClr>
              <a:buFontTx/>
              <a:buNone/>
              <a:defRPr sz="9600" b="1">
                <a:solidFill>
                  <a:schemeClr val="tx1"/>
                </a:solidFill>
                <a:latin typeface="NVIDIA Sans" panose="020B0503020203020204" pitchFamily="34" charset="0"/>
                <a:cs typeface="NVIDIA Sans" panose="020B0503020203020204" pitchFamily="34" charset="0"/>
              </a:defRPr>
            </a:lvl5pPr>
          </a:lstStyle>
          <a:p>
            <a:pPr lvl="0"/>
            <a:r>
              <a:rPr lang="en-US" dirty="0"/>
              <a:t>Click to edit text styles</a:t>
            </a:r>
          </a:p>
        </p:txBody>
      </p:sp>
    </p:spTree>
    <p:extLst>
      <p:ext uri="{BB962C8B-B14F-4D97-AF65-F5344CB8AC3E}">
        <p14:creationId xmlns:p14="http://schemas.microsoft.com/office/powerpoint/2010/main" val="1039441924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10"/>
    </mc:Choice>
    <mc:Fallback xmlns:a16="http://schemas.microsoft.com/office/drawing/2014/main" xmlns="">
      <p:transition/>
    </mc:Fallback>
  </mc:AlternateContent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, Subtitl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Title 1">
            <a:extLst>
              <a:ext uri="{FF2B5EF4-FFF2-40B4-BE49-F238E27FC236}">
                <a16:creationId xmlns:a16="http://schemas.microsoft.com/office/drawing/2014/main" id="{BA4ED154-5FFA-3349-E601-C5300B673713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2514600" y="0"/>
            <a:ext cx="31546800" cy="2514601"/>
          </a:xfrm>
        </p:spPr>
        <p:txBody>
          <a:bodyPr/>
          <a:lstStyle>
            <a:lvl1pPr>
              <a:defRPr sz="7200" b="1" cap="none">
                <a:latin typeface="NVIDIA Sans" panose="020B0503020203020204" pitchFamily="34" charset="0"/>
                <a:cs typeface="NVIDIA Sans" panose="020B0503020203020204" pitchFamily="34" charset="0"/>
              </a:defRPr>
            </a:lvl1pPr>
          </a:lstStyle>
          <a:p>
            <a:r>
              <a:rPr lang="en-US" dirty="0"/>
              <a:t>Click To Add Title</a:t>
            </a:r>
          </a:p>
        </p:txBody>
      </p:sp>
      <p:sp>
        <p:nvSpPr>
          <p:cNvPr id="7" name="Text Placeholder 7">
            <a:extLst>
              <a:ext uri="{FF2B5EF4-FFF2-40B4-BE49-F238E27FC236}">
                <a16:creationId xmlns:a16="http://schemas.microsoft.com/office/drawing/2014/main" id="{57545933-CFED-CEA2-1D6E-C227DD92729B}"/>
              </a:ext>
            </a:extLst>
          </p:cNvPr>
          <p:cNvSpPr>
            <a:spLocks noGrp="1"/>
          </p:cNvSpPr>
          <p:nvPr>
            <p:ph type="body" sz="quarter" idx="10" hasCustomPrompt="1"/>
          </p:nvPr>
        </p:nvSpPr>
        <p:spPr>
          <a:xfrm>
            <a:off x="2514600" y="2487168"/>
            <a:ext cx="31546800" cy="1408176"/>
          </a:xfrm>
          <a:prstGeom prst="rect">
            <a:avLst/>
          </a:prstGeom>
        </p:spPr>
        <p:txBody>
          <a:bodyPr/>
          <a:lstStyle>
            <a:lvl1pPr marL="0" indent="0" algn="ctr">
              <a:spcBef>
                <a:spcPts val="0"/>
              </a:spcBef>
              <a:buFontTx/>
              <a:buNone/>
              <a:defRPr sz="4800">
                <a:solidFill>
                  <a:schemeClr val="tx2"/>
                </a:solidFill>
                <a:latin typeface="NVIDIA Sans" panose="020B0503020203020204" pitchFamily="34" charset="0"/>
                <a:cs typeface="NVIDIA Sans" panose="020B0503020203020204" pitchFamily="34" charset="0"/>
              </a:defRPr>
            </a:lvl1pPr>
            <a:lvl2pPr marL="1371600" indent="0" algn="ctr">
              <a:buFontTx/>
              <a:buNone/>
              <a:defRPr sz="4400">
                <a:latin typeface="NVIDIA Sans" panose="020B0503020203020204" pitchFamily="34" charset="0"/>
              </a:defRPr>
            </a:lvl2pPr>
            <a:lvl3pPr marL="2743200" indent="0" algn="ctr">
              <a:buFontTx/>
              <a:buNone/>
              <a:defRPr sz="4400">
                <a:latin typeface="NVIDIA Sans" panose="020B0503020203020204" pitchFamily="34" charset="0"/>
              </a:defRPr>
            </a:lvl3pPr>
            <a:lvl4pPr marL="4114800" indent="0" algn="ctr">
              <a:buFontTx/>
              <a:buNone/>
              <a:defRPr sz="4400">
                <a:latin typeface="NVIDIA Sans" panose="020B0503020203020204" pitchFamily="34" charset="0"/>
              </a:defRPr>
            </a:lvl4pPr>
            <a:lvl5pPr marL="5486400" indent="0" algn="ctr">
              <a:buFontTx/>
              <a:buNone/>
              <a:defRPr sz="4400">
                <a:latin typeface="NVIDIA Sans" panose="020B0503020203020204" pitchFamily="34" charset="0"/>
              </a:defRPr>
            </a:lvl5pPr>
          </a:lstStyle>
          <a:p>
            <a:pPr lvl="0"/>
            <a:r>
              <a:rPr lang="en-US" dirty="0"/>
              <a:t>Click to add subtitle</a:t>
            </a:r>
          </a:p>
        </p:txBody>
      </p:sp>
    </p:spTree>
    <p:extLst>
      <p:ext uri="{BB962C8B-B14F-4D97-AF65-F5344CB8AC3E}">
        <p14:creationId xmlns:p14="http://schemas.microsoft.com/office/powerpoint/2010/main" val="953729725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10"/>
    </mc:Choice>
    <mc:Fallback xmlns:a16="http://schemas.microsoft.com/office/drawing/2014/main" xmlns="">
      <p:transition/>
    </mc:Fallback>
  </mc:AlternateContent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CONFIDENTIA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Title 1">
            <a:extLst>
              <a:ext uri="{FF2B5EF4-FFF2-40B4-BE49-F238E27FC236}">
                <a16:creationId xmlns:a16="http://schemas.microsoft.com/office/drawing/2014/main" id="{30B5A3B7-671E-C83C-D30C-891E7AC206AA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2514600" y="0"/>
            <a:ext cx="31546800" cy="2514601"/>
          </a:xfrm>
        </p:spPr>
        <p:txBody>
          <a:bodyPr/>
          <a:lstStyle>
            <a:lvl1pPr>
              <a:defRPr sz="7200" b="1" cap="none">
                <a:latin typeface="NVIDIA Sans" panose="020B0503020203020204" pitchFamily="34" charset="0"/>
                <a:cs typeface="NVIDIA Sans" panose="020B0503020203020204" pitchFamily="34" charset="0"/>
              </a:defRPr>
            </a:lvl1pPr>
          </a:lstStyle>
          <a:p>
            <a:r>
              <a:rPr lang="en-US" dirty="0"/>
              <a:t>Click To Add Title</a:t>
            </a:r>
          </a:p>
        </p:txBody>
      </p:sp>
      <p:sp>
        <p:nvSpPr>
          <p:cNvPr id="7" name="Text Placeholder 7">
            <a:extLst>
              <a:ext uri="{FF2B5EF4-FFF2-40B4-BE49-F238E27FC236}">
                <a16:creationId xmlns:a16="http://schemas.microsoft.com/office/drawing/2014/main" id="{B591E553-3F88-CE75-0B41-84F0FCE66A2F}"/>
              </a:ext>
            </a:extLst>
          </p:cNvPr>
          <p:cNvSpPr>
            <a:spLocks noGrp="1"/>
          </p:cNvSpPr>
          <p:nvPr>
            <p:ph type="body" sz="quarter" idx="10" hasCustomPrompt="1"/>
          </p:nvPr>
        </p:nvSpPr>
        <p:spPr>
          <a:xfrm>
            <a:off x="2514600" y="2487168"/>
            <a:ext cx="31546800" cy="1408176"/>
          </a:xfrm>
          <a:prstGeom prst="rect">
            <a:avLst/>
          </a:prstGeom>
        </p:spPr>
        <p:txBody>
          <a:bodyPr/>
          <a:lstStyle>
            <a:lvl1pPr marL="0" indent="0" algn="ctr">
              <a:spcBef>
                <a:spcPts val="0"/>
              </a:spcBef>
              <a:buFontTx/>
              <a:buNone/>
              <a:defRPr sz="4800">
                <a:solidFill>
                  <a:schemeClr val="tx2"/>
                </a:solidFill>
                <a:latin typeface="NVIDIA Sans" panose="020B0503020203020204" pitchFamily="34" charset="0"/>
                <a:cs typeface="NVIDIA Sans" panose="020B0503020203020204" pitchFamily="34" charset="0"/>
              </a:defRPr>
            </a:lvl1pPr>
            <a:lvl2pPr marL="1371600" indent="0" algn="ctr">
              <a:buFontTx/>
              <a:buNone/>
              <a:defRPr sz="4400">
                <a:latin typeface="NVIDIA Sans" panose="020B0503020203020204" pitchFamily="34" charset="0"/>
              </a:defRPr>
            </a:lvl2pPr>
            <a:lvl3pPr marL="2743200" indent="0" algn="ctr">
              <a:buFontTx/>
              <a:buNone/>
              <a:defRPr sz="4400">
                <a:latin typeface="NVIDIA Sans" panose="020B0503020203020204" pitchFamily="34" charset="0"/>
              </a:defRPr>
            </a:lvl3pPr>
            <a:lvl4pPr marL="4114800" indent="0" algn="ctr">
              <a:buFontTx/>
              <a:buNone/>
              <a:defRPr sz="4400">
                <a:latin typeface="NVIDIA Sans" panose="020B0503020203020204" pitchFamily="34" charset="0"/>
              </a:defRPr>
            </a:lvl4pPr>
            <a:lvl5pPr marL="5486400" indent="0" algn="ctr">
              <a:buFontTx/>
              <a:buNone/>
              <a:defRPr sz="4400">
                <a:latin typeface="NVIDIA Sans" panose="020B0503020203020204" pitchFamily="34" charset="0"/>
              </a:defRPr>
            </a:lvl5pPr>
          </a:lstStyle>
          <a:p>
            <a:pPr lvl="0"/>
            <a:r>
              <a:rPr lang="en-US" dirty="0"/>
              <a:t>Click to add subtitle</a:t>
            </a:r>
          </a:p>
        </p:txBody>
      </p:sp>
      <p:sp>
        <p:nvSpPr>
          <p:cNvPr id="9" name="Content Placeholder 2">
            <a:extLst>
              <a:ext uri="{FF2B5EF4-FFF2-40B4-BE49-F238E27FC236}">
                <a16:creationId xmlns:a16="http://schemas.microsoft.com/office/drawing/2014/main" id="{D74C6155-7E24-522A-D9BC-0187CC5320D6}"/>
              </a:ext>
            </a:extLst>
          </p:cNvPr>
          <p:cNvSpPr>
            <a:spLocks noGrp="1"/>
          </p:cNvSpPr>
          <p:nvPr>
            <p:ph idx="1" hasCustomPrompt="1"/>
          </p:nvPr>
        </p:nvSpPr>
        <p:spPr>
          <a:xfrm>
            <a:off x="2514600" y="4846320"/>
            <a:ext cx="31546800" cy="13651992"/>
          </a:xfrm>
          <a:prstGeom prst="rect">
            <a:avLst/>
          </a:prstGeom>
        </p:spPr>
        <p:txBody>
          <a:bodyPr/>
          <a:lstStyle>
            <a:lvl1pPr marL="457200" indent="-457200">
              <a:buClr>
                <a:schemeClr val="tx2"/>
              </a:buClr>
              <a:buFont typeface="NVIDIA Sans" panose="020B0503020203020204" pitchFamily="34" charset="0"/>
              <a:buChar char="•"/>
              <a:defRPr sz="4400">
                <a:solidFill>
                  <a:schemeClr val="bg1"/>
                </a:solidFill>
                <a:latin typeface="NVIDIA Sans" panose="020B0503020203020204" pitchFamily="34" charset="0"/>
                <a:cs typeface="NVIDIA Sans" panose="020B0503020203020204" pitchFamily="34" charset="0"/>
              </a:defRPr>
            </a:lvl1pPr>
            <a:lvl2pPr marL="1371600" indent="-457200">
              <a:buClr>
                <a:schemeClr val="tx2"/>
              </a:buClr>
              <a:buFont typeface="NVIDIA Sans" panose="020B0503020203020204" pitchFamily="34" charset="0"/>
              <a:buChar char="•"/>
              <a:defRPr sz="4000">
                <a:solidFill>
                  <a:schemeClr val="bg1"/>
                </a:solidFill>
                <a:latin typeface="NVIDIA Sans" panose="020B0503020203020204" pitchFamily="34" charset="0"/>
                <a:cs typeface="NVIDIA Sans" panose="020B0503020203020204" pitchFamily="34" charset="0"/>
              </a:defRPr>
            </a:lvl2pPr>
            <a:lvl3pPr marL="2286000" indent="-457200">
              <a:buClr>
                <a:schemeClr val="tx2"/>
              </a:buClr>
              <a:buFont typeface="NVIDIA Sans" panose="020B0503020203020204" pitchFamily="34" charset="0"/>
              <a:buChar char="•"/>
              <a:defRPr sz="3600">
                <a:solidFill>
                  <a:schemeClr val="bg1"/>
                </a:solidFill>
                <a:latin typeface="NVIDIA Sans" panose="020B0503020203020204" pitchFamily="34" charset="0"/>
                <a:cs typeface="NVIDIA Sans" panose="020B0503020203020204" pitchFamily="34" charset="0"/>
              </a:defRPr>
            </a:lvl3pPr>
            <a:lvl4pPr marL="3200400" indent="-457200">
              <a:buClr>
                <a:schemeClr val="tx2"/>
              </a:buClr>
              <a:buFont typeface="NVIDIA Sans" panose="020B0503020203020204" pitchFamily="34" charset="0"/>
              <a:buChar char="•"/>
              <a:defRPr sz="3200">
                <a:solidFill>
                  <a:schemeClr val="bg1"/>
                </a:solidFill>
                <a:latin typeface="NVIDIA Sans" panose="020B0503020203020204" pitchFamily="34" charset="0"/>
                <a:cs typeface="NVIDIA Sans" panose="020B0503020203020204" pitchFamily="34" charset="0"/>
              </a:defRPr>
            </a:lvl4pPr>
            <a:lvl5pPr marL="4054475" indent="-396875">
              <a:buClr>
                <a:schemeClr val="tx2"/>
              </a:buClr>
              <a:buFont typeface="NVIDIA Sans" panose="020B0503020203020204" pitchFamily="34" charset="0"/>
              <a:buChar char="•"/>
              <a:defRPr sz="2800">
                <a:solidFill>
                  <a:schemeClr val="bg1"/>
                </a:solidFill>
                <a:latin typeface="NVIDIA Sans" panose="020B0503020203020204" pitchFamily="34" charset="0"/>
                <a:cs typeface="NVIDIA Sans" panose="020B0503020203020204" pitchFamily="34" charset="0"/>
              </a:defRPr>
            </a:lvl5pPr>
          </a:lstStyle>
          <a:p>
            <a:pPr lvl="0"/>
            <a:r>
              <a:rPr lang="en-US" dirty="0"/>
              <a:t>Click to edit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76E4777A-F626-7644-27B7-BFAC0B981393}"/>
              </a:ext>
            </a:extLst>
          </p:cNvPr>
          <p:cNvSpPr txBox="1"/>
          <p:nvPr userDrawn="1"/>
        </p:nvSpPr>
        <p:spPr>
          <a:xfrm>
            <a:off x="708485" y="19635786"/>
            <a:ext cx="6504666" cy="446276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2300" dirty="0">
                <a:solidFill>
                  <a:schemeClr val="bg1"/>
                </a:solidFill>
                <a:latin typeface="NVIDIA Sans Medium" panose="020B0603020203020204" pitchFamily="34" charset="0"/>
                <a:cs typeface="NVIDIA Sans Medium" panose="020B0603020203020204" pitchFamily="34" charset="0"/>
              </a:rPr>
              <a:t>NVIDIA CONFIDENTIAL. DO NOT DISTRIBUTE.</a:t>
            </a:r>
          </a:p>
        </p:txBody>
      </p:sp>
    </p:spTree>
    <p:extLst>
      <p:ext uri="{BB962C8B-B14F-4D97-AF65-F5344CB8AC3E}">
        <p14:creationId xmlns:p14="http://schemas.microsoft.com/office/powerpoint/2010/main" val="2655459822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10"/>
    </mc:Choice>
    <mc:Fallback xmlns:a16="http://schemas.microsoft.com/office/drawing/2014/main" xmlns="">
      <p:transition/>
    </mc:Fallback>
  </mc:AlternateContent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CODING_Title, Subtitle, Bullet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itle 1">
            <a:extLst>
              <a:ext uri="{FF2B5EF4-FFF2-40B4-BE49-F238E27FC236}">
                <a16:creationId xmlns:a16="http://schemas.microsoft.com/office/drawing/2014/main" id="{248F5163-CB61-79FB-F160-F5D40ECCE6F5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2514600" y="0"/>
            <a:ext cx="31546800" cy="2514601"/>
          </a:xfrm>
        </p:spPr>
        <p:txBody>
          <a:bodyPr>
            <a:normAutofit/>
          </a:bodyPr>
          <a:lstStyle>
            <a:lvl1pPr>
              <a:defRPr sz="7200" b="1" cap="none">
                <a:latin typeface="Roboto Mono" panose="00000009000000000000" pitchFamily="49" charset="0"/>
                <a:ea typeface="Roboto Mono" panose="00000009000000000000" pitchFamily="49" charset="0"/>
                <a:cs typeface="NVIDIA Sans" panose="020B0503020203020204" pitchFamily="34" charset="0"/>
              </a:defRPr>
            </a:lvl1pPr>
          </a:lstStyle>
          <a:p>
            <a:r>
              <a:rPr lang="en-US" dirty="0"/>
              <a:t>Click To Add Title</a:t>
            </a:r>
          </a:p>
        </p:txBody>
      </p:sp>
      <p:sp>
        <p:nvSpPr>
          <p:cNvPr id="6" name="Content Placeholder 2">
            <a:extLst>
              <a:ext uri="{FF2B5EF4-FFF2-40B4-BE49-F238E27FC236}">
                <a16:creationId xmlns:a16="http://schemas.microsoft.com/office/drawing/2014/main" id="{0A4DE4CF-0F8A-C449-EB63-E6FB16955E79}"/>
              </a:ext>
            </a:extLst>
          </p:cNvPr>
          <p:cNvSpPr>
            <a:spLocks noGrp="1"/>
          </p:cNvSpPr>
          <p:nvPr>
            <p:ph idx="1" hasCustomPrompt="1"/>
          </p:nvPr>
        </p:nvSpPr>
        <p:spPr>
          <a:xfrm>
            <a:off x="2514600" y="4873752"/>
            <a:ext cx="31546800" cy="13651992"/>
          </a:xfrm>
          <a:prstGeom prst="rect">
            <a:avLst/>
          </a:prstGeom>
        </p:spPr>
        <p:txBody>
          <a:bodyPr/>
          <a:lstStyle>
            <a:lvl1pPr marL="457200" indent="-457200">
              <a:buClr>
                <a:schemeClr val="tx2"/>
              </a:buClr>
              <a:buFont typeface="NVIDIA Sans" panose="020B0503020203020204" pitchFamily="34" charset="0"/>
              <a:buChar char="•"/>
              <a:defRPr sz="4400">
                <a:solidFill>
                  <a:schemeClr val="bg1"/>
                </a:solidFill>
                <a:latin typeface="Roboto Mono" panose="00000009000000000000" pitchFamily="49" charset="0"/>
                <a:ea typeface="Roboto Mono" panose="00000009000000000000" pitchFamily="49" charset="0"/>
                <a:cs typeface="NVIDIA Sans" panose="020B0503020203020204" pitchFamily="34" charset="0"/>
              </a:defRPr>
            </a:lvl1pPr>
            <a:lvl2pPr marL="1371600" indent="-457200">
              <a:buClr>
                <a:schemeClr val="tx2"/>
              </a:buClr>
              <a:buFont typeface="NVIDIA Sans" panose="020B0503020203020204" pitchFamily="34" charset="0"/>
              <a:buChar char="•"/>
              <a:defRPr sz="4000">
                <a:solidFill>
                  <a:schemeClr val="bg1"/>
                </a:solidFill>
                <a:latin typeface="Roboto Mono" panose="00000009000000000000" pitchFamily="49" charset="0"/>
                <a:ea typeface="Roboto Mono" panose="00000009000000000000" pitchFamily="49" charset="0"/>
                <a:cs typeface="NVIDIA Sans" panose="020B0503020203020204" pitchFamily="34" charset="0"/>
              </a:defRPr>
            </a:lvl2pPr>
            <a:lvl3pPr marL="2286000" indent="-457200">
              <a:buClr>
                <a:schemeClr val="tx2"/>
              </a:buClr>
              <a:buFont typeface="NVIDIA Sans" panose="020B0503020203020204" pitchFamily="34" charset="0"/>
              <a:buChar char="•"/>
              <a:defRPr sz="3600">
                <a:solidFill>
                  <a:schemeClr val="bg1"/>
                </a:solidFill>
                <a:latin typeface="Roboto Mono" panose="00000009000000000000" pitchFamily="49" charset="0"/>
                <a:ea typeface="Roboto Mono" panose="00000009000000000000" pitchFamily="49" charset="0"/>
                <a:cs typeface="NVIDIA Sans" panose="020B0503020203020204" pitchFamily="34" charset="0"/>
              </a:defRPr>
            </a:lvl3pPr>
            <a:lvl4pPr marL="3200400" indent="-457200">
              <a:buClr>
                <a:schemeClr val="tx2"/>
              </a:buClr>
              <a:buFont typeface="NVIDIA Sans" panose="020B0503020203020204" pitchFamily="34" charset="0"/>
              <a:buChar char="•"/>
              <a:defRPr sz="3200">
                <a:solidFill>
                  <a:schemeClr val="bg1"/>
                </a:solidFill>
                <a:latin typeface="Roboto Mono" panose="00000009000000000000" pitchFamily="49" charset="0"/>
                <a:ea typeface="Roboto Mono" panose="00000009000000000000" pitchFamily="49" charset="0"/>
                <a:cs typeface="NVIDIA Sans" panose="020B0503020203020204" pitchFamily="34" charset="0"/>
              </a:defRPr>
            </a:lvl4pPr>
            <a:lvl5pPr marL="4054475" indent="-396875">
              <a:buClr>
                <a:schemeClr val="tx2"/>
              </a:buClr>
              <a:buFont typeface="NVIDIA Sans" panose="020B0503020203020204" pitchFamily="34" charset="0"/>
              <a:buChar char="•"/>
              <a:defRPr sz="2800">
                <a:solidFill>
                  <a:schemeClr val="bg1"/>
                </a:solidFill>
                <a:latin typeface="Roboto Mono" panose="00000009000000000000" pitchFamily="49" charset="0"/>
                <a:ea typeface="Roboto Mono" panose="00000009000000000000" pitchFamily="49" charset="0"/>
                <a:cs typeface="NVIDIA Sans" panose="020B0503020203020204" pitchFamily="34" charset="0"/>
              </a:defRPr>
            </a:lvl5pPr>
          </a:lstStyle>
          <a:p>
            <a:pPr lvl="0"/>
            <a:r>
              <a:rPr lang="en-US" dirty="0"/>
              <a:t>Click to edit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7" name="Text Placeholder 7">
            <a:extLst>
              <a:ext uri="{FF2B5EF4-FFF2-40B4-BE49-F238E27FC236}">
                <a16:creationId xmlns:a16="http://schemas.microsoft.com/office/drawing/2014/main" id="{EB67495D-7B41-2537-BC39-7393489E5BFA}"/>
              </a:ext>
            </a:extLst>
          </p:cNvPr>
          <p:cNvSpPr>
            <a:spLocks noGrp="1"/>
          </p:cNvSpPr>
          <p:nvPr>
            <p:ph type="body" sz="quarter" idx="10" hasCustomPrompt="1"/>
          </p:nvPr>
        </p:nvSpPr>
        <p:spPr>
          <a:xfrm>
            <a:off x="2514600" y="2487168"/>
            <a:ext cx="31546800" cy="1408176"/>
          </a:xfrm>
          <a:prstGeom prst="rect">
            <a:avLst/>
          </a:prstGeom>
        </p:spPr>
        <p:txBody>
          <a:bodyPr/>
          <a:lstStyle>
            <a:lvl1pPr marL="0" indent="0" algn="ctr">
              <a:spcBef>
                <a:spcPts val="0"/>
              </a:spcBef>
              <a:buFontTx/>
              <a:buNone/>
              <a:defRPr sz="4800">
                <a:solidFill>
                  <a:schemeClr val="tx2"/>
                </a:solidFill>
                <a:latin typeface="Roboto Mono" panose="00000009000000000000" pitchFamily="49" charset="0"/>
                <a:ea typeface="Roboto Mono" panose="00000009000000000000" pitchFamily="49" charset="0"/>
                <a:cs typeface="NVIDIA Sans" panose="020B0503020203020204" pitchFamily="34" charset="0"/>
              </a:defRPr>
            </a:lvl1pPr>
            <a:lvl2pPr marL="1371600" indent="0" algn="ctr">
              <a:buFontTx/>
              <a:buNone/>
              <a:defRPr sz="4400">
                <a:latin typeface="NVIDIA Sans" panose="020B0503020203020204" pitchFamily="34" charset="0"/>
              </a:defRPr>
            </a:lvl2pPr>
            <a:lvl3pPr marL="2743200" indent="0" algn="ctr">
              <a:buFontTx/>
              <a:buNone/>
              <a:defRPr sz="4400">
                <a:latin typeface="NVIDIA Sans" panose="020B0503020203020204" pitchFamily="34" charset="0"/>
              </a:defRPr>
            </a:lvl3pPr>
            <a:lvl4pPr marL="4114800" indent="0" algn="ctr">
              <a:buFontTx/>
              <a:buNone/>
              <a:defRPr sz="4400">
                <a:latin typeface="NVIDIA Sans" panose="020B0503020203020204" pitchFamily="34" charset="0"/>
              </a:defRPr>
            </a:lvl4pPr>
            <a:lvl5pPr marL="5486400" indent="0" algn="ctr">
              <a:buFontTx/>
              <a:buNone/>
              <a:defRPr sz="4400">
                <a:latin typeface="NVIDIA Sans" panose="020B0503020203020204" pitchFamily="34" charset="0"/>
              </a:defRPr>
            </a:lvl5pPr>
          </a:lstStyle>
          <a:p>
            <a:pPr lvl="0"/>
            <a:r>
              <a:rPr lang="en-US" dirty="0"/>
              <a:t>Click to add subtitle</a:t>
            </a:r>
          </a:p>
        </p:txBody>
      </p:sp>
    </p:spTree>
    <p:extLst>
      <p:ext uri="{BB962C8B-B14F-4D97-AF65-F5344CB8AC3E}">
        <p14:creationId xmlns:p14="http://schemas.microsoft.com/office/powerpoint/2010/main" val="1884427930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10"/>
    </mc:Choice>
    <mc:Fallback xmlns:a16="http://schemas.microsoft.com/office/drawing/2014/main" xmlns="">
      <p:transition/>
    </mc:Fallback>
  </mc:AlternateContent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CONFIDENTIAL_Coding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Title 1">
            <a:extLst>
              <a:ext uri="{FF2B5EF4-FFF2-40B4-BE49-F238E27FC236}">
                <a16:creationId xmlns:a16="http://schemas.microsoft.com/office/drawing/2014/main" id="{61BB3E37-708E-211E-579F-07C9AF797CE5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2514600" y="0"/>
            <a:ext cx="31546800" cy="2514601"/>
          </a:xfrm>
        </p:spPr>
        <p:txBody>
          <a:bodyPr>
            <a:normAutofit/>
          </a:bodyPr>
          <a:lstStyle>
            <a:lvl1pPr>
              <a:defRPr sz="7200" b="1" cap="none">
                <a:latin typeface="Roboto Mono" panose="00000009000000000000" pitchFamily="49" charset="0"/>
                <a:ea typeface="Roboto Mono" panose="00000009000000000000" pitchFamily="49" charset="0"/>
                <a:cs typeface="NVIDIA Sans" panose="020B0503020203020204" pitchFamily="34" charset="0"/>
              </a:defRPr>
            </a:lvl1pPr>
          </a:lstStyle>
          <a:p>
            <a:r>
              <a:rPr lang="en-US" dirty="0"/>
              <a:t>Click To Add Title</a:t>
            </a:r>
          </a:p>
        </p:txBody>
      </p:sp>
      <p:sp>
        <p:nvSpPr>
          <p:cNvPr id="7" name="Content Placeholder 2">
            <a:extLst>
              <a:ext uri="{FF2B5EF4-FFF2-40B4-BE49-F238E27FC236}">
                <a16:creationId xmlns:a16="http://schemas.microsoft.com/office/drawing/2014/main" id="{700FC4D5-AB7A-23D7-9D7B-80DEBB4B5F29}"/>
              </a:ext>
            </a:extLst>
          </p:cNvPr>
          <p:cNvSpPr>
            <a:spLocks noGrp="1"/>
          </p:cNvSpPr>
          <p:nvPr>
            <p:ph idx="1" hasCustomPrompt="1"/>
          </p:nvPr>
        </p:nvSpPr>
        <p:spPr>
          <a:xfrm>
            <a:off x="2514600" y="4873752"/>
            <a:ext cx="31546800" cy="13651992"/>
          </a:xfrm>
          <a:prstGeom prst="rect">
            <a:avLst/>
          </a:prstGeom>
        </p:spPr>
        <p:txBody>
          <a:bodyPr/>
          <a:lstStyle>
            <a:lvl1pPr marL="457200" indent="-457200">
              <a:buClr>
                <a:schemeClr val="tx2"/>
              </a:buClr>
              <a:buFont typeface="NVIDIA Sans" panose="020B0503020203020204" pitchFamily="34" charset="0"/>
              <a:buChar char="•"/>
              <a:defRPr sz="4400">
                <a:solidFill>
                  <a:schemeClr val="bg1"/>
                </a:solidFill>
                <a:latin typeface="Roboto Mono" panose="00000009000000000000" pitchFamily="49" charset="0"/>
                <a:ea typeface="Roboto Mono" panose="00000009000000000000" pitchFamily="49" charset="0"/>
                <a:cs typeface="NVIDIA Sans" panose="020B0503020203020204" pitchFamily="34" charset="0"/>
              </a:defRPr>
            </a:lvl1pPr>
            <a:lvl2pPr marL="1371600" indent="-457200">
              <a:buClr>
                <a:schemeClr val="tx2"/>
              </a:buClr>
              <a:buFont typeface="NVIDIA Sans" panose="020B0503020203020204" pitchFamily="34" charset="0"/>
              <a:buChar char="•"/>
              <a:defRPr sz="4000">
                <a:solidFill>
                  <a:schemeClr val="bg1"/>
                </a:solidFill>
                <a:latin typeface="Roboto Mono" panose="00000009000000000000" pitchFamily="49" charset="0"/>
                <a:ea typeface="Roboto Mono" panose="00000009000000000000" pitchFamily="49" charset="0"/>
                <a:cs typeface="NVIDIA Sans" panose="020B0503020203020204" pitchFamily="34" charset="0"/>
              </a:defRPr>
            </a:lvl2pPr>
            <a:lvl3pPr marL="2286000" indent="-457200">
              <a:buClr>
                <a:schemeClr val="tx2"/>
              </a:buClr>
              <a:buFont typeface="NVIDIA Sans" panose="020B0503020203020204" pitchFamily="34" charset="0"/>
              <a:buChar char="•"/>
              <a:defRPr sz="3600">
                <a:solidFill>
                  <a:schemeClr val="bg1"/>
                </a:solidFill>
                <a:latin typeface="Roboto Mono" panose="00000009000000000000" pitchFamily="49" charset="0"/>
                <a:ea typeface="Roboto Mono" panose="00000009000000000000" pitchFamily="49" charset="0"/>
                <a:cs typeface="NVIDIA Sans" panose="020B0503020203020204" pitchFamily="34" charset="0"/>
              </a:defRPr>
            </a:lvl3pPr>
            <a:lvl4pPr marL="3200400" indent="-457200">
              <a:buClr>
                <a:schemeClr val="tx2"/>
              </a:buClr>
              <a:buFont typeface="NVIDIA Sans" panose="020B0503020203020204" pitchFamily="34" charset="0"/>
              <a:buChar char="•"/>
              <a:defRPr sz="3200">
                <a:solidFill>
                  <a:schemeClr val="bg1"/>
                </a:solidFill>
                <a:latin typeface="Roboto Mono" panose="00000009000000000000" pitchFamily="49" charset="0"/>
                <a:ea typeface="Roboto Mono" panose="00000009000000000000" pitchFamily="49" charset="0"/>
                <a:cs typeface="NVIDIA Sans" panose="020B0503020203020204" pitchFamily="34" charset="0"/>
              </a:defRPr>
            </a:lvl4pPr>
            <a:lvl5pPr marL="4054475" indent="-396875">
              <a:buClr>
                <a:schemeClr val="tx2"/>
              </a:buClr>
              <a:buFont typeface="NVIDIA Sans" panose="020B0503020203020204" pitchFamily="34" charset="0"/>
              <a:buChar char="•"/>
              <a:defRPr sz="2800">
                <a:solidFill>
                  <a:schemeClr val="bg1"/>
                </a:solidFill>
                <a:latin typeface="Roboto Mono" panose="00000009000000000000" pitchFamily="49" charset="0"/>
                <a:ea typeface="Roboto Mono" panose="00000009000000000000" pitchFamily="49" charset="0"/>
                <a:cs typeface="NVIDIA Sans" panose="020B0503020203020204" pitchFamily="34" charset="0"/>
              </a:defRPr>
            </a:lvl5pPr>
          </a:lstStyle>
          <a:p>
            <a:pPr lvl="0"/>
            <a:r>
              <a:rPr lang="en-US" dirty="0"/>
              <a:t>Click to edit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9" name="Text Placeholder 7">
            <a:extLst>
              <a:ext uri="{FF2B5EF4-FFF2-40B4-BE49-F238E27FC236}">
                <a16:creationId xmlns:a16="http://schemas.microsoft.com/office/drawing/2014/main" id="{E46F2B23-740A-C60D-727C-DC63D8F8D8FB}"/>
              </a:ext>
            </a:extLst>
          </p:cNvPr>
          <p:cNvSpPr>
            <a:spLocks noGrp="1"/>
          </p:cNvSpPr>
          <p:nvPr>
            <p:ph type="body" sz="quarter" idx="10" hasCustomPrompt="1"/>
          </p:nvPr>
        </p:nvSpPr>
        <p:spPr>
          <a:xfrm>
            <a:off x="2514600" y="2487168"/>
            <a:ext cx="31546800" cy="1408176"/>
          </a:xfrm>
          <a:prstGeom prst="rect">
            <a:avLst/>
          </a:prstGeom>
        </p:spPr>
        <p:txBody>
          <a:bodyPr/>
          <a:lstStyle>
            <a:lvl1pPr marL="0" indent="0" algn="ctr">
              <a:spcBef>
                <a:spcPts val="0"/>
              </a:spcBef>
              <a:buFontTx/>
              <a:buNone/>
              <a:defRPr sz="4800">
                <a:solidFill>
                  <a:schemeClr val="tx2"/>
                </a:solidFill>
                <a:latin typeface="Roboto Mono" panose="00000009000000000000" pitchFamily="49" charset="0"/>
                <a:ea typeface="Roboto Mono" panose="00000009000000000000" pitchFamily="49" charset="0"/>
                <a:cs typeface="NVIDIA Sans" panose="020B0503020203020204" pitchFamily="34" charset="0"/>
              </a:defRPr>
            </a:lvl1pPr>
            <a:lvl2pPr marL="1371600" indent="0" algn="ctr">
              <a:buFontTx/>
              <a:buNone/>
              <a:defRPr sz="4400">
                <a:latin typeface="NVIDIA Sans" panose="020B0503020203020204" pitchFamily="34" charset="0"/>
              </a:defRPr>
            </a:lvl2pPr>
            <a:lvl3pPr marL="2743200" indent="0" algn="ctr">
              <a:buFontTx/>
              <a:buNone/>
              <a:defRPr sz="4400">
                <a:latin typeface="NVIDIA Sans" panose="020B0503020203020204" pitchFamily="34" charset="0"/>
              </a:defRPr>
            </a:lvl3pPr>
            <a:lvl4pPr marL="4114800" indent="0" algn="ctr">
              <a:buFontTx/>
              <a:buNone/>
              <a:defRPr sz="4400">
                <a:latin typeface="NVIDIA Sans" panose="020B0503020203020204" pitchFamily="34" charset="0"/>
              </a:defRPr>
            </a:lvl4pPr>
            <a:lvl5pPr marL="5486400" indent="0" algn="ctr">
              <a:buFontTx/>
              <a:buNone/>
              <a:defRPr sz="4400">
                <a:latin typeface="NVIDIA Sans" panose="020B0503020203020204" pitchFamily="34" charset="0"/>
              </a:defRPr>
            </a:lvl5pPr>
          </a:lstStyle>
          <a:p>
            <a:pPr lvl="0"/>
            <a:r>
              <a:rPr lang="en-US" dirty="0"/>
              <a:t>Click to add subtitle</a:t>
            </a:r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5C9AAC10-E9F2-1A13-3A59-F02BCBD31C18}"/>
              </a:ext>
            </a:extLst>
          </p:cNvPr>
          <p:cNvSpPr txBox="1"/>
          <p:nvPr userDrawn="1"/>
        </p:nvSpPr>
        <p:spPr>
          <a:xfrm>
            <a:off x="708485" y="19635786"/>
            <a:ext cx="6504666" cy="446276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2300" dirty="0">
                <a:solidFill>
                  <a:schemeClr val="bg1"/>
                </a:solidFill>
                <a:latin typeface="NVIDIA Sans Medium" panose="020B0603020203020204" pitchFamily="34" charset="0"/>
                <a:cs typeface="NVIDIA Sans Medium" panose="020B0603020203020204" pitchFamily="34" charset="0"/>
              </a:rPr>
              <a:t>NVIDIA CONFIDENTIAL. DO NOT DISTRIBUTE.</a:t>
            </a:r>
          </a:p>
        </p:txBody>
      </p:sp>
    </p:spTree>
    <p:extLst>
      <p:ext uri="{BB962C8B-B14F-4D97-AF65-F5344CB8AC3E}">
        <p14:creationId xmlns:p14="http://schemas.microsoft.com/office/powerpoint/2010/main" val="3653953544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10"/>
    </mc:Choice>
    <mc:Fallback xmlns:a16="http://schemas.microsoft.com/office/drawing/2014/main" xmlns="">
      <p:transition/>
    </mc:Fallback>
  </mc:AlternateContent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wo Colum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Title 1">
            <a:extLst>
              <a:ext uri="{FF2B5EF4-FFF2-40B4-BE49-F238E27FC236}">
                <a16:creationId xmlns:a16="http://schemas.microsoft.com/office/drawing/2014/main" id="{CD6812F5-ABE3-E984-84D2-2BCF62F74953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2514600" y="0"/>
            <a:ext cx="31546800" cy="2514601"/>
          </a:xfrm>
        </p:spPr>
        <p:txBody>
          <a:bodyPr/>
          <a:lstStyle>
            <a:lvl1pPr>
              <a:defRPr sz="7200" b="1" cap="none">
                <a:latin typeface="NVIDIA Sans" panose="020B0503020203020204" pitchFamily="34" charset="0"/>
                <a:cs typeface="NVIDIA Sans" panose="020B0503020203020204" pitchFamily="34" charset="0"/>
              </a:defRPr>
            </a:lvl1pPr>
          </a:lstStyle>
          <a:p>
            <a:r>
              <a:rPr lang="en-US" dirty="0"/>
              <a:t>Click To Add Title</a:t>
            </a:r>
          </a:p>
        </p:txBody>
      </p:sp>
      <p:sp>
        <p:nvSpPr>
          <p:cNvPr id="11" name="Text Placeholder 7">
            <a:extLst>
              <a:ext uri="{FF2B5EF4-FFF2-40B4-BE49-F238E27FC236}">
                <a16:creationId xmlns:a16="http://schemas.microsoft.com/office/drawing/2014/main" id="{C8D5FFB6-C6A8-037E-5413-097EB66C5C6C}"/>
              </a:ext>
            </a:extLst>
          </p:cNvPr>
          <p:cNvSpPr>
            <a:spLocks noGrp="1"/>
          </p:cNvSpPr>
          <p:nvPr>
            <p:ph type="body" sz="quarter" idx="10" hasCustomPrompt="1"/>
          </p:nvPr>
        </p:nvSpPr>
        <p:spPr>
          <a:xfrm>
            <a:off x="2514600" y="2487168"/>
            <a:ext cx="31546800" cy="1408176"/>
          </a:xfrm>
          <a:prstGeom prst="rect">
            <a:avLst/>
          </a:prstGeom>
        </p:spPr>
        <p:txBody>
          <a:bodyPr/>
          <a:lstStyle>
            <a:lvl1pPr marL="0" indent="0" algn="ctr">
              <a:spcBef>
                <a:spcPts val="0"/>
              </a:spcBef>
              <a:buFontTx/>
              <a:buNone/>
              <a:defRPr sz="4800">
                <a:solidFill>
                  <a:schemeClr val="tx2"/>
                </a:solidFill>
                <a:latin typeface="NVIDIA Sans" panose="020B0503020203020204" pitchFamily="34" charset="0"/>
                <a:cs typeface="NVIDIA Sans" panose="020B0503020203020204" pitchFamily="34" charset="0"/>
              </a:defRPr>
            </a:lvl1pPr>
            <a:lvl2pPr marL="1371600" indent="0" algn="ctr">
              <a:buFontTx/>
              <a:buNone/>
              <a:defRPr sz="4400">
                <a:latin typeface="NVIDIA Sans" panose="020B0503020203020204" pitchFamily="34" charset="0"/>
              </a:defRPr>
            </a:lvl2pPr>
            <a:lvl3pPr marL="2743200" indent="0" algn="ctr">
              <a:buFontTx/>
              <a:buNone/>
              <a:defRPr sz="4400">
                <a:latin typeface="NVIDIA Sans" panose="020B0503020203020204" pitchFamily="34" charset="0"/>
              </a:defRPr>
            </a:lvl3pPr>
            <a:lvl4pPr marL="4114800" indent="0" algn="ctr">
              <a:buFontTx/>
              <a:buNone/>
              <a:defRPr sz="4400">
                <a:latin typeface="NVIDIA Sans" panose="020B0503020203020204" pitchFamily="34" charset="0"/>
              </a:defRPr>
            </a:lvl4pPr>
            <a:lvl5pPr marL="5486400" indent="0" algn="ctr">
              <a:buFontTx/>
              <a:buNone/>
              <a:defRPr sz="4400">
                <a:latin typeface="NVIDIA Sans" panose="020B0503020203020204" pitchFamily="34" charset="0"/>
              </a:defRPr>
            </a:lvl5pPr>
          </a:lstStyle>
          <a:p>
            <a:pPr lvl="0"/>
            <a:r>
              <a:rPr lang="en-US" dirty="0"/>
              <a:t>Click to add subtitle</a:t>
            </a:r>
          </a:p>
        </p:txBody>
      </p:sp>
      <p:sp>
        <p:nvSpPr>
          <p:cNvPr id="12" name="Content Placeholder 2">
            <a:extLst>
              <a:ext uri="{FF2B5EF4-FFF2-40B4-BE49-F238E27FC236}">
                <a16:creationId xmlns:a16="http://schemas.microsoft.com/office/drawing/2014/main" id="{22EAC335-6BA5-09DF-D45A-2D1E4919D600}"/>
              </a:ext>
            </a:extLst>
          </p:cNvPr>
          <p:cNvSpPr>
            <a:spLocks noGrp="1"/>
          </p:cNvSpPr>
          <p:nvPr>
            <p:ph idx="1" hasCustomPrompt="1"/>
          </p:nvPr>
        </p:nvSpPr>
        <p:spPr>
          <a:xfrm>
            <a:off x="2514600" y="4846320"/>
            <a:ext cx="15215615" cy="13651992"/>
          </a:xfrm>
          <a:prstGeom prst="rect">
            <a:avLst/>
          </a:prstGeom>
        </p:spPr>
        <p:txBody>
          <a:bodyPr/>
          <a:lstStyle>
            <a:lvl1pPr marL="457200" indent="-457200">
              <a:buClr>
                <a:schemeClr val="tx2"/>
              </a:buClr>
              <a:buFont typeface="NVIDIA Sans" panose="020B0503020203020204" pitchFamily="34" charset="0"/>
              <a:buChar char="•"/>
              <a:defRPr sz="4400">
                <a:solidFill>
                  <a:schemeClr val="bg1"/>
                </a:solidFill>
                <a:latin typeface="NVIDIA Sans" panose="020B0503020203020204" pitchFamily="34" charset="0"/>
                <a:cs typeface="NVIDIA Sans" panose="020B0503020203020204" pitchFamily="34" charset="0"/>
              </a:defRPr>
            </a:lvl1pPr>
            <a:lvl2pPr marL="1371600" indent="-457200">
              <a:buClr>
                <a:schemeClr val="tx2"/>
              </a:buClr>
              <a:buFont typeface="NVIDIA Sans" panose="020B0503020203020204" pitchFamily="34" charset="0"/>
              <a:buChar char="•"/>
              <a:defRPr sz="4000">
                <a:solidFill>
                  <a:schemeClr val="bg1"/>
                </a:solidFill>
                <a:latin typeface="NVIDIA Sans" panose="020B0503020203020204" pitchFamily="34" charset="0"/>
                <a:cs typeface="NVIDIA Sans" panose="020B0503020203020204" pitchFamily="34" charset="0"/>
              </a:defRPr>
            </a:lvl2pPr>
            <a:lvl3pPr marL="2286000" indent="-457200">
              <a:buClr>
                <a:schemeClr val="tx2"/>
              </a:buClr>
              <a:buFont typeface="NVIDIA Sans" panose="020B0503020203020204" pitchFamily="34" charset="0"/>
              <a:buChar char="•"/>
              <a:defRPr sz="3600">
                <a:solidFill>
                  <a:schemeClr val="bg1"/>
                </a:solidFill>
                <a:latin typeface="NVIDIA Sans" panose="020B0503020203020204" pitchFamily="34" charset="0"/>
                <a:cs typeface="NVIDIA Sans" panose="020B0503020203020204" pitchFamily="34" charset="0"/>
              </a:defRPr>
            </a:lvl3pPr>
            <a:lvl4pPr marL="3200400" indent="-457200">
              <a:buClr>
                <a:schemeClr val="tx2"/>
              </a:buClr>
              <a:buFont typeface="NVIDIA Sans" panose="020B0503020203020204" pitchFamily="34" charset="0"/>
              <a:buChar char="•"/>
              <a:defRPr sz="3200">
                <a:solidFill>
                  <a:schemeClr val="bg1"/>
                </a:solidFill>
                <a:latin typeface="NVIDIA Sans" panose="020B0503020203020204" pitchFamily="34" charset="0"/>
                <a:cs typeface="NVIDIA Sans" panose="020B0503020203020204" pitchFamily="34" charset="0"/>
              </a:defRPr>
            </a:lvl4pPr>
            <a:lvl5pPr marL="4054475" indent="-396875">
              <a:buClr>
                <a:schemeClr val="tx2"/>
              </a:buClr>
              <a:buFont typeface="NVIDIA Sans" panose="020B0503020203020204" pitchFamily="34" charset="0"/>
              <a:buChar char="•"/>
              <a:defRPr sz="2800">
                <a:solidFill>
                  <a:schemeClr val="bg1"/>
                </a:solidFill>
                <a:latin typeface="NVIDIA Sans" panose="020B0503020203020204" pitchFamily="34" charset="0"/>
                <a:cs typeface="NVIDIA Sans" panose="020B0503020203020204" pitchFamily="34" charset="0"/>
              </a:defRPr>
            </a:lvl5pPr>
          </a:lstStyle>
          <a:p>
            <a:pPr lvl="0"/>
            <a:r>
              <a:rPr lang="en-US" dirty="0"/>
              <a:t>Click to edit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13" name="Content Placeholder 2">
            <a:extLst>
              <a:ext uri="{FF2B5EF4-FFF2-40B4-BE49-F238E27FC236}">
                <a16:creationId xmlns:a16="http://schemas.microsoft.com/office/drawing/2014/main" id="{587F3906-FA1F-F5DB-AEEC-275E973390EF}"/>
              </a:ext>
            </a:extLst>
          </p:cNvPr>
          <p:cNvSpPr>
            <a:spLocks noGrp="1"/>
          </p:cNvSpPr>
          <p:nvPr>
            <p:ph idx="12" hasCustomPrompt="1"/>
          </p:nvPr>
        </p:nvSpPr>
        <p:spPr>
          <a:xfrm>
            <a:off x="18845785" y="4846320"/>
            <a:ext cx="15215615" cy="13651992"/>
          </a:xfrm>
          <a:prstGeom prst="rect">
            <a:avLst/>
          </a:prstGeom>
        </p:spPr>
        <p:txBody>
          <a:bodyPr/>
          <a:lstStyle>
            <a:lvl1pPr marL="457200" indent="-457200">
              <a:buClr>
                <a:schemeClr val="tx2"/>
              </a:buClr>
              <a:buFont typeface="NVIDIA Sans" panose="020B0503020203020204" pitchFamily="34" charset="0"/>
              <a:buChar char="•"/>
              <a:defRPr sz="4400">
                <a:solidFill>
                  <a:schemeClr val="bg1"/>
                </a:solidFill>
                <a:latin typeface="NVIDIA Sans" panose="020B0503020203020204" pitchFamily="34" charset="0"/>
                <a:cs typeface="NVIDIA Sans" panose="020B0503020203020204" pitchFamily="34" charset="0"/>
              </a:defRPr>
            </a:lvl1pPr>
            <a:lvl2pPr marL="1371600" indent="-457200">
              <a:buClr>
                <a:schemeClr val="tx2"/>
              </a:buClr>
              <a:buFont typeface="NVIDIA Sans" panose="020B0503020203020204" pitchFamily="34" charset="0"/>
              <a:buChar char="•"/>
              <a:defRPr sz="4000">
                <a:solidFill>
                  <a:schemeClr val="bg1"/>
                </a:solidFill>
                <a:latin typeface="NVIDIA Sans" panose="020B0503020203020204" pitchFamily="34" charset="0"/>
                <a:cs typeface="NVIDIA Sans" panose="020B0503020203020204" pitchFamily="34" charset="0"/>
              </a:defRPr>
            </a:lvl2pPr>
            <a:lvl3pPr marL="2286000" indent="-457200">
              <a:buClr>
                <a:schemeClr val="tx2"/>
              </a:buClr>
              <a:buFont typeface="NVIDIA Sans" panose="020B0503020203020204" pitchFamily="34" charset="0"/>
              <a:buChar char="•"/>
              <a:defRPr sz="3600">
                <a:solidFill>
                  <a:schemeClr val="bg1"/>
                </a:solidFill>
                <a:latin typeface="NVIDIA Sans" panose="020B0503020203020204" pitchFamily="34" charset="0"/>
                <a:cs typeface="NVIDIA Sans" panose="020B0503020203020204" pitchFamily="34" charset="0"/>
              </a:defRPr>
            </a:lvl3pPr>
            <a:lvl4pPr marL="3200400" indent="-457200">
              <a:buClr>
                <a:schemeClr val="tx2"/>
              </a:buClr>
              <a:buFont typeface="NVIDIA Sans" panose="020B0503020203020204" pitchFamily="34" charset="0"/>
              <a:buChar char="•"/>
              <a:defRPr sz="3200">
                <a:solidFill>
                  <a:schemeClr val="bg1"/>
                </a:solidFill>
                <a:latin typeface="NVIDIA Sans" panose="020B0503020203020204" pitchFamily="34" charset="0"/>
                <a:cs typeface="NVIDIA Sans" panose="020B0503020203020204" pitchFamily="34" charset="0"/>
              </a:defRPr>
            </a:lvl4pPr>
            <a:lvl5pPr marL="4054475" indent="-396875">
              <a:buClr>
                <a:schemeClr val="tx2"/>
              </a:buClr>
              <a:buFont typeface="NVIDIA Sans" panose="020B0503020203020204" pitchFamily="34" charset="0"/>
              <a:buChar char="•"/>
              <a:defRPr sz="2800">
                <a:solidFill>
                  <a:schemeClr val="bg1"/>
                </a:solidFill>
                <a:latin typeface="NVIDIA Sans" panose="020B0503020203020204" pitchFamily="34" charset="0"/>
                <a:cs typeface="NVIDIA Sans" panose="020B0503020203020204" pitchFamily="34" charset="0"/>
              </a:defRPr>
            </a:lvl5pPr>
          </a:lstStyle>
          <a:p>
            <a:pPr lvl="0"/>
            <a:r>
              <a:rPr lang="en-US" dirty="0"/>
              <a:t>Click to edit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</p:spTree>
    <p:extLst>
      <p:ext uri="{BB962C8B-B14F-4D97-AF65-F5344CB8AC3E}">
        <p14:creationId xmlns:p14="http://schemas.microsoft.com/office/powerpoint/2010/main" val="1828003709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10"/>
    </mc:Choice>
    <mc:Fallback xmlns:a16="http://schemas.microsoft.com/office/drawing/2014/main" xmlns="">
      <p:transition/>
    </mc:Fallback>
  </mc:AlternateContent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CONFIDENTIAL_Two Colum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Title 1">
            <a:extLst>
              <a:ext uri="{FF2B5EF4-FFF2-40B4-BE49-F238E27FC236}">
                <a16:creationId xmlns:a16="http://schemas.microsoft.com/office/drawing/2014/main" id="{402BC1FA-1DB5-2C7E-04B8-FED750886E98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2514600" y="0"/>
            <a:ext cx="31546800" cy="2514601"/>
          </a:xfrm>
        </p:spPr>
        <p:txBody>
          <a:bodyPr/>
          <a:lstStyle>
            <a:lvl1pPr>
              <a:defRPr sz="7200" b="1" cap="none">
                <a:latin typeface="NVIDIA Sans" panose="020B0503020203020204" pitchFamily="34" charset="0"/>
                <a:cs typeface="NVIDIA Sans" panose="020B0503020203020204" pitchFamily="34" charset="0"/>
              </a:defRPr>
            </a:lvl1pPr>
          </a:lstStyle>
          <a:p>
            <a:r>
              <a:rPr lang="en-US" dirty="0"/>
              <a:t>Click To Add Title</a:t>
            </a:r>
          </a:p>
        </p:txBody>
      </p:sp>
      <p:sp>
        <p:nvSpPr>
          <p:cNvPr id="11" name="Text Placeholder 7">
            <a:extLst>
              <a:ext uri="{FF2B5EF4-FFF2-40B4-BE49-F238E27FC236}">
                <a16:creationId xmlns:a16="http://schemas.microsoft.com/office/drawing/2014/main" id="{A2AEF98B-5FB8-3A4F-796B-DD99AF3F272A}"/>
              </a:ext>
            </a:extLst>
          </p:cNvPr>
          <p:cNvSpPr>
            <a:spLocks noGrp="1"/>
          </p:cNvSpPr>
          <p:nvPr>
            <p:ph type="body" sz="quarter" idx="10" hasCustomPrompt="1"/>
          </p:nvPr>
        </p:nvSpPr>
        <p:spPr>
          <a:xfrm>
            <a:off x="2514600" y="2487168"/>
            <a:ext cx="31546800" cy="1408176"/>
          </a:xfrm>
          <a:prstGeom prst="rect">
            <a:avLst/>
          </a:prstGeom>
        </p:spPr>
        <p:txBody>
          <a:bodyPr/>
          <a:lstStyle>
            <a:lvl1pPr marL="0" indent="0" algn="ctr">
              <a:spcBef>
                <a:spcPts val="0"/>
              </a:spcBef>
              <a:buFontTx/>
              <a:buNone/>
              <a:defRPr sz="4800">
                <a:solidFill>
                  <a:schemeClr val="tx2"/>
                </a:solidFill>
                <a:latin typeface="NVIDIA Sans" panose="020B0503020203020204" pitchFamily="34" charset="0"/>
                <a:cs typeface="NVIDIA Sans" panose="020B0503020203020204" pitchFamily="34" charset="0"/>
              </a:defRPr>
            </a:lvl1pPr>
            <a:lvl2pPr marL="1371600" indent="0" algn="ctr">
              <a:buFontTx/>
              <a:buNone/>
              <a:defRPr sz="4400">
                <a:latin typeface="NVIDIA Sans" panose="020B0503020203020204" pitchFamily="34" charset="0"/>
              </a:defRPr>
            </a:lvl2pPr>
            <a:lvl3pPr marL="2743200" indent="0" algn="ctr">
              <a:buFontTx/>
              <a:buNone/>
              <a:defRPr sz="4400">
                <a:latin typeface="NVIDIA Sans" panose="020B0503020203020204" pitchFamily="34" charset="0"/>
              </a:defRPr>
            </a:lvl3pPr>
            <a:lvl4pPr marL="4114800" indent="0" algn="ctr">
              <a:buFontTx/>
              <a:buNone/>
              <a:defRPr sz="4400">
                <a:latin typeface="NVIDIA Sans" panose="020B0503020203020204" pitchFamily="34" charset="0"/>
              </a:defRPr>
            </a:lvl4pPr>
            <a:lvl5pPr marL="5486400" indent="0" algn="ctr">
              <a:buFontTx/>
              <a:buNone/>
              <a:defRPr sz="4400">
                <a:latin typeface="NVIDIA Sans" panose="020B0503020203020204" pitchFamily="34" charset="0"/>
              </a:defRPr>
            </a:lvl5pPr>
          </a:lstStyle>
          <a:p>
            <a:pPr lvl="0"/>
            <a:r>
              <a:rPr lang="en-US" dirty="0"/>
              <a:t>Click to add subtitle</a:t>
            </a:r>
          </a:p>
        </p:txBody>
      </p:sp>
      <p:sp>
        <p:nvSpPr>
          <p:cNvPr id="12" name="Content Placeholder 2">
            <a:extLst>
              <a:ext uri="{FF2B5EF4-FFF2-40B4-BE49-F238E27FC236}">
                <a16:creationId xmlns:a16="http://schemas.microsoft.com/office/drawing/2014/main" id="{8251F2F2-6278-B4DF-1110-A1875E182B4B}"/>
              </a:ext>
            </a:extLst>
          </p:cNvPr>
          <p:cNvSpPr>
            <a:spLocks noGrp="1"/>
          </p:cNvSpPr>
          <p:nvPr>
            <p:ph idx="1" hasCustomPrompt="1"/>
          </p:nvPr>
        </p:nvSpPr>
        <p:spPr>
          <a:xfrm>
            <a:off x="2514600" y="4846320"/>
            <a:ext cx="15215615" cy="13651992"/>
          </a:xfrm>
          <a:prstGeom prst="rect">
            <a:avLst/>
          </a:prstGeom>
        </p:spPr>
        <p:txBody>
          <a:bodyPr/>
          <a:lstStyle>
            <a:lvl1pPr marL="457200" indent="-457200">
              <a:buClr>
                <a:schemeClr val="tx2"/>
              </a:buClr>
              <a:buFont typeface="NVIDIA Sans" panose="020B0503020203020204" pitchFamily="34" charset="0"/>
              <a:buChar char="•"/>
              <a:defRPr sz="4400">
                <a:solidFill>
                  <a:schemeClr val="bg1"/>
                </a:solidFill>
                <a:latin typeface="NVIDIA Sans" panose="020B0503020203020204" pitchFamily="34" charset="0"/>
                <a:cs typeface="NVIDIA Sans" panose="020B0503020203020204" pitchFamily="34" charset="0"/>
              </a:defRPr>
            </a:lvl1pPr>
            <a:lvl2pPr marL="1371600" indent="-457200">
              <a:buClr>
                <a:schemeClr val="tx2"/>
              </a:buClr>
              <a:buFont typeface="NVIDIA Sans" panose="020B0503020203020204" pitchFamily="34" charset="0"/>
              <a:buChar char="•"/>
              <a:defRPr sz="4000">
                <a:solidFill>
                  <a:schemeClr val="bg1"/>
                </a:solidFill>
                <a:latin typeface="NVIDIA Sans" panose="020B0503020203020204" pitchFamily="34" charset="0"/>
                <a:cs typeface="NVIDIA Sans" panose="020B0503020203020204" pitchFamily="34" charset="0"/>
              </a:defRPr>
            </a:lvl2pPr>
            <a:lvl3pPr marL="2286000" indent="-457200">
              <a:buClr>
                <a:schemeClr val="tx2"/>
              </a:buClr>
              <a:buFont typeface="NVIDIA Sans" panose="020B0503020203020204" pitchFamily="34" charset="0"/>
              <a:buChar char="•"/>
              <a:defRPr sz="3600">
                <a:solidFill>
                  <a:schemeClr val="bg1"/>
                </a:solidFill>
                <a:latin typeface="NVIDIA Sans" panose="020B0503020203020204" pitchFamily="34" charset="0"/>
                <a:cs typeface="NVIDIA Sans" panose="020B0503020203020204" pitchFamily="34" charset="0"/>
              </a:defRPr>
            </a:lvl3pPr>
            <a:lvl4pPr marL="3200400" indent="-457200">
              <a:buClr>
                <a:schemeClr val="tx2"/>
              </a:buClr>
              <a:buFont typeface="NVIDIA Sans" panose="020B0503020203020204" pitchFamily="34" charset="0"/>
              <a:buChar char="•"/>
              <a:defRPr sz="3200">
                <a:solidFill>
                  <a:schemeClr val="bg1"/>
                </a:solidFill>
                <a:latin typeface="NVIDIA Sans" panose="020B0503020203020204" pitchFamily="34" charset="0"/>
                <a:cs typeface="NVIDIA Sans" panose="020B0503020203020204" pitchFamily="34" charset="0"/>
              </a:defRPr>
            </a:lvl4pPr>
            <a:lvl5pPr marL="4054475" indent="-396875">
              <a:buClr>
                <a:schemeClr val="tx2"/>
              </a:buClr>
              <a:buFont typeface="NVIDIA Sans" panose="020B0503020203020204" pitchFamily="34" charset="0"/>
              <a:buChar char="•"/>
              <a:defRPr sz="2800">
                <a:solidFill>
                  <a:schemeClr val="bg1"/>
                </a:solidFill>
                <a:latin typeface="NVIDIA Sans" panose="020B0503020203020204" pitchFamily="34" charset="0"/>
                <a:cs typeface="NVIDIA Sans" panose="020B0503020203020204" pitchFamily="34" charset="0"/>
              </a:defRPr>
            </a:lvl5pPr>
          </a:lstStyle>
          <a:p>
            <a:pPr lvl="0"/>
            <a:r>
              <a:rPr lang="en-US" dirty="0"/>
              <a:t>Click to edit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13" name="Content Placeholder 2">
            <a:extLst>
              <a:ext uri="{FF2B5EF4-FFF2-40B4-BE49-F238E27FC236}">
                <a16:creationId xmlns:a16="http://schemas.microsoft.com/office/drawing/2014/main" id="{7B4011BA-8847-33A7-3882-701220150547}"/>
              </a:ext>
            </a:extLst>
          </p:cNvPr>
          <p:cNvSpPr>
            <a:spLocks noGrp="1"/>
          </p:cNvSpPr>
          <p:nvPr>
            <p:ph idx="12" hasCustomPrompt="1"/>
          </p:nvPr>
        </p:nvSpPr>
        <p:spPr>
          <a:xfrm>
            <a:off x="18845785" y="4846320"/>
            <a:ext cx="15215615" cy="13651992"/>
          </a:xfrm>
          <a:prstGeom prst="rect">
            <a:avLst/>
          </a:prstGeom>
        </p:spPr>
        <p:txBody>
          <a:bodyPr/>
          <a:lstStyle>
            <a:lvl1pPr marL="457200" indent="-457200">
              <a:buClr>
                <a:schemeClr val="tx2"/>
              </a:buClr>
              <a:buFont typeface="NVIDIA Sans" panose="020B0503020203020204" pitchFamily="34" charset="0"/>
              <a:buChar char="•"/>
              <a:defRPr sz="4400">
                <a:solidFill>
                  <a:schemeClr val="bg1"/>
                </a:solidFill>
                <a:latin typeface="NVIDIA Sans" panose="020B0503020203020204" pitchFamily="34" charset="0"/>
                <a:cs typeface="NVIDIA Sans" panose="020B0503020203020204" pitchFamily="34" charset="0"/>
              </a:defRPr>
            </a:lvl1pPr>
            <a:lvl2pPr marL="1371600" indent="-457200">
              <a:buClr>
                <a:schemeClr val="tx2"/>
              </a:buClr>
              <a:buFont typeface="NVIDIA Sans" panose="020B0503020203020204" pitchFamily="34" charset="0"/>
              <a:buChar char="•"/>
              <a:defRPr sz="4000">
                <a:solidFill>
                  <a:schemeClr val="bg1"/>
                </a:solidFill>
                <a:latin typeface="NVIDIA Sans" panose="020B0503020203020204" pitchFamily="34" charset="0"/>
                <a:cs typeface="NVIDIA Sans" panose="020B0503020203020204" pitchFamily="34" charset="0"/>
              </a:defRPr>
            </a:lvl2pPr>
            <a:lvl3pPr marL="2286000" indent="-457200">
              <a:buClr>
                <a:schemeClr val="tx2"/>
              </a:buClr>
              <a:buFont typeface="NVIDIA Sans" panose="020B0503020203020204" pitchFamily="34" charset="0"/>
              <a:buChar char="•"/>
              <a:defRPr sz="3600">
                <a:solidFill>
                  <a:schemeClr val="bg1"/>
                </a:solidFill>
                <a:latin typeface="NVIDIA Sans" panose="020B0503020203020204" pitchFamily="34" charset="0"/>
                <a:cs typeface="NVIDIA Sans" panose="020B0503020203020204" pitchFamily="34" charset="0"/>
              </a:defRPr>
            </a:lvl3pPr>
            <a:lvl4pPr marL="3200400" indent="-457200">
              <a:buClr>
                <a:schemeClr val="tx2"/>
              </a:buClr>
              <a:buFont typeface="NVIDIA Sans" panose="020B0503020203020204" pitchFamily="34" charset="0"/>
              <a:buChar char="•"/>
              <a:defRPr sz="3200">
                <a:solidFill>
                  <a:schemeClr val="bg1"/>
                </a:solidFill>
                <a:latin typeface="NVIDIA Sans" panose="020B0503020203020204" pitchFamily="34" charset="0"/>
                <a:cs typeface="NVIDIA Sans" panose="020B0503020203020204" pitchFamily="34" charset="0"/>
              </a:defRPr>
            </a:lvl4pPr>
            <a:lvl5pPr marL="4054475" indent="-396875">
              <a:buClr>
                <a:schemeClr val="tx2"/>
              </a:buClr>
              <a:buFont typeface="NVIDIA Sans" panose="020B0503020203020204" pitchFamily="34" charset="0"/>
              <a:buChar char="•"/>
              <a:defRPr sz="2800">
                <a:solidFill>
                  <a:schemeClr val="bg1"/>
                </a:solidFill>
                <a:latin typeface="NVIDIA Sans" panose="020B0503020203020204" pitchFamily="34" charset="0"/>
                <a:cs typeface="NVIDIA Sans" panose="020B0503020203020204" pitchFamily="34" charset="0"/>
              </a:defRPr>
            </a:lvl5pPr>
          </a:lstStyle>
          <a:p>
            <a:pPr lvl="0"/>
            <a:r>
              <a:rPr lang="en-US" dirty="0"/>
              <a:t>Click to edit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14" name="TextBox 13">
            <a:extLst>
              <a:ext uri="{FF2B5EF4-FFF2-40B4-BE49-F238E27FC236}">
                <a16:creationId xmlns:a16="http://schemas.microsoft.com/office/drawing/2014/main" id="{4CB4AC74-E8E5-AA23-89B3-FDB8D3DEFA54}"/>
              </a:ext>
            </a:extLst>
          </p:cNvPr>
          <p:cNvSpPr txBox="1"/>
          <p:nvPr userDrawn="1"/>
        </p:nvSpPr>
        <p:spPr>
          <a:xfrm>
            <a:off x="708485" y="19635786"/>
            <a:ext cx="6504666" cy="446276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2300" dirty="0">
                <a:solidFill>
                  <a:schemeClr val="bg1"/>
                </a:solidFill>
                <a:latin typeface="NVIDIA Sans Medium" panose="020B0603020203020204" pitchFamily="34" charset="0"/>
                <a:cs typeface="NVIDIA Sans Medium" panose="020B0603020203020204" pitchFamily="34" charset="0"/>
              </a:rPr>
              <a:t>NVIDIA CONFIDENTIAL. DO NOT DISTRIBUTE.</a:t>
            </a:r>
          </a:p>
        </p:txBody>
      </p:sp>
    </p:spTree>
    <p:extLst>
      <p:ext uri="{BB962C8B-B14F-4D97-AF65-F5344CB8AC3E}">
        <p14:creationId xmlns:p14="http://schemas.microsoft.com/office/powerpoint/2010/main" val="2969517273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10"/>
    </mc:Choice>
    <mc:Fallback xmlns:a16="http://schemas.microsoft.com/office/drawing/2014/main" xmlns="">
      <p:transition/>
    </mc:Fallback>
  </mc:AlternateContent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Image Left - Text Righ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" name="Picture Placeholder 5">
            <a:extLst>
              <a:ext uri="{FF2B5EF4-FFF2-40B4-BE49-F238E27FC236}">
                <a16:creationId xmlns:a16="http://schemas.microsoft.com/office/drawing/2014/main" id="{9ECDE791-270C-BF8C-81C1-76A0831C1A19}"/>
              </a:ext>
            </a:extLst>
          </p:cNvPr>
          <p:cNvSpPr>
            <a:spLocks noGrp="1"/>
          </p:cNvSpPr>
          <p:nvPr>
            <p:ph type="pic" sz="quarter" idx="12"/>
          </p:nvPr>
        </p:nvSpPr>
        <p:spPr>
          <a:xfrm>
            <a:off x="0" y="0"/>
            <a:ext cx="16413163" cy="20574000"/>
          </a:xfrm>
          <a:prstGeom prst="rect">
            <a:avLst/>
          </a:prstGeom>
          <a:solidFill>
            <a:schemeClr val="tx1">
              <a:lumMod val="95000"/>
              <a:alpha val="61000"/>
            </a:schemeClr>
          </a:solidFill>
          <a:ln w="9525">
            <a:solidFill>
              <a:schemeClr val="accent5"/>
            </a:solidFill>
          </a:ln>
        </p:spPr>
        <p:txBody>
          <a:bodyPr tIns="2194560" anchor="ctr"/>
          <a:lstStyle>
            <a:lvl1pPr marL="0" indent="0" algn="ctr">
              <a:buFontTx/>
              <a:buNone/>
              <a:defRPr lang="en-US" sz="4000">
                <a:solidFill>
                  <a:schemeClr val="bg1"/>
                </a:solidFill>
                <a:latin typeface="NVIDIA Sans" panose="020B0503020203020204" pitchFamily="34" charset="0"/>
              </a:defRPr>
            </a:lvl1pPr>
          </a:lstStyle>
          <a:p>
            <a:pPr marL="685800" lvl="0" indent="-685800" algn="ctr"/>
            <a:r>
              <a:rPr lang="en-US"/>
              <a:t>Click icon to add picture</a:t>
            </a:r>
          </a:p>
        </p:txBody>
      </p:sp>
      <p:sp>
        <p:nvSpPr>
          <p:cNvPr id="14" name="Title 1">
            <a:extLst>
              <a:ext uri="{FF2B5EF4-FFF2-40B4-BE49-F238E27FC236}">
                <a16:creationId xmlns:a16="http://schemas.microsoft.com/office/drawing/2014/main" id="{B145783C-AD8B-1C6E-6189-2C6A7ED49ED5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19129248" y="302065"/>
            <a:ext cx="14639544" cy="3365695"/>
          </a:xfrm>
        </p:spPr>
        <p:txBody>
          <a:bodyPr>
            <a:normAutofit/>
          </a:bodyPr>
          <a:lstStyle>
            <a:lvl1pPr algn="l">
              <a:spcBef>
                <a:spcPts val="600"/>
              </a:spcBef>
              <a:spcAft>
                <a:spcPts val="600"/>
              </a:spcAft>
              <a:defRPr sz="7200" b="1" cap="none">
                <a:latin typeface="NVIDIA Sans" panose="020B0503020203020204" pitchFamily="34" charset="0"/>
                <a:cs typeface="NVIDIA Sans" panose="020B0503020203020204" pitchFamily="34" charset="0"/>
              </a:defRPr>
            </a:lvl1pPr>
          </a:lstStyle>
          <a:p>
            <a:r>
              <a:rPr lang="en-US" dirty="0"/>
              <a:t>Click To Add Title</a:t>
            </a:r>
          </a:p>
        </p:txBody>
      </p:sp>
      <p:sp>
        <p:nvSpPr>
          <p:cNvPr id="15" name="Content Placeholder 2">
            <a:extLst>
              <a:ext uri="{FF2B5EF4-FFF2-40B4-BE49-F238E27FC236}">
                <a16:creationId xmlns:a16="http://schemas.microsoft.com/office/drawing/2014/main" id="{27C7C90A-73D6-E171-33CA-4E89BA293C60}"/>
              </a:ext>
            </a:extLst>
          </p:cNvPr>
          <p:cNvSpPr>
            <a:spLocks noGrp="1"/>
          </p:cNvSpPr>
          <p:nvPr>
            <p:ph idx="1" hasCustomPrompt="1"/>
          </p:nvPr>
        </p:nvSpPr>
        <p:spPr>
          <a:xfrm>
            <a:off x="19129248" y="6988192"/>
            <a:ext cx="14639544" cy="11345523"/>
          </a:xfrm>
          <a:prstGeom prst="rect">
            <a:avLst/>
          </a:prstGeom>
        </p:spPr>
        <p:txBody>
          <a:bodyPr/>
          <a:lstStyle>
            <a:lvl1pPr marL="457200" indent="-457200">
              <a:buClr>
                <a:schemeClr val="tx2"/>
              </a:buClr>
              <a:buFont typeface="NVIDIA Sans" panose="020B0503020203020204" pitchFamily="34" charset="0"/>
              <a:buChar char="•"/>
              <a:defRPr sz="4400">
                <a:solidFill>
                  <a:schemeClr val="bg1"/>
                </a:solidFill>
                <a:latin typeface="NVIDIA Sans" panose="020B0503020203020204" pitchFamily="34" charset="0"/>
                <a:cs typeface="NVIDIA Sans" panose="020B0503020203020204" pitchFamily="34" charset="0"/>
              </a:defRPr>
            </a:lvl1pPr>
            <a:lvl2pPr marL="1371600" indent="-457200">
              <a:buClr>
                <a:schemeClr val="tx2"/>
              </a:buClr>
              <a:buFont typeface="NVIDIA Sans" panose="020B0503020203020204" pitchFamily="34" charset="0"/>
              <a:buChar char="•"/>
              <a:defRPr sz="4000">
                <a:solidFill>
                  <a:schemeClr val="bg1"/>
                </a:solidFill>
                <a:latin typeface="NVIDIA Sans" panose="020B0503020203020204" pitchFamily="34" charset="0"/>
                <a:cs typeface="NVIDIA Sans" panose="020B0503020203020204" pitchFamily="34" charset="0"/>
              </a:defRPr>
            </a:lvl2pPr>
            <a:lvl3pPr marL="2286000" indent="-457200">
              <a:buClr>
                <a:schemeClr val="tx2"/>
              </a:buClr>
              <a:buFont typeface="NVIDIA Sans" panose="020B0503020203020204" pitchFamily="34" charset="0"/>
              <a:buChar char="•"/>
              <a:defRPr sz="3600">
                <a:solidFill>
                  <a:schemeClr val="bg1"/>
                </a:solidFill>
                <a:latin typeface="NVIDIA Sans" panose="020B0503020203020204" pitchFamily="34" charset="0"/>
                <a:cs typeface="NVIDIA Sans" panose="020B0503020203020204" pitchFamily="34" charset="0"/>
              </a:defRPr>
            </a:lvl3pPr>
            <a:lvl4pPr marL="3200400" indent="-457200">
              <a:buClr>
                <a:schemeClr val="tx2"/>
              </a:buClr>
              <a:buFont typeface="NVIDIA Sans" panose="020B0503020203020204" pitchFamily="34" charset="0"/>
              <a:buChar char="•"/>
              <a:defRPr sz="3200">
                <a:solidFill>
                  <a:schemeClr val="bg1"/>
                </a:solidFill>
                <a:latin typeface="NVIDIA Sans" panose="020B0503020203020204" pitchFamily="34" charset="0"/>
                <a:cs typeface="NVIDIA Sans" panose="020B0503020203020204" pitchFamily="34" charset="0"/>
              </a:defRPr>
            </a:lvl4pPr>
            <a:lvl5pPr marL="4054475" indent="-396875">
              <a:buClr>
                <a:schemeClr val="tx2"/>
              </a:buClr>
              <a:buFont typeface="NVIDIA Sans" panose="020B0503020203020204" pitchFamily="34" charset="0"/>
              <a:buChar char="•"/>
              <a:defRPr sz="2800">
                <a:solidFill>
                  <a:schemeClr val="bg1"/>
                </a:solidFill>
                <a:latin typeface="NVIDIA Sans" panose="020B0503020203020204" pitchFamily="34" charset="0"/>
                <a:cs typeface="NVIDIA Sans" panose="020B0503020203020204" pitchFamily="34" charset="0"/>
              </a:defRPr>
            </a:lvl5pPr>
          </a:lstStyle>
          <a:p>
            <a:pPr lvl="0"/>
            <a:r>
              <a:rPr lang="en-US" dirty="0"/>
              <a:t>Click to edit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16" name="Text Placeholder 7">
            <a:extLst>
              <a:ext uri="{FF2B5EF4-FFF2-40B4-BE49-F238E27FC236}">
                <a16:creationId xmlns:a16="http://schemas.microsoft.com/office/drawing/2014/main" id="{293474C4-48DE-3777-A7E6-66A14FC6BB37}"/>
              </a:ext>
            </a:extLst>
          </p:cNvPr>
          <p:cNvSpPr>
            <a:spLocks noGrp="1"/>
          </p:cNvSpPr>
          <p:nvPr>
            <p:ph type="body" sz="quarter" idx="10" hasCustomPrompt="1"/>
          </p:nvPr>
        </p:nvSpPr>
        <p:spPr>
          <a:xfrm>
            <a:off x="19129248" y="3731768"/>
            <a:ext cx="14639544" cy="1408176"/>
          </a:xfrm>
          <a:prstGeom prst="rect">
            <a:avLst/>
          </a:prstGeom>
        </p:spPr>
        <p:txBody>
          <a:bodyPr/>
          <a:lstStyle>
            <a:lvl1pPr marL="0" indent="0" algn="l">
              <a:spcBef>
                <a:spcPts val="600"/>
              </a:spcBef>
              <a:spcAft>
                <a:spcPts val="600"/>
              </a:spcAft>
              <a:buFontTx/>
              <a:buNone/>
              <a:defRPr sz="4800">
                <a:solidFill>
                  <a:schemeClr val="tx2"/>
                </a:solidFill>
                <a:latin typeface="NVIDIA Sans" panose="020B0503020203020204" pitchFamily="34" charset="0"/>
                <a:cs typeface="NVIDIA Sans" panose="020B0503020203020204" pitchFamily="34" charset="0"/>
              </a:defRPr>
            </a:lvl1pPr>
            <a:lvl2pPr marL="1371600" indent="0" algn="ctr">
              <a:buFontTx/>
              <a:buNone/>
              <a:defRPr sz="4400">
                <a:latin typeface="NVIDIA Sans" panose="020B0503020203020204" pitchFamily="34" charset="0"/>
              </a:defRPr>
            </a:lvl2pPr>
            <a:lvl3pPr marL="2743200" indent="0" algn="ctr">
              <a:buFontTx/>
              <a:buNone/>
              <a:defRPr sz="4400">
                <a:latin typeface="NVIDIA Sans" panose="020B0503020203020204" pitchFamily="34" charset="0"/>
              </a:defRPr>
            </a:lvl3pPr>
            <a:lvl4pPr marL="4114800" indent="0" algn="ctr">
              <a:buFontTx/>
              <a:buNone/>
              <a:defRPr sz="4400">
                <a:latin typeface="NVIDIA Sans" panose="020B0503020203020204" pitchFamily="34" charset="0"/>
              </a:defRPr>
            </a:lvl4pPr>
            <a:lvl5pPr marL="5486400" indent="0" algn="ctr">
              <a:buFontTx/>
              <a:buNone/>
              <a:defRPr sz="4400">
                <a:latin typeface="NVIDIA Sans" panose="020B0503020203020204" pitchFamily="34" charset="0"/>
              </a:defRPr>
            </a:lvl5pPr>
          </a:lstStyle>
          <a:p>
            <a:pPr lvl="0"/>
            <a:r>
              <a:rPr lang="en-US" dirty="0"/>
              <a:t>Click to edit text styles</a:t>
            </a:r>
          </a:p>
        </p:txBody>
      </p:sp>
      <p:cxnSp>
        <p:nvCxnSpPr>
          <p:cNvPr id="17" name="Straight Connector 16">
            <a:extLst>
              <a:ext uri="{FF2B5EF4-FFF2-40B4-BE49-F238E27FC236}">
                <a16:creationId xmlns:a16="http://schemas.microsoft.com/office/drawing/2014/main" id="{71FA87B4-E089-FC07-89C2-EA0620853B79}"/>
              </a:ext>
            </a:extLst>
          </p:cNvPr>
          <p:cNvCxnSpPr>
            <a:cxnSpLocks/>
          </p:cNvCxnSpPr>
          <p:nvPr userDrawn="1"/>
        </p:nvCxnSpPr>
        <p:spPr>
          <a:xfrm>
            <a:off x="16413162" y="5693228"/>
            <a:ext cx="17282478" cy="0"/>
          </a:xfrm>
          <a:prstGeom prst="line">
            <a:avLst/>
          </a:prstGeom>
          <a:ln w="31750">
            <a:solidFill>
              <a:schemeClr val="accent5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2604941307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10"/>
    </mc:Choice>
    <mc:Fallback xmlns:a16="http://schemas.microsoft.com/office/drawing/2014/main" xmlns="">
      <p:transition/>
    </mc:Fallback>
  </mc:AlternateContent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Image Left - Text Right NO SUBTITL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Content Placeholder 2">
            <a:extLst>
              <a:ext uri="{FF2B5EF4-FFF2-40B4-BE49-F238E27FC236}">
                <a16:creationId xmlns:a16="http://schemas.microsoft.com/office/drawing/2014/main" id="{0F02E9B9-4BF5-6080-A68D-577B3CFA3984}"/>
              </a:ext>
            </a:extLst>
          </p:cNvPr>
          <p:cNvSpPr>
            <a:spLocks noGrp="1"/>
          </p:cNvSpPr>
          <p:nvPr>
            <p:ph idx="1" hasCustomPrompt="1"/>
          </p:nvPr>
        </p:nvSpPr>
        <p:spPr>
          <a:xfrm>
            <a:off x="19129248" y="6988192"/>
            <a:ext cx="14639544" cy="11345523"/>
          </a:xfrm>
          <a:prstGeom prst="rect">
            <a:avLst/>
          </a:prstGeom>
        </p:spPr>
        <p:txBody>
          <a:bodyPr/>
          <a:lstStyle>
            <a:lvl1pPr marL="457200" indent="-457200">
              <a:buClr>
                <a:schemeClr val="tx2"/>
              </a:buClr>
              <a:buFont typeface="NVIDIA Sans" panose="020B0503020203020204" pitchFamily="34" charset="0"/>
              <a:buChar char="•"/>
              <a:defRPr sz="4400">
                <a:solidFill>
                  <a:schemeClr val="bg1"/>
                </a:solidFill>
                <a:latin typeface="NVIDIA Sans" panose="020B0503020203020204" pitchFamily="34" charset="0"/>
                <a:cs typeface="NVIDIA Sans" panose="020B0503020203020204" pitchFamily="34" charset="0"/>
              </a:defRPr>
            </a:lvl1pPr>
            <a:lvl2pPr marL="1371600" indent="-457200">
              <a:buClr>
                <a:schemeClr val="tx2"/>
              </a:buClr>
              <a:buFont typeface="NVIDIA Sans" panose="020B0503020203020204" pitchFamily="34" charset="0"/>
              <a:buChar char="•"/>
              <a:defRPr sz="4000">
                <a:solidFill>
                  <a:schemeClr val="bg1"/>
                </a:solidFill>
                <a:latin typeface="NVIDIA Sans" panose="020B0503020203020204" pitchFamily="34" charset="0"/>
                <a:cs typeface="NVIDIA Sans" panose="020B0503020203020204" pitchFamily="34" charset="0"/>
              </a:defRPr>
            </a:lvl2pPr>
            <a:lvl3pPr marL="2286000" indent="-457200">
              <a:buClr>
                <a:schemeClr val="tx2"/>
              </a:buClr>
              <a:buFont typeface="NVIDIA Sans" panose="020B0503020203020204" pitchFamily="34" charset="0"/>
              <a:buChar char="•"/>
              <a:defRPr sz="3600">
                <a:solidFill>
                  <a:schemeClr val="bg1"/>
                </a:solidFill>
                <a:latin typeface="NVIDIA Sans" panose="020B0503020203020204" pitchFamily="34" charset="0"/>
                <a:cs typeface="NVIDIA Sans" panose="020B0503020203020204" pitchFamily="34" charset="0"/>
              </a:defRPr>
            </a:lvl3pPr>
            <a:lvl4pPr marL="3200400" indent="-457200">
              <a:buClr>
                <a:schemeClr val="tx2"/>
              </a:buClr>
              <a:buFont typeface="NVIDIA Sans" panose="020B0503020203020204" pitchFamily="34" charset="0"/>
              <a:buChar char="•"/>
              <a:defRPr sz="3200">
                <a:solidFill>
                  <a:schemeClr val="bg1"/>
                </a:solidFill>
                <a:latin typeface="NVIDIA Sans" panose="020B0503020203020204" pitchFamily="34" charset="0"/>
                <a:cs typeface="NVIDIA Sans" panose="020B0503020203020204" pitchFamily="34" charset="0"/>
              </a:defRPr>
            </a:lvl4pPr>
            <a:lvl5pPr marL="4054475" indent="-396875">
              <a:buClr>
                <a:schemeClr val="tx2"/>
              </a:buClr>
              <a:buFont typeface="NVIDIA Sans" panose="020B0503020203020204" pitchFamily="34" charset="0"/>
              <a:buChar char="•"/>
              <a:defRPr sz="2800">
                <a:solidFill>
                  <a:schemeClr val="bg1"/>
                </a:solidFill>
                <a:latin typeface="NVIDIA Sans" panose="020B0503020203020204" pitchFamily="34" charset="0"/>
                <a:cs typeface="NVIDIA Sans" panose="020B0503020203020204" pitchFamily="34" charset="0"/>
              </a:defRPr>
            </a:lvl5pPr>
          </a:lstStyle>
          <a:p>
            <a:pPr lvl="0"/>
            <a:r>
              <a:rPr lang="en-US" dirty="0"/>
              <a:t>Click to edit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cxnSp>
        <p:nvCxnSpPr>
          <p:cNvPr id="9" name="Straight Connector 8">
            <a:extLst>
              <a:ext uri="{FF2B5EF4-FFF2-40B4-BE49-F238E27FC236}">
                <a16:creationId xmlns:a16="http://schemas.microsoft.com/office/drawing/2014/main" id="{18D73545-7C20-075B-2C1C-DF7F4214DAD6}"/>
              </a:ext>
            </a:extLst>
          </p:cNvPr>
          <p:cNvCxnSpPr>
            <a:cxnSpLocks/>
          </p:cNvCxnSpPr>
          <p:nvPr userDrawn="1"/>
        </p:nvCxnSpPr>
        <p:spPr>
          <a:xfrm>
            <a:off x="16413162" y="5693228"/>
            <a:ext cx="17282478" cy="0"/>
          </a:xfrm>
          <a:prstGeom prst="line">
            <a:avLst/>
          </a:prstGeom>
          <a:ln w="31750">
            <a:solidFill>
              <a:schemeClr val="accent5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0" name="Title 1">
            <a:extLst>
              <a:ext uri="{FF2B5EF4-FFF2-40B4-BE49-F238E27FC236}">
                <a16:creationId xmlns:a16="http://schemas.microsoft.com/office/drawing/2014/main" id="{CA42E39E-F558-16B2-B1CE-93D204E3455A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19129248" y="1218776"/>
            <a:ext cx="14639544" cy="3365695"/>
          </a:xfrm>
        </p:spPr>
        <p:txBody>
          <a:bodyPr>
            <a:normAutofit/>
          </a:bodyPr>
          <a:lstStyle>
            <a:lvl1pPr algn="l">
              <a:spcBef>
                <a:spcPts val="600"/>
              </a:spcBef>
              <a:spcAft>
                <a:spcPts val="600"/>
              </a:spcAft>
              <a:defRPr sz="7200" b="1" cap="none">
                <a:latin typeface="NVIDIA Sans" panose="020B0503020203020204" pitchFamily="34" charset="0"/>
                <a:cs typeface="NVIDIA Sans" panose="020B0503020203020204" pitchFamily="34" charset="0"/>
              </a:defRPr>
            </a:lvl1pPr>
          </a:lstStyle>
          <a:p>
            <a:r>
              <a:rPr lang="en-US" dirty="0"/>
              <a:t>Click To Add Title</a:t>
            </a:r>
          </a:p>
        </p:txBody>
      </p:sp>
      <p:sp>
        <p:nvSpPr>
          <p:cNvPr id="6" name="Picture Placeholder 5">
            <a:extLst>
              <a:ext uri="{FF2B5EF4-FFF2-40B4-BE49-F238E27FC236}">
                <a16:creationId xmlns:a16="http://schemas.microsoft.com/office/drawing/2014/main" id="{E16075D2-4650-7EB1-4F7E-447F77C06521}"/>
              </a:ext>
            </a:extLst>
          </p:cNvPr>
          <p:cNvSpPr>
            <a:spLocks noGrp="1"/>
          </p:cNvSpPr>
          <p:nvPr>
            <p:ph type="pic" sz="quarter" idx="12"/>
          </p:nvPr>
        </p:nvSpPr>
        <p:spPr>
          <a:xfrm>
            <a:off x="0" y="0"/>
            <a:ext cx="16413163" cy="20574000"/>
          </a:xfrm>
          <a:prstGeom prst="rect">
            <a:avLst/>
          </a:prstGeom>
          <a:solidFill>
            <a:schemeClr val="tx1">
              <a:lumMod val="95000"/>
              <a:alpha val="61000"/>
            </a:schemeClr>
          </a:solidFill>
          <a:ln w="9525">
            <a:solidFill>
              <a:schemeClr val="accent5"/>
            </a:solidFill>
          </a:ln>
        </p:spPr>
        <p:txBody>
          <a:bodyPr tIns="2194560" anchor="ctr"/>
          <a:lstStyle>
            <a:lvl1pPr marL="0" indent="0" algn="ctr">
              <a:buFontTx/>
              <a:buNone/>
              <a:defRPr lang="en-US" sz="4000">
                <a:solidFill>
                  <a:schemeClr val="bg1"/>
                </a:solidFill>
                <a:latin typeface="NVIDIA Sans" panose="020B0503020203020204" pitchFamily="34" charset="0"/>
              </a:defRPr>
            </a:lvl1pPr>
          </a:lstStyle>
          <a:p>
            <a:pPr marL="685800" lvl="0" indent="-685800" algn="ctr"/>
            <a:r>
              <a:rPr lang="en-US"/>
              <a:t>Click icon to add picture</a:t>
            </a:r>
          </a:p>
        </p:txBody>
      </p:sp>
    </p:spTree>
    <p:extLst>
      <p:ext uri="{BB962C8B-B14F-4D97-AF65-F5344CB8AC3E}">
        <p14:creationId xmlns:p14="http://schemas.microsoft.com/office/powerpoint/2010/main" val="690247437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10"/>
    </mc:Choice>
    <mc:Fallback xmlns:a16="http://schemas.microsoft.com/office/drawing/2014/main" xmlns="">
      <p:transition/>
    </mc:Fallback>
  </mc:AlternateContent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Image Right - Text Lef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6">
            <a:extLst>
              <a:ext uri="{FF2B5EF4-FFF2-40B4-BE49-F238E27FC236}">
                <a16:creationId xmlns:a16="http://schemas.microsoft.com/office/drawing/2014/main" id="{A8B60F29-EAFD-D95F-11A7-522A796CA55D}"/>
              </a:ext>
            </a:extLst>
          </p:cNvPr>
          <p:cNvSpPr/>
          <p:nvPr userDrawn="1"/>
        </p:nvSpPr>
        <p:spPr>
          <a:xfrm>
            <a:off x="32964120" y="18928080"/>
            <a:ext cx="3611880" cy="1645920"/>
          </a:xfrm>
          <a:prstGeom prst="rect">
            <a:avLst/>
          </a:prstGeom>
          <a:solidFill>
            <a:schemeClr val="tx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lnSpc>
                <a:spcPct val="90000"/>
              </a:lnSpc>
            </a:pPr>
            <a:endParaRPr lang="en-US" sz="4000" dirty="0" err="1">
              <a:solidFill>
                <a:schemeClr val="tx1"/>
              </a:solidFill>
              <a:latin typeface="NVIDIA Sans" panose="020B0503020203020204" pitchFamily="34" charset="0"/>
            </a:endParaRPr>
          </a:p>
        </p:txBody>
      </p:sp>
      <p:sp>
        <p:nvSpPr>
          <p:cNvPr id="17" name="Picture Placeholder 5">
            <a:extLst>
              <a:ext uri="{FF2B5EF4-FFF2-40B4-BE49-F238E27FC236}">
                <a16:creationId xmlns:a16="http://schemas.microsoft.com/office/drawing/2014/main" id="{EF5E0159-2062-54D4-B444-4F04EED230CD}"/>
              </a:ext>
            </a:extLst>
          </p:cNvPr>
          <p:cNvSpPr>
            <a:spLocks noGrp="1"/>
          </p:cNvSpPr>
          <p:nvPr>
            <p:ph type="pic" sz="quarter" idx="13"/>
          </p:nvPr>
        </p:nvSpPr>
        <p:spPr>
          <a:xfrm>
            <a:off x="20162837" y="0"/>
            <a:ext cx="16413163" cy="20574000"/>
          </a:xfrm>
          <a:prstGeom prst="rect">
            <a:avLst/>
          </a:prstGeom>
          <a:solidFill>
            <a:schemeClr val="tx1">
              <a:lumMod val="95000"/>
              <a:alpha val="61000"/>
            </a:schemeClr>
          </a:solidFill>
          <a:ln w="9525">
            <a:solidFill>
              <a:schemeClr val="accent5"/>
            </a:solidFill>
          </a:ln>
        </p:spPr>
        <p:txBody>
          <a:bodyPr tIns="2194560" anchor="ctr"/>
          <a:lstStyle>
            <a:lvl1pPr marL="0" indent="0" algn="ctr">
              <a:buFontTx/>
              <a:buNone/>
              <a:defRPr lang="en-US" sz="4000">
                <a:solidFill>
                  <a:schemeClr val="bg1"/>
                </a:solidFill>
                <a:latin typeface="NVIDIA Sans" panose="020B0503020203020204" pitchFamily="34" charset="0"/>
              </a:defRPr>
            </a:lvl1pPr>
          </a:lstStyle>
          <a:p>
            <a:pPr marL="685800" lvl="0" indent="-685800" algn="ctr"/>
            <a:r>
              <a:rPr lang="en-US"/>
              <a:t>Click icon to add picture</a:t>
            </a:r>
          </a:p>
        </p:txBody>
      </p:sp>
      <p:sp>
        <p:nvSpPr>
          <p:cNvPr id="10" name="Title 1">
            <a:extLst>
              <a:ext uri="{FF2B5EF4-FFF2-40B4-BE49-F238E27FC236}">
                <a16:creationId xmlns:a16="http://schemas.microsoft.com/office/drawing/2014/main" id="{51A7D3A0-47E2-AF7B-E89C-6F90C67A8992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2596896" y="302065"/>
            <a:ext cx="14639544" cy="3365695"/>
          </a:xfrm>
        </p:spPr>
        <p:txBody>
          <a:bodyPr>
            <a:normAutofit/>
          </a:bodyPr>
          <a:lstStyle>
            <a:lvl1pPr algn="l">
              <a:spcBef>
                <a:spcPts val="600"/>
              </a:spcBef>
              <a:spcAft>
                <a:spcPts val="600"/>
              </a:spcAft>
              <a:defRPr sz="7200" b="1" cap="none">
                <a:latin typeface="NVIDIA Sans" panose="020B0503020203020204" pitchFamily="34" charset="0"/>
                <a:cs typeface="NVIDIA Sans" panose="020B0503020203020204" pitchFamily="34" charset="0"/>
              </a:defRPr>
            </a:lvl1pPr>
          </a:lstStyle>
          <a:p>
            <a:r>
              <a:rPr lang="en-US" dirty="0"/>
              <a:t>Click To Add Title</a:t>
            </a:r>
          </a:p>
        </p:txBody>
      </p:sp>
      <p:sp>
        <p:nvSpPr>
          <p:cNvPr id="11" name="Content Placeholder 2">
            <a:extLst>
              <a:ext uri="{FF2B5EF4-FFF2-40B4-BE49-F238E27FC236}">
                <a16:creationId xmlns:a16="http://schemas.microsoft.com/office/drawing/2014/main" id="{67F9A406-CE29-3A8D-BC16-6BD86203C8EA}"/>
              </a:ext>
            </a:extLst>
          </p:cNvPr>
          <p:cNvSpPr>
            <a:spLocks noGrp="1"/>
          </p:cNvSpPr>
          <p:nvPr>
            <p:ph idx="1" hasCustomPrompt="1"/>
          </p:nvPr>
        </p:nvSpPr>
        <p:spPr>
          <a:xfrm>
            <a:off x="2596896" y="6988192"/>
            <a:ext cx="14639544" cy="11345523"/>
          </a:xfrm>
          <a:prstGeom prst="rect">
            <a:avLst/>
          </a:prstGeom>
        </p:spPr>
        <p:txBody>
          <a:bodyPr/>
          <a:lstStyle>
            <a:lvl1pPr marL="457200" indent="-457200">
              <a:buClr>
                <a:schemeClr val="tx2"/>
              </a:buClr>
              <a:buFont typeface="NVIDIA Sans" panose="020B0503020203020204" pitchFamily="34" charset="0"/>
              <a:buChar char="•"/>
              <a:defRPr sz="4400">
                <a:solidFill>
                  <a:schemeClr val="bg1"/>
                </a:solidFill>
                <a:latin typeface="NVIDIA Sans" panose="020B0503020203020204" pitchFamily="34" charset="0"/>
                <a:cs typeface="NVIDIA Sans" panose="020B0503020203020204" pitchFamily="34" charset="0"/>
              </a:defRPr>
            </a:lvl1pPr>
            <a:lvl2pPr marL="1371600" indent="-457200">
              <a:buClr>
                <a:schemeClr val="tx2"/>
              </a:buClr>
              <a:buFont typeface="NVIDIA Sans" panose="020B0503020203020204" pitchFamily="34" charset="0"/>
              <a:buChar char="•"/>
              <a:defRPr sz="4000">
                <a:solidFill>
                  <a:schemeClr val="bg1"/>
                </a:solidFill>
                <a:latin typeface="NVIDIA Sans" panose="020B0503020203020204" pitchFamily="34" charset="0"/>
                <a:cs typeface="NVIDIA Sans" panose="020B0503020203020204" pitchFamily="34" charset="0"/>
              </a:defRPr>
            </a:lvl2pPr>
            <a:lvl3pPr marL="2286000" indent="-457200">
              <a:buClr>
                <a:schemeClr val="tx2"/>
              </a:buClr>
              <a:buFont typeface="NVIDIA Sans" panose="020B0503020203020204" pitchFamily="34" charset="0"/>
              <a:buChar char="•"/>
              <a:defRPr sz="3600">
                <a:solidFill>
                  <a:schemeClr val="bg1"/>
                </a:solidFill>
                <a:latin typeface="NVIDIA Sans" panose="020B0503020203020204" pitchFamily="34" charset="0"/>
                <a:cs typeface="NVIDIA Sans" panose="020B0503020203020204" pitchFamily="34" charset="0"/>
              </a:defRPr>
            </a:lvl3pPr>
            <a:lvl4pPr marL="3200400" indent="-457200">
              <a:buClr>
                <a:schemeClr val="tx2"/>
              </a:buClr>
              <a:buFont typeface="NVIDIA Sans" panose="020B0503020203020204" pitchFamily="34" charset="0"/>
              <a:buChar char="•"/>
              <a:defRPr sz="3200">
                <a:solidFill>
                  <a:schemeClr val="bg1"/>
                </a:solidFill>
                <a:latin typeface="NVIDIA Sans" panose="020B0503020203020204" pitchFamily="34" charset="0"/>
                <a:cs typeface="NVIDIA Sans" panose="020B0503020203020204" pitchFamily="34" charset="0"/>
              </a:defRPr>
            </a:lvl4pPr>
            <a:lvl5pPr marL="4054475" indent="-396875">
              <a:buClr>
                <a:schemeClr val="tx2"/>
              </a:buClr>
              <a:buFont typeface="NVIDIA Sans" panose="020B0503020203020204" pitchFamily="34" charset="0"/>
              <a:buChar char="•"/>
              <a:defRPr sz="2800">
                <a:solidFill>
                  <a:schemeClr val="bg1"/>
                </a:solidFill>
                <a:latin typeface="NVIDIA Sans" panose="020B0503020203020204" pitchFamily="34" charset="0"/>
                <a:cs typeface="NVIDIA Sans" panose="020B0503020203020204" pitchFamily="34" charset="0"/>
              </a:defRPr>
            </a:lvl5pPr>
          </a:lstStyle>
          <a:p>
            <a:pPr lvl="0"/>
            <a:r>
              <a:rPr lang="en-US" dirty="0"/>
              <a:t>Click to edit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12" name="Text Placeholder 7">
            <a:extLst>
              <a:ext uri="{FF2B5EF4-FFF2-40B4-BE49-F238E27FC236}">
                <a16:creationId xmlns:a16="http://schemas.microsoft.com/office/drawing/2014/main" id="{26CCF06A-1AE0-649C-7FD4-A4AD4CCADDBA}"/>
              </a:ext>
            </a:extLst>
          </p:cNvPr>
          <p:cNvSpPr>
            <a:spLocks noGrp="1"/>
          </p:cNvSpPr>
          <p:nvPr>
            <p:ph type="body" sz="quarter" idx="10" hasCustomPrompt="1"/>
          </p:nvPr>
        </p:nvSpPr>
        <p:spPr>
          <a:xfrm>
            <a:off x="2596896" y="3731768"/>
            <a:ext cx="14639544" cy="1408176"/>
          </a:xfrm>
          <a:prstGeom prst="rect">
            <a:avLst/>
          </a:prstGeom>
        </p:spPr>
        <p:txBody>
          <a:bodyPr/>
          <a:lstStyle>
            <a:lvl1pPr marL="0" indent="0" algn="l">
              <a:spcBef>
                <a:spcPts val="600"/>
              </a:spcBef>
              <a:spcAft>
                <a:spcPts val="600"/>
              </a:spcAft>
              <a:buFontTx/>
              <a:buNone/>
              <a:defRPr sz="4800">
                <a:solidFill>
                  <a:schemeClr val="tx2"/>
                </a:solidFill>
                <a:latin typeface="NVIDIA Sans" panose="020B0503020203020204" pitchFamily="34" charset="0"/>
                <a:cs typeface="NVIDIA Sans" panose="020B0503020203020204" pitchFamily="34" charset="0"/>
              </a:defRPr>
            </a:lvl1pPr>
            <a:lvl2pPr marL="1371600" indent="0" algn="ctr">
              <a:buFontTx/>
              <a:buNone/>
              <a:defRPr sz="4400">
                <a:latin typeface="NVIDIA Sans" panose="020B0503020203020204" pitchFamily="34" charset="0"/>
              </a:defRPr>
            </a:lvl2pPr>
            <a:lvl3pPr marL="2743200" indent="0" algn="ctr">
              <a:buFontTx/>
              <a:buNone/>
              <a:defRPr sz="4400">
                <a:latin typeface="NVIDIA Sans" panose="020B0503020203020204" pitchFamily="34" charset="0"/>
              </a:defRPr>
            </a:lvl3pPr>
            <a:lvl4pPr marL="4114800" indent="0" algn="ctr">
              <a:buFontTx/>
              <a:buNone/>
              <a:defRPr sz="4400">
                <a:latin typeface="NVIDIA Sans" panose="020B0503020203020204" pitchFamily="34" charset="0"/>
              </a:defRPr>
            </a:lvl4pPr>
            <a:lvl5pPr marL="5486400" indent="0" algn="ctr">
              <a:buFontTx/>
              <a:buNone/>
              <a:defRPr sz="4400">
                <a:latin typeface="NVIDIA Sans" panose="020B0503020203020204" pitchFamily="34" charset="0"/>
              </a:defRPr>
            </a:lvl5pPr>
          </a:lstStyle>
          <a:p>
            <a:pPr lvl="0"/>
            <a:r>
              <a:rPr lang="en-US" dirty="0"/>
              <a:t>Click to edit text styles</a:t>
            </a:r>
          </a:p>
        </p:txBody>
      </p:sp>
      <p:grpSp>
        <p:nvGrpSpPr>
          <p:cNvPr id="8" name="Group 7">
            <a:extLst>
              <a:ext uri="{FF2B5EF4-FFF2-40B4-BE49-F238E27FC236}">
                <a16:creationId xmlns:a16="http://schemas.microsoft.com/office/drawing/2014/main" id="{9028BF97-25AA-1462-7737-C9F688962248}"/>
              </a:ext>
            </a:extLst>
          </p:cNvPr>
          <p:cNvGrpSpPr/>
          <p:nvPr userDrawn="1"/>
        </p:nvGrpSpPr>
        <p:grpSpPr>
          <a:xfrm>
            <a:off x="0" y="19504414"/>
            <a:ext cx="2330569" cy="1082936"/>
            <a:chOff x="0" y="19504414"/>
            <a:chExt cx="2330569" cy="1082936"/>
          </a:xfrm>
        </p:grpSpPr>
        <p:sp>
          <p:nvSpPr>
            <p:cNvPr id="14" name="Rectangle 13">
              <a:extLst>
                <a:ext uri="{FF2B5EF4-FFF2-40B4-BE49-F238E27FC236}">
                  <a16:creationId xmlns:a16="http://schemas.microsoft.com/office/drawing/2014/main" id="{7DE7F96C-8641-759A-C4B4-91D493A323B7}"/>
                </a:ext>
              </a:extLst>
            </p:cNvPr>
            <p:cNvSpPr/>
            <p:nvPr userDrawn="1"/>
          </p:nvSpPr>
          <p:spPr>
            <a:xfrm>
              <a:off x="0" y="19697679"/>
              <a:ext cx="155448" cy="889671"/>
            </a:xfrm>
            <a:prstGeom prst="rect">
              <a:avLst/>
            </a:prstGeom>
            <a:solidFill>
              <a:schemeClr val="tx2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>
                <a:lnSpc>
                  <a:spcPct val="90000"/>
                </a:lnSpc>
              </a:pPr>
              <a:endParaRPr lang="en-US" sz="4000" dirty="0" err="1">
                <a:solidFill>
                  <a:schemeClr val="tx1"/>
                </a:solidFill>
                <a:latin typeface="NVIDIA Sans" panose="020B0503020203020204" pitchFamily="34" charset="0"/>
              </a:endParaRPr>
            </a:p>
          </p:txBody>
        </p:sp>
        <p:pic>
          <p:nvPicPr>
            <p:cNvPr id="15" name="Picture 14" descr="A picture containing shape&#10;&#10;Description automatically generated">
              <a:extLst>
                <a:ext uri="{FF2B5EF4-FFF2-40B4-BE49-F238E27FC236}">
                  <a16:creationId xmlns:a16="http://schemas.microsoft.com/office/drawing/2014/main" id="{D2AD3A61-7583-56FE-D581-B662F99B0A33}"/>
                </a:ext>
              </a:extLst>
            </p:cNvPr>
            <p:cNvPicPr>
              <a:picLocks noChangeAspect="1"/>
            </p:cNvPicPr>
            <p:nvPr userDrawn="1"/>
          </p:nvPicPr>
          <p:blipFill>
            <a:blip r:embed="rId2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327131" y="19504414"/>
              <a:ext cx="2003438" cy="690238"/>
            </a:xfrm>
            <a:prstGeom prst="rect">
              <a:avLst/>
            </a:prstGeom>
          </p:spPr>
        </p:pic>
      </p:grpSp>
      <p:cxnSp>
        <p:nvCxnSpPr>
          <p:cNvPr id="16" name="Straight Connector 15">
            <a:extLst>
              <a:ext uri="{FF2B5EF4-FFF2-40B4-BE49-F238E27FC236}">
                <a16:creationId xmlns:a16="http://schemas.microsoft.com/office/drawing/2014/main" id="{8B55D1BC-2F32-1320-2F7E-E97C10EFE149}"/>
              </a:ext>
            </a:extLst>
          </p:cNvPr>
          <p:cNvCxnSpPr>
            <a:cxnSpLocks/>
          </p:cNvCxnSpPr>
          <p:nvPr userDrawn="1"/>
        </p:nvCxnSpPr>
        <p:spPr>
          <a:xfrm>
            <a:off x="0" y="5693228"/>
            <a:ext cx="17236440" cy="0"/>
          </a:xfrm>
          <a:prstGeom prst="line">
            <a:avLst/>
          </a:prstGeom>
          <a:ln w="31750">
            <a:solidFill>
              <a:schemeClr val="accent5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2512758283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10"/>
    </mc:Choice>
    <mc:Fallback xmlns:a16="http://schemas.microsoft.com/office/drawing/2014/main" xmlns:a14="http://schemas.microsoft.com/office/drawing/2010/main" xmlns="">
      <p:transition/>
    </mc:Fallback>
  </mc:AlternateContent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CODING Layou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Rectangle 3">
            <a:extLst>
              <a:ext uri="{FF2B5EF4-FFF2-40B4-BE49-F238E27FC236}">
                <a16:creationId xmlns:a16="http://schemas.microsoft.com/office/drawing/2014/main" id="{D23CD4AC-6599-9139-48AD-37DCAEFC9C0F}"/>
              </a:ext>
            </a:extLst>
          </p:cNvPr>
          <p:cNvSpPr/>
          <p:nvPr userDrawn="1"/>
        </p:nvSpPr>
        <p:spPr>
          <a:xfrm>
            <a:off x="32689800" y="18333715"/>
            <a:ext cx="3886200" cy="2240285"/>
          </a:xfrm>
          <a:prstGeom prst="rect">
            <a:avLst/>
          </a:prstGeom>
          <a:solidFill>
            <a:schemeClr val="tx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lnSpc>
                <a:spcPct val="90000"/>
              </a:lnSpc>
            </a:pPr>
            <a:endParaRPr lang="en-US" sz="4000" dirty="0" err="1">
              <a:solidFill>
                <a:schemeClr val="tx1"/>
              </a:solidFill>
              <a:latin typeface="NVIDIA Sans" panose="020B0503020203020204" pitchFamily="34" charset="0"/>
            </a:endParaRPr>
          </a:p>
        </p:txBody>
      </p:sp>
      <p:sp>
        <p:nvSpPr>
          <p:cNvPr id="10" name="Title 1">
            <a:extLst>
              <a:ext uri="{FF2B5EF4-FFF2-40B4-BE49-F238E27FC236}">
                <a16:creationId xmlns:a16="http://schemas.microsoft.com/office/drawing/2014/main" id="{AF8CE70B-4A73-2CDA-4106-8F959E357877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2596896" y="302065"/>
            <a:ext cx="14639544" cy="3365695"/>
          </a:xfrm>
        </p:spPr>
        <p:txBody>
          <a:bodyPr>
            <a:normAutofit/>
          </a:bodyPr>
          <a:lstStyle>
            <a:lvl1pPr algn="l">
              <a:spcBef>
                <a:spcPts val="600"/>
              </a:spcBef>
              <a:spcAft>
                <a:spcPts val="600"/>
              </a:spcAft>
              <a:defRPr sz="7200" b="1" cap="none">
                <a:latin typeface="Roboto Mono" panose="00000009000000000000" pitchFamily="49" charset="0"/>
                <a:ea typeface="Roboto Mono" panose="00000009000000000000" pitchFamily="49" charset="0"/>
                <a:cs typeface="NVIDIA Sans" panose="020B0503020203020204" pitchFamily="34" charset="0"/>
              </a:defRPr>
            </a:lvl1pPr>
          </a:lstStyle>
          <a:p>
            <a:r>
              <a:rPr lang="en-US" dirty="0"/>
              <a:t>Click To Add Title</a:t>
            </a:r>
          </a:p>
        </p:txBody>
      </p:sp>
      <p:sp>
        <p:nvSpPr>
          <p:cNvPr id="11" name="Content Placeholder 2">
            <a:extLst>
              <a:ext uri="{FF2B5EF4-FFF2-40B4-BE49-F238E27FC236}">
                <a16:creationId xmlns:a16="http://schemas.microsoft.com/office/drawing/2014/main" id="{65303E50-8A83-54D2-8D06-1904385F2BC8}"/>
              </a:ext>
            </a:extLst>
          </p:cNvPr>
          <p:cNvSpPr>
            <a:spLocks noGrp="1"/>
          </p:cNvSpPr>
          <p:nvPr>
            <p:ph idx="1" hasCustomPrompt="1"/>
          </p:nvPr>
        </p:nvSpPr>
        <p:spPr>
          <a:xfrm>
            <a:off x="2596896" y="6988192"/>
            <a:ext cx="14639544" cy="11345523"/>
          </a:xfrm>
          <a:prstGeom prst="rect">
            <a:avLst/>
          </a:prstGeom>
        </p:spPr>
        <p:txBody>
          <a:bodyPr/>
          <a:lstStyle>
            <a:lvl1pPr marL="457200" indent="-457200">
              <a:buClr>
                <a:schemeClr val="tx2"/>
              </a:buClr>
              <a:buFont typeface="NVIDIA Sans" panose="020B0503020203020204" pitchFamily="34" charset="0"/>
              <a:buChar char="•"/>
              <a:defRPr sz="4400">
                <a:solidFill>
                  <a:schemeClr val="bg1"/>
                </a:solidFill>
                <a:latin typeface="Roboto Mono" panose="00000009000000000000" pitchFamily="49" charset="0"/>
                <a:ea typeface="Roboto Mono" panose="00000009000000000000" pitchFamily="49" charset="0"/>
                <a:cs typeface="NVIDIA Sans" panose="020B0503020203020204" pitchFamily="34" charset="0"/>
              </a:defRPr>
            </a:lvl1pPr>
            <a:lvl2pPr marL="1371600" indent="-457200">
              <a:buClr>
                <a:schemeClr val="tx2"/>
              </a:buClr>
              <a:buFont typeface="NVIDIA Sans" panose="020B0503020203020204" pitchFamily="34" charset="0"/>
              <a:buChar char="•"/>
              <a:defRPr sz="4000">
                <a:solidFill>
                  <a:schemeClr val="bg1"/>
                </a:solidFill>
                <a:latin typeface="Roboto Mono" panose="00000009000000000000" pitchFamily="49" charset="0"/>
                <a:ea typeface="Roboto Mono" panose="00000009000000000000" pitchFamily="49" charset="0"/>
                <a:cs typeface="NVIDIA Sans" panose="020B0503020203020204" pitchFamily="34" charset="0"/>
              </a:defRPr>
            </a:lvl2pPr>
            <a:lvl3pPr marL="2286000" indent="-457200">
              <a:buClr>
                <a:schemeClr val="tx2"/>
              </a:buClr>
              <a:buFont typeface="NVIDIA Sans" panose="020B0503020203020204" pitchFamily="34" charset="0"/>
              <a:buChar char="•"/>
              <a:defRPr sz="3600">
                <a:solidFill>
                  <a:schemeClr val="bg1"/>
                </a:solidFill>
                <a:latin typeface="Roboto Mono" panose="00000009000000000000" pitchFamily="49" charset="0"/>
                <a:ea typeface="Roboto Mono" panose="00000009000000000000" pitchFamily="49" charset="0"/>
                <a:cs typeface="NVIDIA Sans" panose="020B0503020203020204" pitchFamily="34" charset="0"/>
              </a:defRPr>
            </a:lvl3pPr>
            <a:lvl4pPr marL="3200400" indent="-457200">
              <a:buClr>
                <a:schemeClr val="tx2"/>
              </a:buClr>
              <a:buFont typeface="NVIDIA Sans" panose="020B0503020203020204" pitchFamily="34" charset="0"/>
              <a:buChar char="•"/>
              <a:defRPr sz="3200">
                <a:solidFill>
                  <a:schemeClr val="bg1"/>
                </a:solidFill>
                <a:latin typeface="Roboto Mono" panose="00000009000000000000" pitchFamily="49" charset="0"/>
                <a:ea typeface="Roboto Mono" panose="00000009000000000000" pitchFamily="49" charset="0"/>
                <a:cs typeface="NVIDIA Sans" panose="020B0503020203020204" pitchFamily="34" charset="0"/>
              </a:defRPr>
            </a:lvl4pPr>
            <a:lvl5pPr marL="4054475" indent="-396875">
              <a:buClr>
                <a:schemeClr val="tx2"/>
              </a:buClr>
              <a:buFont typeface="NVIDIA Sans" panose="020B0503020203020204" pitchFamily="34" charset="0"/>
              <a:buChar char="•"/>
              <a:defRPr sz="2800">
                <a:solidFill>
                  <a:schemeClr val="bg1"/>
                </a:solidFill>
                <a:latin typeface="Roboto Mono" panose="00000009000000000000" pitchFamily="49" charset="0"/>
                <a:ea typeface="Roboto Mono" panose="00000009000000000000" pitchFamily="49" charset="0"/>
                <a:cs typeface="NVIDIA Sans" panose="020B0503020203020204" pitchFamily="34" charset="0"/>
              </a:defRPr>
            </a:lvl5pPr>
          </a:lstStyle>
          <a:p>
            <a:pPr lvl="0"/>
            <a:r>
              <a:rPr lang="en-US" dirty="0"/>
              <a:t>Click to edit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12" name="Text Placeholder 7">
            <a:extLst>
              <a:ext uri="{FF2B5EF4-FFF2-40B4-BE49-F238E27FC236}">
                <a16:creationId xmlns:a16="http://schemas.microsoft.com/office/drawing/2014/main" id="{21B69A0B-9760-28C1-5DE8-5EE814EF5249}"/>
              </a:ext>
            </a:extLst>
          </p:cNvPr>
          <p:cNvSpPr>
            <a:spLocks noGrp="1"/>
          </p:cNvSpPr>
          <p:nvPr>
            <p:ph type="body" sz="quarter" idx="10" hasCustomPrompt="1"/>
          </p:nvPr>
        </p:nvSpPr>
        <p:spPr>
          <a:xfrm>
            <a:off x="2596896" y="3731768"/>
            <a:ext cx="14639544" cy="1408176"/>
          </a:xfrm>
          <a:prstGeom prst="rect">
            <a:avLst/>
          </a:prstGeom>
        </p:spPr>
        <p:txBody>
          <a:bodyPr/>
          <a:lstStyle>
            <a:lvl1pPr marL="0" indent="0" algn="l">
              <a:spcBef>
                <a:spcPts val="600"/>
              </a:spcBef>
              <a:spcAft>
                <a:spcPts val="600"/>
              </a:spcAft>
              <a:buFontTx/>
              <a:buNone/>
              <a:defRPr sz="4800">
                <a:solidFill>
                  <a:schemeClr val="tx2"/>
                </a:solidFill>
                <a:latin typeface="Roboto Mono" panose="00000009000000000000" pitchFamily="49" charset="0"/>
                <a:ea typeface="Roboto Mono" panose="00000009000000000000" pitchFamily="49" charset="0"/>
                <a:cs typeface="NVIDIA Sans" panose="020B0503020203020204" pitchFamily="34" charset="0"/>
              </a:defRPr>
            </a:lvl1pPr>
            <a:lvl2pPr marL="1371600" indent="0" algn="ctr">
              <a:buFontTx/>
              <a:buNone/>
              <a:defRPr sz="4400">
                <a:latin typeface="NVIDIA Sans" panose="020B0503020203020204" pitchFamily="34" charset="0"/>
              </a:defRPr>
            </a:lvl2pPr>
            <a:lvl3pPr marL="2743200" indent="0" algn="ctr">
              <a:buFontTx/>
              <a:buNone/>
              <a:defRPr sz="4400">
                <a:latin typeface="NVIDIA Sans" panose="020B0503020203020204" pitchFamily="34" charset="0"/>
              </a:defRPr>
            </a:lvl3pPr>
            <a:lvl4pPr marL="4114800" indent="0" algn="ctr">
              <a:buFontTx/>
              <a:buNone/>
              <a:defRPr sz="4400">
                <a:latin typeface="NVIDIA Sans" panose="020B0503020203020204" pitchFamily="34" charset="0"/>
              </a:defRPr>
            </a:lvl4pPr>
            <a:lvl5pPr marL="5486400" indent="0" algn="ctr">
              <a:buFontTx/>
              <a:buNone/>
              <a:defRPr sz="4400">
                <a:latin typeface="NVIDIA Sans" panose="020B0503020203020204" pitchFamily="34" charset="0"/>
              </a:defRPr>
            </a:lvl5pPr>
          </a:lstStyle>
          <a:p>
            <a:pPr lvl="0"/>
            <a:r>
              <a:rPr lang="en-US" dirty="0"/>
              <a:t>Click to edit text styles</a:t>
            </a:r>
          </a:p>
        </p:txBody>
      </p:sp>
      <p:sp>
        <p:nvSpPr>
          <p:cNvPr id="14" name="Rectangle 13">
            <a:extLst>
              <a:ext uri="{FF2B5EF4-FFF2-40B4-BE49-F238E27FC236}">
                <a16:creationId xmlns:a16="http://schemas.microsoft.com/office/drawing/2014/main" id="{6265C1B2-04C0-DFB7-6EBD-AB040BF7DEFF}"/>
              </a:ext>
            </a:extLst>
          </p:cNvPr>
          <p:cNvSpPr/>
          <p:nvPr userDrawn="1"/>
        </p:nvSpPr>
        <p:spPr>
          <a:xfrm>
            <a:off x="20162837" y="0"/>
            <a:ext cx="16413163" cy="20573998"/>
          </a:xfrm>
          <a:prstGeom prst="rect">
            <a:avLst/>
          </a:prstGeom>
          <a:solidFill>
            <a:schemeClr val="tx1">
              <a:lumMod val="95000"/>
            </a:schemeClr>
          </a:solidFill>
          <a:ln w="9525">
            <a:noFill/>
          </a:ln>
        </p:spPr>
        <p:txBody>
          <a:bodyPr tIns="2194560" anchor="ctr"/>
          <a:lstStyle/>
          <a:p>
            <a:pPr lvl="0" indent="0" algn="ctr" defTabSz="2743200">
              <a:lnSpc>
                <a:spcPct val="90000"/>
              </a:lnSpc>
              <a:spcBef>
                <a:spcPts val="3000"/>
              </a:spcBef>
              <a:buFontTx/>
              <a:buNone/>
            </a:pPr>
            <a:endParaRPr lang="en-US" sz="4000" dirty="0" err="1">
              <a:solidFill>
                <a:schemeClr val="bg2"/>
              </a:solidFill>
              <a:latin typeface="NVIDIA Sans" panose="020B0503020203020204" pitchFamily="34" charset="0"/>
            </a:endParaRPr>
          </a:p>
        </p:txBody>
      </p:sp>
      <p:grpSp>
        <p:nvGrpSpPr>
          <p:cNvPr id="8" name="Group 7">
            <a:extLst>
              <a:ext uri="{FF2B5EF4-FFF2-40B4-BE49-F238E27FC236}">
                <a16:creationId xmlns:a16="http://schemas.microsoft.com/office/drawing/2014/main" id="{51C472DC-2279-F186-008D-6EC9A40B3DCA}"/>
              </a:ext>
            </a:extLst>
          </p:cNvPr>
          <p:cNvGrpSpPr/>
          <p:nvPr userDrawn="1"/>
        </p:nvGrpSpPr>
        <p:grpSpPr>
          <a:xfrm>
            <a:off x="0" y="19504414"/>
            <a:ext cx="2330569" cy="1082936"/>
            <a:chOff x="0" y="19504414"/>
            <a:chExt cx="2330569" cy="1082936"/>
          </a:xfrm>
        </p:grpSpPr>
        <p:sp>
          <p:nvSpPr>
            <p:cNvPr id="9" name="Rectangle 8">
              <a:extLst>
                <a:ext uri="{FF2B5EF4-FFF2-40B4-BE49-F238E27FC236}">
                  <a16:creationId xmlns:a16="http://schemas.microsoft.com/office/drawing/2014/main" id="{9DF31711-1359-3AFC-3118-FB20395A8CC3}"/>
                </a:ext>
              </a:extLst>
            </p:cNvPr>
            <p:cNvSpPr/>
            <p:nvPr userDrawn="1"/>
          </p:nvSpPr>
          <p:spPr>
            <a:xfrm>
              <a:off x="0" y="19697679"/>
              <a:ext cx="155448" cy="889671"/>
            </a:xfrm>
            <a:prstGeom prst="rect">
              <a:avLst/>
            </a:prstGeom>
            <a:solidFill>
              <a:schemeClr val="tx2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>
                <a:lnSpc>
                  <a:spcPct val="90000"/>
                </a:lnSpc>
              </a:pPr>
              <a:endParaRPr lang="en-US" sz="4000" dirty="0" err="1">
                <a:solidFill>
                  <a:schemeClr val="tx1"/>
                </a:solidFill>
                <a:latin typeface="NVIDIA Sans" panose="020B0503020203020204" pitchFamily="34" charset="0"/>
              </a:endParaRPr>
            </a:p>
          </p:txBody>
        </p:sp>
        <p:pic>
          <p:nvPicPr>
            <p:cNvPr id="15" name="Picture 14" descr="A picture containing shape&#10;&#10;Description automatically generated">
              <a:extLst>
                <a:ext uri="{FF2B5EF4-FFF2-40B4-BE49-F238E27FC236}">
                  <a16:creationId xmlns:a16="http://schemas.microsoft.com/office/drawing/2014/main" id="{0C69E3B1-A791-DCBA-5395-FDEBE9D69959}"/>
                </a:ext>
              </a:extLst>
            </p:cNvPr>
            <p:cNvPicPr>
              <a:picLocks noChangeAspect="1"/>
            </p:cNvPicPr>
            <p:nvPr userDrawn="1"/>
          </p:nvPicPr>
          <p:blipFill>
            <a:blip r:embed="rId2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327131" y="19504414"/>
              <a:ext cx="2003438" cy="690238"/>
            </a:xfrm>
            <a:prstGeom prst="rect">
              <a:avLst/>
            </a:prstGeom>
          </p:spPr>
        </p:pic>
      </p:grpSp>
      <p:cxnSp>
        <p:nvCxnSpPr>
          <p:cNvPr id="16" name="Straight Connector 15">
            <a:extLst>
              <a:ext uri="{FF2B5EF4-FFF2-40B4-BE49-F238E27FC236}">
                <a16:creationId xmlns:a16="http://schemas.microsoft.com/office/drawing/2014/main" id="{2EDC2502-4915-5E9A-D92C-046E02303113}"/>
              </a:ext>
            </a:extLst>
          </p:cNvPr>
          <p:cNvCxnSpPr>
            <a:cxnSpLocks/>
          </p:cNvCxnSpPr>
          <p:nvPr userDrawn="1"/>
        </p:nvCxnSpPr>
        <p:spPr>
          <a:xfrm>
            <a:off x="0" y="5693228"/>
            <a:ext cx="17236440" cy="0"/>
          </a:xfrm>
          <a:prstGeom prst="line">
            <a:avLst/>
          </a:prstGeom>
          <a:ln w="31750">
            <a:solidFill>
              <a:schemeClr val="accent5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4131698205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10"/>
    </mc:Choice>
    <mc:Fallback xmlns:a16="http://schemas.microsoft.com/office/drawing/2014/main" xmlns:a14="http://schemas.microsoft.com/office/drawing/2010/main" xmlns="">
      <p:transition/>
    </mc:Fallback>
  </mc:AlternateContent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ext Left NO SUBTITLE - Image Righ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Rectangle 5">
            <a:extLst>
              <a:ext uri="{FF2B5EF4-FFF2-40B4-BE49-F238E27FC236}">
                <a16:creationId xmlns:a16="http://schemas.microsoft.com/office/drawing/2014/main" id="{8B94EE8E-8499-E649-9D65-52E13C0DE2CB}"/>
              </a:ext>
            </a:extLst>
          </p:cNvPr>
          <p:cNvSpPr/>
          <p:nvPr userDrawn="1"/>
        </p:nvSpPr>
        <p:spPr>
          <a:xfrm>
            <a:off x="32964120" y="18928080"/>
            <a:ext cx="3611880" cy="1645920"/>
          </a:xfrm>
          <a:prstGeom prst="rect">
            <a:avLst/>
          </a:prstGeom>
          <a:solidFill>
            <a:schemeClr val="tx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lnSpc>
                <a:spcPct val="90000"/>
              </a:lnSpc>
            </a:pPr>
            <a:endParaRPr lang="en-US" sz="4000" dirty="0" err="1">
              <a:solidFill>
                <a:schemeClr val="tx1"/>
              </a:solidFill>
              <a:latin typeface="NVIDIA Sans" panose="020B0503020203020204" pitchFamily="34" charset="0"/>
            </a:endParaRPr>
          </a:p>
        </p:txBody>
      </p:sp>
      <p:sp>
        <p:nvSpPr>
          <p:cNvPr id="10" name="Title 1">
            <a:extLst>
              <a:ext uri="{FF2B5EF4-FFF2-40B4-BE49-F238E27FC236}">
                <a16:creationId xmlns:a16="http://schemas.microsoft.com/office/drawing/2014/main" id="{D9224051-F6A0-1C68-72F2-09CC08062F0A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2596896" y="1218776"/>
            <a:ext cx="14639544" cy="3365695"/>
          </a:xfrm>
        </p:spPr>
        <p:txBody>
          <a:bodyPr>
            <a:normAutofit/>
          </a:bodyPr>
          <a:lstStyle>
            <a:lvl1pPr algn="l">
              <a:spcBef>
                <a:spcPts val="600"/>
              </a:spcBef>
              <a:spcAft>
                <a:spcPts val="600"/>
              </a:spcAft>
              <a:defRPr sz="7200" b="1" cap="none">
                <a:latin typeface="NVIDIA Sans" panose="020B0503020203020204" pitchFamily="34" charset="0"/>
                <a:cs typeface="NVIDIA Sans" panose="020B0503020203020204" pitchFamily="34" charset="0"/>
              </a:defRPr>
            </a:lvl1pPr>
          </a:lstStyle>
          <a:p>
            <a:r>
              <a:rPr lang="en-US" dirty="0"/>
              <a:t>Click To Add Title</a:t>
            </a:r>
          </a:p>
        </p:txBody>
      </p:sp>
      <p:sp>
        <p:nvSpPr>
          <p:cNvPr id="11" name="Content Placeholder 2">
            <a:extLst>
              <a:ext uri="{FF2B5EF4-FFF2-40B4-BE49-F238E27FC236}">
                <a16:creationId xmlns:a16="http://schemas.microsoft.com/office/drawing/2014/main" id="{63684755-C5FC-AC50-65BB-81DB0D4B45CB}"/>
              </a:ext>
            </a:extLst>
          </p:cNvPr>
          <p:cNvSpPr>
            <a:spLocks noGrp="1"/>
          </p:cNvSpPr>
          <p:nvPr>
            <p:ph idx="1" hasCustomPrompt="1"/>
          </p:nvPr>
        </p:nvSpPr>
        <p:spPr>
          <a:xfrm>
            <a:off x="2596896" y="6988192"/>
            <a:ext cx="14639544" cy="11345523"/>
          </a:xfrm>
          <a:prstGeom prst="rect">
            <a:avLst/>
          </a:prstGeom>
        </p:spPr>
        <p:txBody>
          <a:bodyPr/>
          <a:lstStyle>
            <a:lvl1pPr marL="457200" indent="-457200">
              <a:buClr>
                <a:schemeClr val="tx2"/>
              </a:buClr>
              <a:buFont typeface="NVIDIA Sans" panose="020B0503020203020204" pitchFamily="34" charset="0"/>
              <a:buChar char="•"/>
              <a:defRPr sz="4400">
                <a:solidFill>
                  <a:schemeClr val="bg1"/>
                </a:solidFill>
                <a:latin typeface="NVIDIA Sans" panose="020B0503020203020204" pitchFamily="34" charset="0"/>
                <a:cs typeface="NVIDIA Sans" panose="020B0503020203020204" pitchFamily="34" charset="0"/>
              </a:defRPr>
            </a:lvl1pPr>
            <a:lvl2pPr marL="1371600" indent="-457200">
              <a:buClr>
                <a:schemeClr val="tx2"/>
              </a:buClr>
              <a:buFont typeface="NVIDIA Sans" panose="020B0503020203020204" pitchFamily="34" charset="0"/>
              <a:buChar char="•"/>
              <a:defRPr sz="4000">
                <a:solidFill>
                  <a:schemeClr val="bg1"/>
                </a:solidFill>
                <a:latin typeface="NVIDIA Sans" panose="020B0503020203020204" pitchFamily="34" charset="0"/>
                <a:cs typeface="NVIDIA Sans" panose="020B0503020203020204" pitchFamily="34" charset="0"/>
              </a:defRPr>
            </a:lvl2pPr>
            <a:lvl3pPr marL="2286000" indent="-457200">
              <a:buClr>
                <a:schemeClr val="tx2"/>
              </a:buClr>
              <a:buFont typeface="NVIDIA Sans" panose="020B0503020203020204" pitchFamily="34" charset="0"/>
              <a:buChar char="•"/>
              <a:defRPr sz="3600">
                <a:solidFill>
                  <a:schemeClr val="bg1"/>
                </a:solidFill>
                <a:latin typeface="NVIDIA Sans" panose="020B0503020203020204" pitchFamily="34" charset="0"/>
                <a:cs typeface="NVIDIA Sans" panose="020B0503020203020204" pitchFamily="34" charset="0"/>
              </a:defRPr>
            </a:lvl3pPr>
            <a:lvl4pPr marL="3200400" indent="-457200">
              <a:buClr>
                <a:schemeClr val="tx2"/>
              </a:buClr>
              <a:buFont typeface="NVIDIA Sans" panose="020B0503020203020204" pitchFamily="34" charset="0"/>
              <a:buChar char="•"/>
              <a:defRPr sz="3200">
                <a:solidFill>
                  <a:schemeClr val="bg1"/>
                </a:solidFill>
                <a:latin typeface="NVIDIA Sans" panose="020B0503020203020204" pitchFamily="34" charset="0"/>
                <a:cs typeface="NVIDIA Sans" panose="020B0503020203020204" pitchFamily="34" charset="0"/>
              </a:defRPr>
            </a:lvl4pPr>
            <a:lvl5pPr marL="4054475" indent="-396875">
              <a:buClr>
                <a:schemeClr val="tx2"/>
              </a:buClr>
              <a:buFont typeface="NVIDIA Sans" panose="020B0503020203020204" pitchFamily="34" charset="0"/>
              <a:buChar char="•"/>
              <a:defRPr sz="2800">
                <a:solidFill>
                  <a:schemeClr val="bg1"/>
                </a:solidFill>
                <a:latin typeface="NVIDIA Sans" panose="020B0503020203020204" pitchFamily="34" charset="0"/>
                <a:cs typeface="NVIDIA Sans" panose="020B0503020203020204" pitchFamily="34" charset="0"/>
              </a:defRPr>
            </a:lvl5pPr>
          </a:lstStyle>
          <a:p>
            <a:pPr lvl="0"/>
            <a:r>
              <a:rPr lang="en-US" dirty="0"/>
              <a:t>Click to edit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grpSp>
        <p:nvGrpSpPr>
          <p:cNvPr id="7" name="Group 6">
            <a:extLst>
              <a:ext uri="{FF2B5EF4-FFF2-40B4-BE49-F238E27FC236}">
                <a16:creationId xmlns:a16="http://schemas.microsoft.com/office/drawing/2014/main" id="{A3C3B833-0169-9942-0C34-3173DDB88C15}"/>
              </a:ext>
            </a:extLst>
          </p:cNvPr>
          <p:cNvGrpSpPr/>
          <p:nvPr userDrawn="1"/>
        </p:nvGrpSpPr>
        <p:grpSpPr>
          <a:xfrm>
            <a:off x="0" y="19504414"/>
            <a:ext cx="2330569" cy="1082936"/>
            <a:chOff x="0" y="19504414"/>
            <a:chExt cx="2330569" cy="1082936"/>
          </a:xfrm>
        </p:grpSpPr>
        <p:sp>
          <p:nvSpPr>
            <p:cNvPr id="8" name="Rectangle 7">
              <a:extLst>
                <a:ext uri="{FF2B5EF4-FFF2-40B4-BE49-F238E27FC236}">
                  <a16:creationId xmlns:a16="http://schemas.microsoft.com/office/drawing/2014/main" id="{D2A304D4-014C-60EE-E0A3-7A7D03BDE871}"/>
                </a:ext>
              </a:extLst>
            </p:cNvPr>
            <p:cNvSpPr/>
            <p:nvPr userDrawn="1"/>
          </p:nvSpPr>
          <p:spPr>
            <a:xfrm>
              <a:off x="0" y="19697679"/>
              <a:ext cx="155448" cy="889671"/>
            </a:xfrm>
            <a:prstGeom prst="rect">
              <a:avLst/>
            </a:prstGeom>
            <a:solidFill>
              <a:schemeClr val="tx2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>
                <a:lnSpc>
                  <a:spcPct val="90000"/>
                </a:lnSpc>
              </a:pPr>
              <a:endParaRPr lang="en-US" sz="4000" dirty="0" err="1">
                <a:solidFill>
                  <a:schemeClr val="tx1"/>
                </a:solidFill>
                <a:latin typeface="NVIDIA Sans" panose="020B0503020203020204" pitchFamily="34" charset="0"/>
              </a:endParaRPr>
            </a:p>
          </p:txBody>
        </p:sp>
        <p:pic>
          <p:nvPicPr>
            <p:cNvPr id="13" name="Picture 12" descr="A picture containing shape&#10;&#10;Description automatically generated">
              <a:extLst>
                <a:ext uri="{FF2B5EF4-FFF2-40B4-BE49-F238E27FC236}">
                  <a16:creationId xmlns:a16="http://schemas.microsoft.com/office/drawing/2014/main" id="{56AC6FBB-55BD-E1DC-D634-E645384BD9A9}"/>
                </a:ext>
              </a:extLst>
            </p:cNvPr>
            <p:cNvPicPr>
              <a:picLocks noChangeAspect="1"/>
            </p:cNvPicPr>
            <p:nvPr userDrawn="1"/>
          </p:nvPicPr>
          <p:blipFill>
            <a:blip r:embed="rId2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327131" y="19504414"/>
              <a:ext cx="2003438" cy="690238"/>
            </a:xfrm>
            <a:prstGeom prst="rect">
              <a:avLst/>
            </a:prstGeom>
          </p:spPr>
        </p:pic>
      </p:grpSp>
      <p:cxnSp>
        <p:nvCxnSpPr>
          <p:cNvPr id="14" name="Straight Connector 13">
            <a:extLst>
              <a:ext uri="{FF2B5EF4-FFF2-40B4-BE49-F238E27FC236}">
                <a16:creationId xmlns:a16="http://schemas.microsoft.com/office/drawing/2014/main" id="{9303C766-949A-7CC3-8AB3-538B5C8F7C60}"/>
              </a:ext>
            </a:extLst>
          </p:cNvPr>
          <p:cNvCxnSpPr>
            <a:cxnSpLocks/>
          </p:cNvCxnSpPr>
          <p:nvPr userDrawn="1"/>
        </p:nvCxnSpPr>
        <p:spPr>
          <a:xfrm>
            <a:off x="0" y="5693228"/>
            <a:ext cx="17236440" cy="0"/>
          </a:xfrm>
          <a:prstGeom prst="line">
            <a:avLst/>
          </a:prstGeom>
          <a:ln w="31750">
            <a:solidFill>
              <a:schemeClr val="accent5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5" name="Picture Placeholder 5">
            <a:extLst>
              <a:ext uri="{FF2B5EF4-FFF2-40B4-BE49-F238E27FC236}">
                <a16:creationId xmlns:a16="http://schemas.microsoft.com/office/drawing/2014/main" id="{54F47D23-438F-22E0-F300-A852BA1BDCAE}"/>
              </a:ext>
            </a:extLst>
          </p:cNvPr>
          <p:cNvSpPr>
            <a:spLocks noGrp="1"/>
          </p:cNvSpPr>
          <p:nvPr>
            <p:ph type="pic" sz="quarter" idx="12"/>
          </p:nvPr>
        </p:nvSpPr>
        <p:spPr>
          <a:xfrm>
            <a:off x="20162837" y="0"/>
            <a:ext cx="16413163" cy="20574000"/>
          </a:xfrm>
          <a:prstGeom prst="rect">
            <a:avLst/>
          </a:prstGeom>
          <a:solidFill>
            <a:schemeClr val="tx1">
              <a:lumMod val="95000"/>
              <a:alpha val="61000"/>
            </a:schemeClr>
          </a:solidFill>
          <a:ln w="9525">
            <a:solidFill>
              <a:schemeClr val="accent5"/>
            </a:solidFill>
          </a:ln>
        </p:spPr>
        <p:txBody>
          <a:bodyPr tIns="2194560" anchor="ctr"/>
          <a:lstStyle>
            <a:lvl1pPr marL="0" indent="0" algn="ctr">
              <a:buFontTx/>
              <a:buNone/>
              <a:defRPr lang="en-US" sz="4000">
                <a:solidFill>
                  <a:schemeClr val="bg1"/>
                </a:solidFill>
                <a:latin typeface="NVIDIA Sans" panose="020B0503020203020204" pitchFamily="34" charset="0"/>
              </a:defRPr>
            </a:lvl1pPr>
          </a:lstStyle>
          <a:p>
            <a:pPr marL="685800" lvl="0" indent="-685800" algn="ctr"/>
            <a:r>
              <a:rPr lang="en-US"/>
              <a:t>Click icon to add picture</a:t>
            </a:r>
          </a:p>
        </p:txBody>
      </p:sp>
    </p:spTree>
    <p:extLst>
      <p:ext uri="{BB962C8B-B14F-4D97-AF65-F5344CB8AC3E}">
        <p14:creationId xmlns:p14="http://schemas.microsoft.com/office/powerpoint/2010/main" val="3776656608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10"/>
    </mc:Choice>
    <mc:Fallback xmlns:a16="http://schemas.microsoft.com/office/drawing/2014/main" xmlns:a14="http://schemas.microsoft.com/office/drawing/2010/main" xmlns="">
      <p:transition/>
    </mc:Fallback>
  </mc:AlternateContent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ext Left TITLE ONLY - Image Righ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Rectangle 4">
            <a:extLst>
              <a:ext uri="{FF2B5EF4-FFF2-40B4-BE49-F238E27FC236}">
                <a16:creationId xmlns:a16="http://schemas.microsoft.com/office/drawing/2014/main" id="{A8F6DF6B-AA28-1E18-7D69-34A1E206799E}"/>
              </a:ext>
            </a:extLst>
          </p:cNvPr>
          <p:cNvSpPr/>
          <p:nvPr userDrawn="1"/>
        </p:nvSpPr>
        <p:spPr>
          <a:xfrm>
            <a:off x="32964120" y="18928080"/>
            <a:ext cx="3611880" cy="1645920"/>
          </a:xfrm>
          <a:prstGeom prst="rect">
            <a:avLst/>
          </a:prstGeom>
          <a:solidFill>
            <a:schemeClr val="tx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lnSpc>
                <a:spcPct val="90000"/>
              </a:lnSpc>
            </a:pPr>
            <a:endParaRPr lang="en-US" sz="4000" dirty="0" err="1">
              <a:solidFill>
                <a:schemeClr val="tx1"/>
              </a:solidFill>
              <a:latin typeface="NVIDIA Sans" panose="020B0503020203020204" pitchFamily="34" charset="0"/>
            </a:endParaRPr>
          </a:p>
        </p:txBody>
      </p:sp>
      <p:sp>
        <p:nvSpPr>
          <p:cNvPr id="11" name="Picture Placeholder 5">
            <a:extLst>
              <a:ext uri="{FF2B5EF4-FFF2-40B4-BE49-F238E27FC236}">
                <a16:creationId xmlns:a16="http://schemas.microsoft.com/office/drawing/2014/main" id="{DF8B1F53-1589-33D7-3C32-077E788C6245}"/>
              </a:ext>
            </a:extLst>
          </p:cNvPr>
          <p:cNvSpPr>
            <a:spLocks noGrp="1"/>
          </p:cNvSpPr>
          <p:nvPr>
            <p:ph type="pic" sz="quarter" idx="13"/>
          </p:nvPr>
        </p:nvSpPr>
        <p:spPr>
          <a:xfrm>
            <a:off x="16422623" y="0"/>
            <a:ext cx="20153377" cy="20574000"/>
          </a:xfrm>
          <a:prstGeom prst="rect">
            <a:avLst/>
          </a:prstGeom>
          <a:solidFill>
            <a:schemeClr val="tx1">
              <a:lumMod val="95000"/>
              <a:alpha val="61000"/>
            </a:schemeClr>
          </a:solidFill>
          <a:ln w="9525">
            <a:solidFill>
              <a:schemeClr val="accent5"/>
            </a:solidFill>
          </a:ln>
        </p:spPr>
        <p:txBody>
          <a:bodyPr tIns="2194560" anchor="ctr"/>
          <a:lstStyle>
            <a:lvl1pPr marL="0" indent="0" algn="ctr">
              <a:buFontTx/>
              <a:buNone/>
              <a:defRPr lang="en-US" sz="4000">
                <a:solidFill>
                  <a:schemeClr val="bg1"/>
                </a:solidFill>
                <a:latin typeface="NVIDIA Sans" panose="020B0503020203020204" pitchFamily="34" charset="0"/>
              </a:defRPr>
            </a:lvl1pPr>
          </a:lstStyle>
          <a:p>
            <a:pPr marL="685800" lvl="0" indent="-685800" algn="ctr"/>
            <a:r>
              <a:rPr lang="en-US"/>
              <a:t>Click icon to add picture</a:t>
            </a:r>
          </a:p>
        </p:txBody>
      </p:sp>
      <p:sp>
        <p:nvSpPr>
          <p:cNvPr id="9" name="Title 1">
            <a:extLst>
              <a:ext uri="{FF2B5EF4-FFF2-40B4-BE49-F238E27FC236}">
                <a16:creationId xmlns:a16="http://schemas.microsoft.com/office/drawing/2014/main" id="{10F4C1EF-D7E4-3702-6092-EFE862FFBFEA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2596896" y="8604153"/>
            <a:ext cx="12179806" cy="3365695"/>
          </a:xfrm>
        </p:spPr>
        <p:txBody>
          <a:bodyPr anchor="ctr">
            <a:normAutofit/>
          </a:bodyPr>
          <a:lstStyle>
            <a:lvl1pPr algn="l">
              <a:spcBef>
                <a:spcPts val="600"/>
              </a:spcBef>
              <a:spcAft>
                <a:spcPts val="600"/>
              </a:spcAft>
              <a:defRPr sz="7200" b="1" cap="none">
                <a:latin typeface="NVIDIA Sans" panose="020B0503020203020204" pitchFamily="34" charset="0"/>
                <a:cs typeface="NVIDIA Sans" panose="020B0503020203020204" pitchFamily="34" charset="0"/>
              </a:defRPr>
            </a:lvl1pPr>
          </a:lstStyle>
          <a:p>
            <a:r>
              <a:rPr lang="en-US" dirty="0"/>
              <a:t>Click To Add Title</a:t>
            </a:r>
          </a:p>
        </p:txBody>
      </p:sp>
      <p:grpSp>
        <p:nvGrpSpPr>
          <p:cNvPr id="6" name="Group 5">
            <a:extLst>
              <a:ext uri="{FF2B5EF4-FFF2-40B4-BE49-F238E27FC236}">
                <a16:creationId xmlns:a16="http://schemas.microsoft.com/office/drawing/2014/main" id="{5E137DE7-1D7A-32A3-A88D-722BA52766C9}"/>
              </a:ext>
            </a:extLst>
          </p:cNvPr>
          <p:cNvGrpSpPr/>
          <p:nvPr userDrawn="1"/>
        </p:nvGrpSpPr>
        <p:grpSpPr>
          <a:xfrm>
            <a:off x="0" y="19504414"/>
            <a:ext cx="2330569" cy="1082936"/>
            <a:chOff x="0" y="19504414"/>
            <a:chExt cx="2330569" cy="1082936"/>
          </a:xfrm>
        </p:grpSpPr>
        <p:sp>
          <p:nvSpPr>
            <p:cNvPr id="7" name="Rectangle 6">
              <a:extLst>
                <a:ext uri="{FF2B5EF4-FFF2-40B4-BE49-F238E27FC236}">
                  <a16:creationId xmlns:a16="http://schemas.microsoft.com/office/drawing/2014/main" id="{9907B295-1243-2BBD-AC77-7002AC68B56D}"/>
                </a:ext>
              </a:extLst>
            </p:cNvPr>
            <p:cNvSpPr/>
            <p:nvPr userDrawn="1"/>
          </p:nvSpPr>
          <p:spPr>
            <a:xfrm>
              <a:off x="0" y="19697679"/>
              <a:ext cx="155448" cy="889671"/>
            </a:xfrm>
            <a:prstGeom prst="rect">
              <a:avLst/>
            </a:prstGeom>
            <a:solidFill>
              <a:schemeClr val="tx2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>
                <a:lnSpc>
                  <a:spcPct val="90000"/>
                </a:lnSpc>
              </a:pPr>
              <a:endParaRPr lang="en-US" sz="4000" dirty="0" err="1">
                <a:solidFill>
                  <a:schemeClr val="tx1"/>
                </a:solidFill>
                <a:latin typeface="NVIDIA Sans" panose="020B0503020203020204" pitchFamily="34" charset="0"/>
              </a:endParaRPr>
            </a:p>
          </p:txBody>
        </p:sp>
        <p:pic>
          <p:nvPicPr>
            <p:cNvPr id="10" name="Picture 9" descr="A picture containing shape&#10;&#10;Description automatically generated">
              <a:extLst>
                <a:ext uri="{FF2B5EF4-FFF2-40B4-BE49-F238E27FC236}">
                  <a16:creationId xmlns:a16="http://schemas.microsoft.com/office/drawing/2014/main" id="{9F124724-C9CF-DF8A-9FE0-CE1C65F9B0DB}"/>
                </a:ext>
              </a:extLst>
            </p:cNvPr>
            <p:cNvPicPr>
              <a:picLocks noChangeAspect="1"/>
            </p:cNvPicPr>
            <p:nvPr userDrawn="1"/>
          </p:nvPicPr>
          <p:blipFill>
            <a:blip r:embed="rId2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327131" y="19504414"/>
              <a:ext cx="2003438" cy="690238"/>
            </a:xfrm>
            <a:prstGeom prst="rect">
              <a:avLst/>
            </a:prstGeom>
          </p:spPr>
        </p:pic>
      </p:grpSp>
    </p:spTree>
    <p:extLst>
      <p:ext uri="{BB962C8B-B14F-4D97-AF65-F5344CB8AC3E}">
        <p14:creationId xmlns:p14="http://schemas.microsoft.com/office/powerpoint/2010/main" val="3272325723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10"/>
    </mc:Choice>
    <mc:Fallback xmlns:a16="http://schemas.microsoft.com/office/drawing/2014/main" xmlns:a14="http://schemas.microsoft.com/office/drawing/2010/main" xmlns="">
      <p:transition/>
    </mc:Fallback>
  </mc:AlternateContent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ext Left NO BULLETS - Image Right 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Rectangle 5">
            <a:extLst>
              <a:ext uri="{FF2B5EF4-FFF2-40B4-BE49-F238E27FC236}">
                <a16:creationId xmlns:a16="http://schemas.microsoft.com/office/drawing/2014/main" id="{A5C5DADC-C505-F594-3ED9-E07FA6C3859F}"/>
              </a:ext>
            </a:extLst>
          </p:cNvPr>
          <p:cNvSpPr/>
          <p:nvPr userDrawn="1"/>
        </p:nvSpPr>
        <p:spPr>
          <a:xfrm>
            <a:off x="32964120" y="18928080"/>
            <a:ext cx="3611880" cy="1645920"/>
          </a:xfrm>
          <a:prstGeom prst="rect">
            <a:avLst/>
          </a:prstGeom>
          <a:solidFill>
            <a:schemeClr val="tx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lnSpc>
                <a:spcPct val="90000"/>
              </a:lnSpc>
            </a:pPr>
            <a:endParaRPr lang="en-US" sz="4000" dirty="0" err="1">
              <a:solidFill>
                <a:schemeClr val="tx1"/>
              </a:solidFill>
              <a:latin typeface="NVIDIA Sans" panose="020B0503020203020204" pitchFamily="34" charset="0"/>
            </a:endParaRPr>
          </a:p>
        </p:txBody>
      </p:sp>
      <p:sp>
        <p:nvSpPr>
          <p:cNvPr id="11" name="Title 1">
            <a:extLst>
              <a:ext uri="{FF2B5EF4-FFF2-40B4-BE49-F238E27FC236}">
                <a16:creationId xmlns:a16="http://schemas.microsoft.com/office/drawing/2014/main" id="{A21B97FD-6C93-BC60-D63A-B88F2C3C2374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2596896" y="6829593"/>
            <a:ext cx="12143232" cy="3365695"/>
          </a:xfrm>
        </p:spPr>
        <p:txBody>
          <a:bodyPr anchor="b">
            <a:normAutofit/>
          </a:bodyPr>
          <a:lstStyle>
            <a:lvl1pPr algn="l">
              <a:spcBef>
                <a:spcPts val="600"/>
              </a:spcBef>
              <a:spcAft>
                <a:spcPts val="600"/>
              </a:spcAft>
              <a:defRPr sz="7200" b="1" cap="none">
                <a:latin typeface="NVIDIA Sans" panose="020B0503020203020204" pitchFamily="34" charset="0"/>
                <a:cs typeface="NVIDIA Sans" panose="020B0503020203020204" pitchFamily="34" charset="0"/>
              </a:defRPr>
            </a:lvl1pPr>
          </a:lstStyle>
          <a:p>
            <a:r>
              <a:rPr lang="en-US" dirty="0"/>
              <a:t>Click To Add Title</a:t>
            </a:r>
          </a:p>
        </p:txBody>
      </p:sp>
      <p:sp>
        <p:nvSpPr>
          <p:cNvPr id="12" name="Text Placeholder 7">
            <a:extLst>
              <a:ext uri="{FF2B5EF4-FFF2-40B4-BE49-F238E27FC236}">
                <a16:creationId xmlns:a16="http://schemas.microsoft.com/office/drawing/2014/main" id="{9BB0DECC-5F4B-7918-876B-2BF2EA6527D5}"/>
              </a:ext>
            </a:extLst>
          </p:cNvPr>
          <p:cNvSpPr>
            <a:spLocks noGrp="1"/>
          </p:cNvSpPr>
          <p:nvPr>
            <p:ph type="body" sz="quarter" idx="10" hasCustomPrompt="1"/>
          </p:nvPr>
        </p:nvSpPr>
        <p:spPr>
          <a:xfrm>
            <a:off x="2596896" y="10283120"/>
            <a:ext cx="12143232" cy="1408176"/>
          </a:xfrm>
          <a:prstGeom prst="rect">
            <a:avLst/>
          </a:prstGeom>
        </p:spPr>
        <p:txBody>
          <a:bodyPr/>
          <a:lstStyle>
            <a:lvl1pPr marL="0" indent="0" algn="l">
              <a:spcBef>
                <a:spcPts val="600"/>
              </a:spcBef>
              <a:spcAft>
                <a:spcPts val="600"/>
              </a:spcAft>
              <a:buFontTx/>
              <a:buNone/>
              <a:defRPr sz="4800">
                <a:solidFill>
                  <a:schemeClr val="tx2"/>
                </a:solidFill>
                <a:latin typeface="NVIDIA Sans" panose="020B0503020203020204" pitchFamily="34" charset="0"/>
                <a:cs typeface="NVIDIA Sans" panose="020B0503020203020204" pitchFamily="34" charset="0"/>
              </a:defRPr>
            </a:lvl1pPr>
            <a:lvl2pPr marL="1371600" indent="0" algn="ctr">
              <a:buFontTx/>
              <a:buNone/>
              <a:defRPr sz="4400">
                <a:latin typeface="NVIDIA Sans" panose="020B0503020203020204" pitchFamily="34" charset="0"/>
              </a:defRPr>
            </a:lvl2pPr>
            <a:lvl3pPr marL="2743200" indent="0" algn="ctr">
              <a:buFontTx/>
              <a:buNone/>
              <a:defRPr sz="4400">
                <a:latin typeface="NVIDIA Sans" panose="020B0503020203020204" pitchFamily="34" charset="0"/>
              </a:defRPr>
            </a:lvl3pPr>
            <a:lvl4pPr marL="4114800" indent="0" algn="ctr">
              <a:buFontTx/>
              <a:buNone/>
              <a:defRPr sz="4400">
                <a:latin typeface="NVIDIA Sans" panose="020B0503020203020204" pitchFamily="34" charset="0"/>
              </a:defRPr>
            </a:lvl4pPr>
            <a:lvl5pPr marL="5486400" indent="0" algn="ctr">
              <a:buFontTx/>
              <a:buNone/>
              <a:defRPr sz="4400">
                <a:latin typeface="NVIDIA Sans" panose="020B0503020203020204" pitchFamily="34" charset="0"/>
              </a:defRPr>
            </a:lvl5pPr>
          </a:lstStyle>
          <a:p>
            <a:pPr lvl="0"/>
            <a:r>
              <a:rPr lang="en-US" dirty="0"/>
              <a:t>Click to edit text styles</a:t>
            </a:r>
          </a:p>
        </p:txBody>
      </p:sp>
      <p:grpSp>
        <p:nvGrpSpPr>
          <p:cNvPr id="2" name="Group 1">
            <a:extLst>
              <a:ext uri="{FF2B5EF4-FFF2-40B4-BE49-F238E27FC236}">
                <a16:creationId xmlns:a16="http://schemas.microsoft.com/office/drawing/2014/main" id="{34FD8965-93AC-C44D-A13A-AA1A59E48E89}"/>
              </a:ext>
            </a:extLst>
          </p:cNvPr>
          <p:cNvGrpSpPr/>
          <p:nvPr userDrawn="1"/>
        </p:nvGrpSpPr>
        <p:grpSpPr>
          <a:xfrm>
            <a:off x="0" y="19504414"/>
            <a:ext cx="2330569" cy="1082936"/>
            <a:chOff x="0" y="19504414"/>
            <a:chExt cx="2330569" cy="1082936"/>
          </a:xfrm>
        </p:grpSpPr>
        <p:sp>
          <p:nvSpPr>
            <p:cNvPr id="8" name="Rectangle 7">
              <a:extLst>
                <a:ext uri="{FF2B5EF4-FFF2-40B4-BE49-F238E27FC236}">
                  <a16:creationId xmlns:a16="http://schemas.microsoft.com/office/drawing/2014/main" id="{8376025B-4D61-0E71-7F02-BE092B8B6E56}"/>
                </a:ext>
              </a:extLst>
            </p:cNvPr>
            <p:cNvSpPr/>
            <p:nvPr userDrawn="1"/>
          </p:nvSpPr>
          <p:spPr>
            <a:xfrm>
              <a:off x="0" y="19697679"/>
              <a:ext cx="155448" cy="889671"/>
            </a:xfrm>
            <a:prstGeom prst="rect">
              <a:avLst/>
            </a:prstGeom>
            <a:solidFill>
              <a:schemeClr val="tx2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>
                <a:lnSpc>
                  <a:spcPct val="90000"/>
                </a:lnSpc>
              </a:pPr>
              <a:endParaRPr lang="en-US" sz="4000" dirty="0" err="1">
                <a:solidFill>
                  <a:schemeClr val="tx1"/>
                </a:solidFill>
                <a:latin typeface="NVIDIA Sans" panose="020B0503020203020204" pitchFamily="34" charset="0"/>
              </a:endParaRPr>
            </a:p>
          </p:txBody>
        </p:sp>
        <p:pic>
          <p:nvPicPr>
            <p:cNvPr id="15" name="Picture 14" descr="A picture containing shape&#10;&#10;Description automatically generated">
              <a:extLst>
                <a:ext uri="{FF2B5EF4-FFF2-40B4-BE49-F238E27FC236}">
                  <a16:creationId xmlns:a16="http://schemas.microsoft.com/office/drawing/2014/main" id="{3868D588-6D8B-CDEB-A2E0-D376E5C6CEF3}"/>
                </a:ext>
              </a:extLst>
            </p:cNvPr>
            <p:cNvPicPr>
              <a:picLocks noChangeAspect="1"/>
            </p:cNvPicPr>
            <p:nvPr userDrawn="1"/>
          </p:nvPicPr>
          <p:blipFill>
            <a:blip r:embed="rId2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327131" y="19504414"/>
              <a:ext cx="2003438" cy="690238"/>
            </a:xfrm>
            <a:prstGeom prst="rect">
              <a:avLst/>
            </a:prstGeom>
          </p:spPr>
        </p:pic>
      </p:grpSp>
      <p:sp>
        <p:nvSpPr>
          <p:cNvPr id="16" name="Picture Placeholder 5">
            <a:extLst>
              <a:ext uri="{FF2B5EF4-FFF2-40B4-BE49-F238E27FC236}">
                <a16:creationId xmlns:a16="http://schemas.microsoft.com/office/drawing/2014/main" id="{822DB8DA-38BC-95A4-39B5-5464378B460A}"/>
              </a:ext>
            </a:extLst>
          </p:cNvPr>
          <p:cNvSpPr>
            <a:spLocks noGrp="1"/>
          </p:cNvSpPr>
          <p:nvPr>
            <p:ph type="pic" sz="quarter" idx="13"/>
          </p:nvPr>
        </p:nvSpPr>
        <p:spPr>
          <a:xfrm>
            <a:off x="16422623" y="0"/>
            <a:ext cx="20153377" cy="20574000"/>
          </a:xfrm>
          <a:prstGeom prst="rect">
            <a:avLst/>
          </a:prstGeom>
          <a:solidFill>
            <a:schemeClr val="tx1">
              <a:lumMod val="95000"/>
              <a:alpha val="61000"/>
            </a:schemeClr>
          </a:solidFill>
          <a:ln w="9525">
            <a:solidFill>
              <a:schemeClr val="accent5"/>
            </a:solidFill>
          </a:ln>
        </p:spPr>
        <p:txBody>
          <a:bodyPr tIns="2194560" anchor="ctr"/>
          <a:lstStyle>
            <a:lvl1pPr marL="0" indent="0" algn="ctr">
              <a:buFontTx/>
              <a:buNone/>
              <a:defRPr lang="en-US" sz="4000">
                <a:solidFill>
                  <a:schemeClr val="bg1"/>
                </a:solidFill>
                <a:latin typeface="NVIDIA Sans" panose="020B0503020203020204" pitchFamily="34" charset="0"/>
              </a:defRPr>
            </a:lvl1pPr>
          </a:lstStyle>
          <a:p>
            <a:pPr marL="685800" lvl="0" indent="-685800" algn="ctr"/>
            <a:r>
              <a:rPr lang="en-US"/>
              <a:t>Click icon to add picture</a:t>
            </a:r>
          </a:p>
        </p:txBody>
      </p:sp>
    </p:spTree>
    <p:extLst>
      <p:ext uri="{BB962C8B-B14F-4D97-AF65-F5344CB8AC3E}">
        <p14:creationId xmlns:p14="http://schemas.microsoft.com/office/powerpoint/2010/main" val="3397368572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10"/>
    </mc:Choice>
    <mc:Fallback xmlns:a16="http://schemas.microsoft.com/office/drawing/2014/main" xmlns:a14="http://schemas.microsoft.com/office/drawing/2010/main" xmlns="">
      <p:transition/>
    </mc:Fallback>
  </mc:AlternateContent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Single Image Layou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" name="Title 1">
            <a:extLst>
              <a:ext uri="{FF2B5EF4-FFF2-40B4-BE49-F238E27FC236}">
                <a16:creationId xmlns:a16="http://schemas.microsoft.com/office/drawing/2014/main" id="{6FA34CC3-F5EE-3A8A-AA13-FC23B233BCFE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2514600" y="0"/>
            <a:ext cx="31546800" cy="2514601"/>
          </a:xfrm>
        </p:spPr>
        <p:txBody>
          <a:bodyPr/>
          <a:lstStyle>
            <a:lvl1pPr>
              <a:defRPr sz="7200" b="1" cap="none">
                <a:latin typeface="NVIDIA Sans" panose="020B0503020203020204" pitchFamily="34" charset="0"/>
                <a:cs typeface="NVIDIA Sans" panose="020B0503020203020204" pitchFamily="34" charset="0"/>
              </a:defRPr>
            </a:lvl1pPr>
          </a:lstStyle>
          <a:p>
            <a:r>
              <a:rPr lang="en-US" dirty="0"/>
              <a:t>Click To Add Title</a:t>
            </a:r>
          </a:p>
        </p:txBody>
      </p:sp>
      <p:sp>
        <p:nvSpPr>
          <p:cNvPr id="20" name="Text Placeholder 7">
            <a:extLst>
              <a:ext uri="{FF2B5EF4-FFF2-40B4-BE49-F238E27FC236}">
                <a16:creationId xmlns:a16="http://schemas.microsoft.com/office/drawing/2014/main" id="{1A682B68-3659-B898-36D3-E447501FB6EE}"/>
              </a:ext>
            </a:extLst>
          </p:cNvPr>
          <p:cNvSpPr>
            <a:spLocks noGrp="1"/>
          </p:cNvSpPr>
          <p:nvPr>
            <p:ph type="body" sz="quarter" idx="10" hasCustomPrompt="1"/>
          </p:nvPr>
        </p:nvSpPr>
        <p:spPr>
          <a:xfrm>
            <a:off x="2514600" y="2487168"/>
            <a:ext cx="31546800" cy="1408176"/>
          </a:xfrm>
          <a:prstGeom prst="rect">
            <a:avLst/>
          </a:prstGeom>
        </p:spPr>
        <p:txBody>
          <a:bodyPr/>
          <a:lstStyle>
            <a:lvl1pPr marL="0" indent="0" algn="ctr">
              <a:spcBef>
                <a:spcPts val="0"/>
              </a:spcBef>
              <a:buFontTx/>
              <a:buNone/>
              <a:defRPr sz="4800">
                <a:solidFill>
                  <a:schemeClr val="tx2"/>
                </a:solidFill>
                <a:latin typeface="NVIDIA Sans" panose="020B0503020203020204" pitchFamily="34" charset="0"/>
                <a:cs typeface="NVIDIA Sans" panose="020B0503020203020204" pitchFamily="34" charset="0"/>
              </a:defRPr>
            </a:lvl1pPr>
            <a:lvl2pPr marL="1371600" indent="0" algn="ctr">
              <a:buFontTx/>
              <a:buNone/>
              <a:defRPr sz="4400">
                <a:latin typeface="NVIDIA Sans" panose="020B0503020203020204" pitchFamily="34" charset="0"/>
              </a:defRPr>
            </a:lvl2pPr>
            <a:lvl3pPr marL="2743200" indent="0" algn="ctr">
              <a:buFontTx/>
              <a:buNone/>
              <a:defRPr sz="4400">
                <a:latin typeface="NVIDIA Sans" panose="020B0503020203020204" pitchFamily="34" charset="0"/>
              </a:defRPr>
            </a:lvl3pPr>
            <a:lvl4pPr marL="4114800" indent="0" algn="ctr">
              <a:buFontTx/>
              <a:buNone/>
              <a:defRPr sz="4400">
                <a:latin typeface="NVIDIA Sans" panose="020B0503020203020204" pitchFamily="34" charset="0"/>
              </a:defRPr>
            </a:lvl4pPr>
            <a:lvl5pPr marL="5486400" indent="0" algn="ctr">
              <a:buFontTx/>
              <a:buNone/>
              <a:defRPr sz="4400">
                <a:latin typeface="NVIDIA Sans" panose="020B0503020203020204" pitchFamily="34" charset="0"/>
              </a:defRPr>
            </a:lvl5pPr>
          </a:lstStyle>
          <a:p>
            <a:pPr lvl="0"/>
            <a:r>
              <a:rPr lang="en-US" dirty="0"/>
              <a:t>Click to add subtitle</a:t>
            </a:r>
          </a:p>
        </p:txBody>
      </p:sp>
      <p:sp>
        <p:nvSpPr>
          <p:cNvPr id="21" name="Picture Placeholder 2">
            <a:extLst>
              <a:ext uri="{FF2B5EF4-FFF2-40B4-BE49-F238E27FC236}">
                <a16:creationId xmlns:a16="http://schemas.microsoft.com/office/drawing/2014/main" id="{359F3285-DAE4-EEAA-1022-7AE1DD168FD5}"/>
              </a:ext>
            </a:extLst>
          </p:cNvPr>
          <p:cNvSpPr>
            <a:spLocks noGrp="1"/>
          </p:cNvSpPr>
          <p:nvPr>
            <p:ph type="pic" sz="quarter" idx="41"/>
          </p:nvPr>
        </p:nvSpPr>
        <p:spPr>
          <a:xfrm>
            <a:off x="6062650" y="4849813"/>
            <a:ext cx="24450701" cy="12019835"/>
          </a:xfrm>
          <a:prstGeom prst="rect">
            <a:avLst/>
          </a:prstGeom>
          <a:solidFill>
            <a:srgbClr val="151617">
              <a:alpha val="61000"/>
            </a:srgbClr>
          </a:solidFill>
          <a:ln w="9525">
            <a:solidFill>
              <a:schemeClr val="accent5"/>
            </a:solidFill>
          </a:ln>
        </p:spPr>
        <p:txBody>
          <a:bodyPr tIns="2194560" anchor="ctr"/>
          <a:lstStyle>
            <a:lvl1pPr marL="0" indent="0" algn="ctr">
              <a:buFontTx/>
              <a:buNone/>
              <a:defRPr sz="4000">
                <a:solidFill>
                  <a:schemeClr val="bg2"/>
                </a:solidFill>
                <a:latin typeface="NVIDIA Sans" panose="020B0503020203020204" pitchFamily="34" charset="0"/>
                <a:cs typeface="NVIDIA Sans" panose="020B0503020203020204" pitchFamily="34" charset="0"/>
              </a:defRPr>
            </a:lvl1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22" name="Text Placeholder 7">
            <a:extLst>
              <a:ext uri="{FF2B5EF4-FFF2-40B4-BE49-F238E27FC236}">
                <a16:creationId xmlns:a16="http://schemas.microsoft.com/office/drawing/2014/main" id="{3ACFA6DD-1412-CA3C-15F4-ED8AD6B2B859}"/>
              </a:ext>
            </a:extLst>
          </p:cNvPr>
          <p:cNvSpPr>
            <a:spLocks noGrp="1"/>
          </p:cNvSpPr>
          <p:nvPr>
            <p:ph type="body" sz="quarter" idx="71" hasCustomPrompt="1"/>
          </p:nvPr>
        </p:nvSpPr>
        <p:spPr>
          <a:xfrm>
            <a:off x="6062650" y="17063961"/>
            <a:ext cx="24450701" cy="750359"/>
          </a:xfrm>
          <a:prstGeom prst="rect">
            <a:avLst/>
          </a:prstGeom>
        </p:spPr>
        <p:txBody>
          <a:bodyPr anchor="b"/>
          <a:lstStyle>
            <a:lvl1pPr marL="0" indent="0" algn="ctr">
              <a:spcBef>
                <a:spcPts val="1200"/>
              </a:spcBef>
              <a:buFontTx/>
              <a:buNone/>
              <a:defRPr sz="4000" b="0" cap="none" baseline="0">
                <a:solidFill>
                  <a:schemeClr val="bg1"/>
                </a:solidFill>
                <a:latin typeface="+mj-lt"/>
                <a:cs typeface="NVIDIA Sans" panose="020B0503020203020204" pitchFamily="34" charset="0"/>
              </a:defRPr>
            </a:lvl1pPr>
            <a:lvl2pPr marL="2562790" indent="0">
              <a:buFontTx/>
              <a:buNone/>
              <a:defRPr sz="4000" b="1">
                <a:solidFill>
                  <a:schemeClr val="tx1"/>
                </a:solidFill>
                <a:latin typeface="NVIDIA Sans" panose="020B0503020203020204" pitchFamily="34" charset="0"/>
              </a:defRPr>
            </a:lvl2pPr>
            <a:lvl3pPr marL="4883584" indent="0">
              <a:buFontTx/>
              <a:buNone/>
              <a:defRPr sz="4000" b="1">
                <a:solidFill>
                  <a:schemeClr val="tx1"/>
                </a:solidFill>
                <a:latin typeface="NVIDIA Sans" panose="020B0503020203020204" pitchFamily="34" charset="0"/>
              </a:defRPr>
            </a:lvl3pPr>
            <a:lvl4pPr marL="6933729" indent="0">
              <a:buFontTx/>
              <a:buNone/>
              <a:defRPr sz="4000" b="1">
                <a:solidFill>
                  <a:schemeClr val="tx1"/>
                </a:solidFill>
                <a:latin typeface="NVIDIA Sans" panose="020B0503020203020204" pitchFamily="34" charset="0"/>
              </a:defRPr>
            </a:lvl4pPr>
            <a:lvl5pPr marL="8471409" indent="0">
              <a:buFontTx/>
              <a:buNone/>
              <a:defRPr sz="4000" b="1">
                <a:solidFill>
                  <a:schemeClr val="tx1"/>
                </a:solidFill>
                <a:latin typeface="NVIDIA Sans" panose="020B0503020203020204" pitchFamily="34" charset="0"/>
              </a:defRPr>
            </a:lvl5pPr>
          </a:lstStyle>
          <a:p>
            <a:pPr lvl="0"/>
            <a:r>
              <a:rPr lang="en-US" dirty="0"/>
              <a:t>Click To Add Title</a:t>
            </a:r>
          </a:p>
        </p:txBody>
      </p:sp>
      <p:sp>
        <p:nvSpPr>
          <p:cNvPr id="23" name="Text Placeholder 7">
            <a:extLst>
              <a:ext uri="{FF2B5EF4-FFF2-40B4-BE49-F238E27FC236}">
                <a16:creationId xmlns:a16="http://schemas.microsoft.com/office/drawing/2014/main" id="{A36BBB72-064F-A97E-FE2D-2916C4D3DAF2}"/>
              </a:ext>
            </a:extLst>
          </p:cNvPr>
          <p:cNvSpPr>
            <a:spLocks noGrp="1"/>
          </p:cNvSpPr>
          <p:nvPr>
            <p:ph type="body" sz="quarter" idx="72" hasCustomPrompt="1"/>
          </p:nvPr>
        </p:nvSpPr>
        <p:spPr>
          <a:xfrm>
            <a:off x="6062650" y="17751568"/>
            <a:ext cx="24450701" cy="750359"/>
          </a:xfrm>
          <a:prstGeom prst="rect">
            <a:avLst/>
          </a:prstGeom>
        </p:spPr>
        <p:txBody>
          <a:bodyPr/>
          <a:lstStyle>
            <a:lvl1pPr marL="0" indent="0" algn="ctr">
              <a:spcBef>
                <a:spcPts val="600"/>
              </a:spcBef>
              <a:buFontTx/>
              <a:buNone/>
              <a:defRPr sz="2800" b="0">
                <a:solidFill>
                  <a:schemeClr val="bg1"/>
                </a:solidFill>
                <a:latin typeface="NVIDIA Sans" panose="020B0503020203020204" pitchFamily="34" charset="0"/>
                <a:cs typeface="NVIDIA Sans" panose="020B0503020203020204" pitchFamily="34" charset="0"/>
              </a:defRPr>
            </a:lvl1pPr>
            <a:lvl2pPr marL="2562790" indent="0">
              <a:buFontTx/>
              <a:buNone/>
              <a:defRPr sz="4000" b="1">
                <a:solidFill>
                  <a:schemeClr val="tx1"/>
                </a:solidFill>
                <a:latin typeface="NVIDIA Sans" panose="020B0503020203020204" pitchFamily="34" charset="0"/>
              </a:defRPr>
            </a:lvl2pPr>
            <a:lvl3pPr marL="4883584" indent="0">
              <a:buFontTx/>
              <a:buNone/>
              <a:defRPr sz="4000" b="1">
                <a:solidFill>
                  <a:schemeClr val="tx1"/>
                </a:solidFill>
                <a:latin typeface="NVIDIA Sans" panose="020B0503020203020204" pitchFamily="34" charset="0"/>
              </a:defRPr>
            </a:lvl3pPr>
            <a:lvl4pPr marL="6933729" indent="0">
              <a:buFontTx/>
              <a:buNone/>
              <a:defRPr sz="4000" b="1">
                <a:solidFill>
                  <a:schemeClr val="tx1"/>
                </a:solidFill>
                <a:latin typeface="NVIDIA Sans" panose="020B0503020203020204" pitchFamily="34" charset="0"/>
              </a:defRPr>
            </a:lvl4pPr>
            <a:lvl5pPr marL="8471409" indent="0">
              <a:buFontTx/>
              <a:buNone/>
              <a:defRPr sz="4000" b="1">
                <a:solidFill>
                  <a:schemeClr val="tx1"/>
                </a:solidFill>
                <a:latin typeface="NVIDIA Sans" panose="020B0503020203020204" pitchFamily="34" charset="0"/>
              </a:defRPr>
            </a:lvl5pPr>
          </a:lstStyle>
          <a:p>
            <a:pPr lvl="0"/>
            <a:r>
              <a:rPr lang="en-US" dirty="0"/>
              <a:t>Click to add subtitle</a:t>
            </a:r>
          </a:p>
        </p:txBody>
      </p:sp>
    </p:spTree>
    <p:extLst>
      <p:ext uri="{BB962C8B-B14F-4D97-AF65-F5344CB8AC3E}">
        <p14:creationId xmlns:p14="http://schemas.microsoft.com/office/powerpoint/2010/main" val="3930681091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10"/>
    </mc:Choice>
    <mc:Fallback xmlns:a16="http://schemas.microsoft.com/office/drawing/2014/main" xmlns="">
      <p:transition/>
    </mc:Fallback>
  </mc:AlternateContent>
</p:sldLayout>
</file>

<file path=ppt/slideLayouts/slideLayout1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Image w/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" name="Content Placeholder 2">
            <a:extLst>
              <a:ext uri="{FF2B5EF4-FFF2-40B4-BE49-F238E27FC236}">
                <a16:creationId xmlns:a16="http://schemas.microsoft.com/office/drawing/2014/main" id="{9904B512-77C9-3A9F-0589-67D0C765FDC0}"/>
              </a:ext>
            </a:extLst>
          </p:cNvPr>
          <p:cNvSpPr>
            <a:spLocks noGrp="1"/>
          </p:cNvSpPr>
          <p:nvPr>
            <p:ph idx="31" hasCustomPrompt="1"/>
          </p:nvPr>
        </p:nvSpPr>
        <p:spPr>
          <a:xfrm>
            <a:off x="19354800" y="6919968"/>
            <a:ext cx="15583596" cy="7879524"/>
          </a:xfrm>
          <a:prstGeom prst="rect">
            <a:avLst/>
          </a:prstGeom>
        </p:spPr>
        <p:txBody>
          <a:bodyPr anchor="ctr"/>
          <a:lstStyle>
            <a:lvl1pPr marL="457200" indent="-457200">
              <a:buClr>
                <a:schemeClr val="tx2"/>
              </a:buClr>
              <a:buFont typeface="NVIDIA Sans" panose="020B0503020203020204" pitchFamily="34" charset="0"/>
              <a:buChar char="•"/>
              <a:defRPr sz="4400">
                <a:solidFill>
                  <a:schemeClr val="bg1"/>
                </a:solidFill>
                <a:latin typeface="NVIDIA Sans" panose="020B0503020203020204" pitchFamily="34" charset="0"/>
                <a:cs typeface="NVIDIA Sans" panose="020B0503020203020204" pitchFamily="34" charset="0"/>
              </a:defRPr>
            </a:lvl1pPr>
            <a:lvl2pPr marL="1371600" indent="-457200">
              <a:buClr>
                <a:schemeClr val="tx2"/>
              </a:buClr>
              <a:buFont typeface="NVIDIA Sans" panose="020B0503020203020204" pitchFamily="34" charset="0"/>
              <a:buChar char="•"/>
              <a:defRPr sz="4000">
                <a:solidFill>
                  <a:schemeClr val="bg1"/>
                </a:solidFill>
                <a:latin typeface="NVIDIA Sans" panose="020B0503020203020204" pitchFamily="34" charset="0"/>
                <a:cs typeface="NVIDIA Sans" panose="020B0503020203020204" pitchFamily="34" charset="0"/>
              </a:defRPr>
            </a:lvl2pPr>
            <a:lvl3pPr marL="2286000" indent="-457200">
              <a:buClr>
                <a:schemeClr val="tx2"/>
              </a:buClr>
              <a:buFont typeface="NVIDIA Sans" panose="020B0503020203020204" pitchFamily="34" charset="0"/>
              <a:buChar char="•"/>
              <a:defRPr sz="3600">
                <a:solidFill>
                  <a:schemeClr val="bg1"/>
                </a:solidFill>
                <a:latin typeface="NVIDIA Sans" panose="020B0503020203020204" pitchFamily="34" charset="0"/>
                <a:cs typeface="NVIDIA Sans" panose="020B0503020203020204" pitchFamily="34" charset="0"/>
              </a:defRPr>
            </a:lvl3pPr>
            <a:lvl4pPr marL="3200400" indent="-457200">
              <a:buClr>
                <a:schemeClr val="tx2"/>
              </a:buClr>
              <a:buFont typeface="NVIDIA Sans" panose="020B0503020203020204" pitchFamily="34" charset="0"/>
              <a:buChar char="•"/>
              <a:defRPr sz="3200">
                <a:solidFill>
                  <a:schemeClr val="bg1"/>
                </a:solidFill>
                <a:latin typeface="NVIDIA Sans" panose="020B0503020203020204" pitchFamily="34" charset="0"/>
                <a:cs typeface="NVIDIA Sans" panose="020B0503020203020204" pitchFamily="34" charset="0"/>
              </a:defRPr>
            </a:lvl4pPr>
            <a:lvl5pPr marL="4054475" indent="-396875">
              <a:buClr>
                <a:schemeClr val="tx2"/>
              </a:buClr>
              <a:buFont typeface="NVIDIA Sans" panose="020B0503020203020204" pitchFamily="34" charset="0"/>
              <a:buChar char="•"/>
              <a:defRPr sz="2800">
                <a:solidFill>
                  <a:schemeClr val="bg1"/>
                </a:solidFill>
                <a:latin typeface="NVIDIA Sans" panose="020B0503020203020204" pitchFamily="34" charset="0"/>
                <a:cs typeface="NVIDIA Sans" panose="020B0503020203020204" pitchFamily="34" charset="0"/>
              </a:defRPr>
            </a:lvl5pPr>
          </a:lstStyle>
          <a:p>
            <a:pPr lvl="0"/>
            <a:r>
              <a:rPr lang="en-US" dirty="0"/>
              <a:t>Click to edit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20" name="Picture Placeholder 2">
            <a:extLst>
              <a:ext uri="{FF2B5EF4-FFF2-40B4-BE49-F238E27FC236}">
                <a16:creationId xmlns:a16="http://schemas.microsoft.com/office/drawing/2014/main" id="{FC8AA277-6DD1-2CCF-12CD-C2AD75B0A14F}"/>
              </a:ext>
            </a:extLst>
          </p:cNvPr>
          <p:cNvSpPr>
            <a:spLocks noGrp="1"/>
          </p:cNvSpPr>
          <p:nvPr>
            <p:ph type="pic" sz="quarter" idx="11"/>
          </p:nvPr>
        </p:nvSpPr>
        <p:spPr>
          <a:xfrm>
            <a:off x="1637604" y="4849813"/>
            <a:ext cx="16345595" cy="12019835"/>
          </a:xfrm>
          <a:prstGeom prst="rect">
            <a:avLst/>
          </a:prstGeom>
          <a:solidFill>
            <a:srgbClr val="151617">
              <a:alpha val="61000"/>
            </a:srgbClr>
          </a:solidFill>
          <a:ln w="9525">
            <a:solidFill>
              <a:schemeClr val="accent5"/>
            </a:solidFill>
          </a:ln>
        </p:spPr>
        <p:txBody>
          <a:bodyPr tIns="2194560" anchor="ctr"/>
          <a:lstStyle>
            <a:lvl1pPr marL="0" indent="0" algn="ctr">
              <a:buFontTx/>
              <a:buNone/>
              <a:defRPr sz="4000">
                <a:solidFill>
                  <a:schemeClr val="bg2"/>
                </a:solidFill>
                <a:latin typeface="NVIDIA Sans" panose="020B0503020203020204" pitchFamily="34" charset="0"/>
                <a:cs typeface="NVIDIA Sans" panose="020B0503020203020204" pitchFamily="34" charset="0"/>
              </a:defRPr>
            </a:lvl1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21" name="Text Placeholder 7">
            <a:extLst>
              <a:ext uri="{FF2B5EF4-FFF2-40B4-BE49-F238E27FC236}">
                <a16:creationId xmlns:a16="http://schemas.microsoft.com/office/drawing/2014/main" id="{4DD79B1E-BCCA-42A9-FF20-7B376772A569}"/>
              </a:ext>
            </a:extLst>
          </p:cNvPr>
          <p:cNvSpPr>
            <a:spLocks noGrp="1"/>
          </p:cNvSpPr>
          <p:nvPr>
            <p:ph type="body" sz="quarter" idx="71" hasCustomPrompt="1"/>
          </p:nvPr>
        </p:nvSpPr>
        <p:spPr>
          <a:xfrm>
            <a:off x="1637604" y="17063961"/>
            <a:ext cx="16345595" cy="750359"/>
          </a:xfrm>
          <a:prstGeom prst="rect">
            <a:avLst/>
          </a:prstGeom>
        </p:spPr>
        <p:txBody>
          <a:bodyPr anchor="b"/>
          <a:lstStyle>
            <a:lvl1pPr marL="0" indent="0" algn="ctr">
              <a:spcBef>
                <a:spcPts val="1200"/>
              </a:spcBef>
              <a:buFontTx/>
              <a:buNone/>
              <a:defRPr sz="4000" b="0" cap="none" baseline="0">
                <a:solidFill>
                  <a:schemeClr val="bg1"/>
                </a:solidFill>
                <a:latin typeface="+mj-lt"/>
                <a:cs typeface="NVIDIA Sans" panose="020B0503020203020204" pitchFamily="34" charset="0"/>
              </a:defRPr>
            </a:lvl1pPr>
            <a:lvl2pPr marL="2562790" indent="0">
              <a:buFontTx/>
              <a:buNone/>
              <a:defRPr sz="4000" b="1">
                <a:solidFill>
                  <a:schemeClr val="tx1"/>
                </a:solidFill>
                <a:latin typeface="NVIDIA Sans" panose="020B0503020203020204" pitchFamily="34" charset="0"/>
              </a:defRPr>
            </a:lvl2pPr>
            <a:lvl3pPr marL="4883584" indent="0">
              <a:buFontTx/>
              <a:buNone/>
              <a:defRPr sz="4000" b="1">
                <a:solidFill>
                  <a:schemeClr val="tx1"/>
                </a:solidFill>
                <a:latin typeface="NVIDIA Sans" panose="020B0503020203020204" pitchFamily="34" charset="0"/>
              </a:defRPr>
            </a:lvl3pPr>
            <a:lvl4pPr marL="6933729" indent="0">
              <a:buFontTx/>
              <a:buNone/>
              <a:defRPr sz="4000" b="1">
                <a:solidFill>
                  <a:schemeClr val="tx1"/>
                </a:solidFill>
                <a:latin typeface="NVIDIA Sans" panose="020B0503020203020204" pitchFamily="34" charset="0"/>
              </a:defRPr>
            </a:lvl4pPr>
            <a:lvl5pPr marL="8471409" indent="0">
              <a:buFontTx/>
              <a:buNone/>
              <a:defRPr sz="4000" b="1">
                <a:solidFill>
                  <a:schemeClr val="tx1"/>
                </a:solidFill>
                <a:latin typeface="NVIDIA Sans" panose="020B0503020203020204" pitchFamily="34" charset="0"/>
              </a:defRPr>
            </a:lvl5pPr>
          </a:lstStyle>
          <a:p>
            <a:pPr lvl="0"/>
            <a:r>
              <a:rPr lang="en-US" dirty="0"/>
              <a:t>Click To Add Title</a:t>
            </a:r>
          </a:p>
        </p:txBody>
      </p:sp>
      <p:sp>
        <p:nvSpPr>
          <p:cNvPr id="22" name="Text Placeholder 7">
            <a:extLst>
              <a:ext uri="{FF2B5EF4-FFF2-40B4-BE49-F238E27FC236}">
                <a16:creationId xmlns:a16="http://schemas.microsoft.com/office/drawing/2014/main" id="{38FAA03E-2924-5648-AA06-0B8C894A49DD}"/>
              </a:ext>
            </a:extLst>
          </p:cNvPr>
          <p:cNvSpPr>
            <a:spLocks noGrp="1"/>
          </p:cNvSpPr>
          <p:nvPr>
            <p:ph type="body" sz="quarter" idx="72" hasCustomPrompt="1"/>
          </p:nvPr>
        </p:nvSpPr>
        <p:spPr>
          <a:xfrm>
            <a:off x="1637604" y="17751568"/>
            <a:ext cx="16345595" cy="750359"/>
          </a:xfrm>
          <a:prstGeom prst="rect">
            <a:avLst/>
          </a:prstGeom>
        </p:spPr>
        <p:txBody>
          <a:bodyPr/>
          <a:lstStyle>
            <a:lvl1pPr marL="0" indent="0" algn="ctr">
              <a:spcBef>
                <a:spcPts val="600"/>
              </a:spcBef>
              <a:buFontTx/>
              <a:buNone/>
              <a:defRPr sz="2800" b="0">
                <a:solidFill>
                  <a:schemeClr val="bg1"/>
                </a:solidFill>
                <a:latin typeface="NVIDIA Sans" panose="020B0503020203020204" pitchFamily="34" charset="0"/>
                <a:cs typeface="NVIDIA Sans" panose="020B0503020203020204" pitchFamily="34" charset="0"/>
              </a:defRPr>
            </a:lvl1pPr>
            <a:lvl2pPr marL="2562790" indent="0">
              <a:buFontTx/>
              <a:buNone/>
              <a:defRPr sz="4000" b="1">
                <a:solidFill>
                  <a:schemeClr val="tx1"/>
                </a:solidFill>
                <a:latin typeface="NVIDIA Sans" panose="020B0503020203020204" pitchFamily="34" charset="0"/>
              </a:defRPr>
            </a:lvl2pPr>
            <a:lvl3pPr marL="4883584" indent="0">
              <a:buFontTx/>
              <a:buNone/>
              <a:defRPr sz="4000" b="1">
                <a:solidFill>
                  <a:schemeClr val="tx1"/>
                </a:solidFill>
                <a:latin typeface="NVIDIA Sans" panose="020B0503020203020204" pitchFamily="34" charset="0"/>
              </a:defRPr>
            </a:lvl3pPr>
            <a:lvl4pPr marL="6933729" indent="0">
              <a:buFontTx/>
              <a:buNone/>
              <a:defRPr sz="4000" b="1">
                <a:solidFill>
                  <a:schemeClr val="tx1"/>
                </a:solidFill>
                <a:latin typeface="NVIDIA Sans" panose="020B0503020203020204" pitchFamily="34" charset="0"/>
              </a:defRPr>
            </a:lvl4pPr>
            <a:lvl5pPr marL="8471409" indent="0">
              <a:buFontTx/>
              <a:buNone/>
              <a:defRPr sz="4000" b="1">
                <a:solidFill>
                  <a:schemeClr val="tx1"/>
                </a:solidFill>
                <a:latin typeface="NVIDIA Sans" panose="020B0503020203020204" pitchFamily="34" charset="0"/>
              </a:defRPr>
            </a:lvl5pPr>
          </a:lstStyle>
          <a:p>
            <a:pPr lvl="0"/>
            <a:r>
              <a:rPr lang="en-US" dirty="0"/>
              <a:t>Click to add subtitle</a:t>
            </a:r>
          </a:p>
        </p:txBody>
      </p:sp>
      <p:sp>
        <p:nvSpPr>
          <p:cNvPr id="23" name="Title 1">
            <a:extLst>
              <a:ext uri="{FF2B5EF4-FFF2-40B4-BE49-F238E27FC236}">
                <a16:creationId xmlns:a16="http://schemas.microsoft.com/office/drawing/2014/main" id="{A4A33F69-6DBC-F1DB-EAD6-D5B9002DFD19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2514600" y="0"/>
            <a:ext cx="31546800" cy="2514601"/>
          </a:xfrm>
        </p:spPr>
        <p:txBody>
          <a:bodyPr/>
          <a:lstStyle>
            <a:lvl1pPr>
              <a:defRPr sz="7200" b="1" cap="none">
                <a:latin typeface="NVIDIA Sans" panose="020B0503020203020204" pitchFamily="34" charset="0"/>
                <a:cs typeface="NVIDIA Sans" panose="020B0503020203020204" pitchFamily="34" charset="0"/>
              </a:defRPr>
            </a:lvl1pPr>
          </a:lstStyle>
          <a:p>
            <a:r>
              <a:rPr lang="en-US" dirty="0"/>
              <a:t>Click To Add Title</a:t>
            </a:r>
          </a:p>
        </p:txBody>
      </p:sp>
      <p:sp>
        <p:nvSpPr>
          <p:cNvPr id="30" name="Text Placeholder 7">
            <a:extLst>
              <a:ext uri="{FF2B5EF4-FFF2-40B4-BE49-F238E27FC236}">
                <a16:creationId xmlns:a16="http://schemas.microsoft.com/office/drawing/2014/main" id="{0430B97A-31FA-023E-3290-2B9B63D00591}"/>
              </a:ext>
            </a:extLst>
          </p:cNvPr>
          <p:cNvSpPr>
            <a:spLocks noGrp="1"/>
          </p:cNvSpPr>
          <p:nvPr>
            <p:ph type="body" sz="quarter" idx="10" hasCustomPrompt="1"/>
          </p:nvPr>
        </p:nvSpPr>
        <p:spPr>
          <a:xfrm>
            <a:off x="2514600" y="2487168"/>
            <a:ext cx="31546800" cy="1408176"/>
          </a:xfrm>
          <a:prstGeom prst="rect">
            <a:avLst/>
          </a:prstGeom>
        </p:spPr>
        <p:txBody>
          <a:bodyPr/>
          <a:lstStyle>
            <a:lvl1pPr marL="0" indent="0" algn="ctr">
              <a:spcBef>
                <a:spcPts val="0"/>
              </a:spcBef>
              <a:buFontTx/>
              <a:buNone/>
              <a:defRPr sz="4800">
                <a:solidFill>
                  <a:schemeClr val="tx2"/>
                </a:solidFill>
                <a:latin typeface="NVIDIA Sans" panose="020B0503020203020204" pitchFamily="34" charset="0"/>
                <a:cs typeface="NVIDIA Sans" panose="020B0503020203020204" pitchFamily="34" charset="0"/>
              </a:defRPr>
            </a:lvl1pPr>
            <a:lvl2pPr marL="1371600" indent="0" algn="ctr">
              <a:buFontTx/>
              <a:buNone/>
              <a:defRPr sz="4400">
                <a:latin typeface="NVIDIA Sans" panose="020B0503020203020204" pitchFamily="34" charset="0"/>
              </a:defRPr>
            </a:lvl2pPr>
            <a:lvl3pPr marL="2743200" indent="0" algn="ctr">
              <a:buFontTx/>
              <a:buNone/>
              <a:defRPr sz="4400">
                <a:latin typeface="NVIDIA Sans" panose="020B0503020203020204" pitchFamily="34" charset="0"/>
              </a:defRPr>
            </a:lvl3pPr>
            <a:lvl4pPr marL="4114800" indent="0" algn="ctr">
              <a:buFontTx/>
              <a:buNone/>
              <a:defRPr sz="4400">
                <a:latin typeface="NVIDIA Sans" panose="020B0503020203020204" pitchFamily="34" charset="0"/>
              </a:defRPr>
            </a:lvl4pPr>
            <a:lvl5pPr marL="5486400" indent="0" algn="ctr">
              <a:buFontTx/>
              <a:buNone/>
              <a:defRPr sz="4400">
                <a:latin typeface="NVIDIA Sans" panose="020B0503020203020204" pitchFamily="34" charset="0"/>
              </a:defRPr>
            </a:lvl5pPr>
          </a:lstStyle>
          <a:p>
            <a:pPr lvl="0"/>
            <a:r>
              <a:rPr lang="en-US" dirty="0"/>
              <a:t>Click to add subtitle</a:t>
            </a:r>
          </a:p>
        </p:txBody>
      </p:sp>
    </p:spTree>
    <p:extLst>
      <p:ext uri="{BB962C8B-B14F-4D97-AF65-F5344CB8AC3E}">
        <p14:creationId xmlns:p14="http://schemas.microsoft.com/office/powerpoint/2010/main" val="4282953340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10"/>
    </mc:Choice>
    <mc:Fallback xmlns:a16="http://schemas.microsoft.com/office/drawing/2014/main" xmlns="">
      <p:transition/>
    </mc:Fallback>
  </mc:AlternateContent>
</p:sldLayout>
</file>

<file path=ppt/slideLayouts/slideLayout1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2-up Imag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" name="Title 1">
            <a:extLst>
              <a:ext uri="{FF2B5EF4-FFF2-40B4-BE49-F238E27FC236}">
                <a16:creationId xmlns:a16="http://schemas.microsoft.com/office/drawing/2014/main" id="{9BBA88D4-0997-C5B9-36CF-9B1633F8B55A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2514600" y="0"/>
            <a:ext cx="31546800" cy="2514601"/>
          </a:xfrm>
        </p:spPr>
        <p:txBody>
          <a:bodyPr/>
          <a:lstStyle>
            <a:lvl1pPr>
              <a:defRPr sz="7200" b="1" cap="none">
                <a:latin typeface="NVIDIA Sans" panose="020B0503020203020204" pitchFamily="34" charset="0"/>
                <a:cs typeface="NVIDIA Sans" panose="020B0503020203020204" pitchFamily="34" charset="0"/>
              </a:defRPr>
            </a:lvl1pPr>
          </a:lstStyle>
          <a:p>
            <a:r>
              <a:rPr lang="en-US" dirty="0"/>
              <a:t>Click To Add Title</a:t>
            </a:r>
          </a:p>
        </p:txBody>
      </p:sp>
      <p:sp>
        <p:nvSpPr>
          <p:cNvPr id="18" name="Text Placeholder 7">
            <a:extLst>
              <a:ext uri="{FF2B5EF4-FFF2-40B4-BE49-F238E27FC236}">
                <a16:creationId xmlns:a16="http://schemas.microsoft.com/office/drawing/2014/main" id="{CE739272-8253-AD42-BD05-8F666D49821D}"/>
              </a:ext>
            </a:extLst>
          </p:cNvPr>
          <p:cNvSpPr>
            <a:spLocks noGrp="1"/>
          </p:cNvSpPr>
          <p:nvPr>
            <p:ph type="body" sz="quarter" idx="10" hasCustomPrompt="1"/>
          </p:nvPr>
        </p:nvSpPr>
        <p:spPr>
          <a:xfrm>
            <a:off x="2514600" y="2487168"/>
            <a:ext cx="31546800" cy="1408176"/>
          </a:xfrm>
          <a:prstGeom prst="rect">
            <a:avLst/>
          </a:prstGeom>
        </p:spPr>
        <p:txBody>
          <a:bodyPr/>
          <a:lstStyle>
            <a:lvl1pPr marL="0" indent="0" algn="ctr">
              <a:spcBef>
                <a:spcPts val="0"/>
              </a:spcBef>
              <a:buFontTx/>
              <a:buNone/>
              <a:defRPr sz="4800">
                <a:solidFill>
                  <a:schemeClr val="tx2"/>
                </a:solidFill>
                <a:latin typeface="NVIDIA Sans" panose="020B0503020203020204" pitchFamily="34" charset="0"/>
                <a:cs typeface="NVIDIA Sans" panose="020B0503020203020204" pitchFamily="34" charset="0"/>
              </a:defRPr>
            </a:lvl1pPr>
            <a:lvl2pPr marL="1371600" indent="0" algn="ctr">
              <a:buFontTx/>
              <a:buNone/>
              <a:defRPr sz="4400">
                <a:latin typeface="NVIDIA Sans" panose="020B0503020203020204" pitchFamily="34" charset="0"/>
              </a:defRPr>
            </a:lvl2pPr>
            <a:lvl3pPr marL="2743200" indent="0" algn="ctr">
              <a:buFontTx/>
              <a:buNone/>
              <a:defRPr sz="4400">
                <a:latin typeface="NVIDIA Sans" panose="020B0503020203020204" pitchFamily="34" charset="0"/>
              </a:defRPr>
            </a:lvl3pPr>
            <a:lvl4pPr marL="4114800" indent="0" algn="ctr">
              <a:buFontTx/>
              <a:buNone/>
              <a:defRPr sz="4400">
                <a:latin typeface="NVIDIA Sans" panose="020B0503020203020204" pitchFamily="34" charset="0"/>
              </a:defRPr>
            </a:lvl4pPr>
            <a:lvl5pPr marL="5486400" indent="0" algn="ctr">
              <a:buFontTx/>
              <a:buNone/>
              <a:defRPr sz="4400">
                <a:latin typeface="NVIDIA Sans" panose="020B0503020203020204" pitchFamily="34" charset="0"/>
              </a:defRPr>
            </a:lvl5pPr>
          </a:lstStyle>
          <a:p>
            <a:pPr lvl="0"/>
            <a:r>
              <a:rPr lang="en-US" dirty="0"/>
              <a:t>Click to add subtitle</a:t>
            </a:r>
          </a:p>
        </p:txBody>
      </p:sp>
      <p:sp>
        <p:nvSpPr>
          <p:cNvPr id="20" name="Picture Placeholder 2">
            <a:extLst>
              <a:ext uri="{FF2B5EF4-FFF2-40B4-BE49-F238E27FC236}">
                <a16:creationId xmlns:a16="http://schemas.microsoft.com/office/drawing/2014/main" id="{278AB0E9-F286-1C40-1AD6-B85103B0AF6E}"/>
              </a:ext>
            </a:extLst>
          </p:cNvPr>
          <p:cNvSpPr>
            <a:spLocks noGrp="1"/>
          </p:cNvSpPr>
          <p:nvPr>
            <p:ph type="pic" sz="quarter" idx="11"/>
          </p:nvPr>
        </p:nvSpPr>
        <p:spPr>
          <a:xfrm>
            <a:off x="1637604" y="4849813"/>
            <a:ext cx="16345595" cy="12019835"/>
          </a:xfrm>
          <a:prstGeom prst="rect">
            <a:avLst/>
          </a:prstGeom>
          <a:solidFill>
            <a:srgbClr val="151617">
              <a:alpha val="61000"/>
            </a:srgbClr>
          </a:solidFill>
          <a:ln w="9525">
            <a:solidFill>
              <a:schemeClr val="accent5"/>
            </a:solidFill>
          </a:ln>
        </p:spPr>
        <p:txBody>
          <a:bodyPr tIns="2194560" anchor="ctr"/>
          <a:lstStyle>
            <a:lvl1pPr marL="0" indent="0" algn="ctr">
              <a:buFontTx/>
              <a:buNone/>
              <a:defRPr sz="4000">
                <a:solidFill>
                  <a:schemeClr val="bg2"/>
                </a:solidFill>
                <a:latin typeface="NVIDIA Sans" panose="020B0503020203020204" pitchFamily="34" charset="0"/>
                <a:cs typeface="NVIDIA Sans" panose="020B0503020203020204" pitchFamily="34" charset="0"/>
              </a:defRPr>
            </a:lvl1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21" name="Picture Placeholder 2">
            <a:extLst>
              <a:ext uri="{FF2B5EF4-FFF2-40B4-BE49-F238E27FC236}">
                <a16:creationId xmlns:a16="http://schemas.microsoft.com/office/drawing/2014/main" id="{1FC3074C-54D1-DCE0-426E-97BA7CD58B85}"/>
              </a:ext>
            </a:extLst>
          </p:cNvPr>
          <p:cNvSpPr>
            <a:spLocks noGrp="1"/>
          </p:cNvSpPr>
          <p:nvPr>
            <p:ph type="pic" sz="quarter" idx="31"/>
          </p:nvPr>
        </p:nvSpPr>
        <p:spPr>
          <a:xfrm>
            <a:off x="18592799" y="4849813"/>
            <a:ext cx="16345595" cy="12019835"/>
          </a:xfrm>
          <a:prstGeom prst="rect">
            <a:avLst/>
          </a:prstGeom>
          <a:solidFill>
            <a:srgbClr val="151617">
              <a:alpha val="61000"/>
            </a:srgbClr>
          </a:solidFill>
          <a:ln w="9525">
            <a:solidFill>
              <a:schemeClr val="accent5"/>
            </a:solidFill>
          </a:ln>
        </p:spPr>
        <p:txBody>
          <a:bodyPr tIns="2194560" anchor="ctr"/>
          <a:lstStyle>
            <a:lvl1pPr marL="0" indent="0" algn="ctr">
              <a:buFontTx/>
              <a:buNone/>
              <a:defRPr sz="4000">
                <a:solidFill>
                  <a:schemeClr val="bg2"/>
                </a:solidFill>
                <a:latin typeface="NVIDIA Sans" panose="020B0503020203020204" pitchFamily="34" charset="0"/>
                <a:cs typeface="NVIDIA Sans" panose="020B0503020203020204" pitchFamily="34" charset="0"/>
              </a:defRPr>
            </a:lvl1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22" name="Text Placeholder 7">
            <a:extLst>
              <a:ext uri="{FF2B5EF4-FFF2-40B4-BE49-F238E27FC236}">
                <a16:creationId xmlns:a16="http://schemas.microsoft.com/office/drawing/2014/main" id="{F25477F0-8392-CEDA-19F2-0A29016EECC0}"/>
              </a:ext>
            </a:extLst>
          </p:cNvPr>
          <p:cNvSpPr>
            <a:spLocks noGrp="1"/>
          </p:cNvSpPr>
          <p:nvPr>
            <p:ph type="body" sz="quarter" idx="71" hasCustomPrompt="1"/>
          </p:nvPr>
        </p:nvSpPr>
        <p:spPr>
          <a:xfrm>
            <a:off x="1637604" y="17063961"/>
            <a:ext cx="16345595" cy="750359"/>
          </a:xfrm>
          <a:prstGeom prst="rect">
            <a:avLst/>
          </a:prstGeom>
        </p:spPr>
        <p:txBody>
          <a:bodyPr anchor="b"/>
          <a:lstStyle>
            <a:lvl1pPr marL="0" indent="0" algn="ctr">
              <a:spcBef>
                <a:spcPts val="1200"/>
              </a:spcBef>
              <a:buFontTx/>
              <a:buNone/>
              <a:defRPr sz="4000" b="0" cap="none" baseline="0">
                <a:solidFill>
                  <a:schemeClr val="bg1"/>
                </a:solidFill>
                <a:latin typeface="+mj-lt"/>
                <a:cs typeface="NVIDIA Sans" panose="020B0503020203020204" pitchFamily="34" charset="0"/>
              </a:defRPr>
            </a:lvl1pPr>
            <a:lvl2pPr marL="2562790" indent="0">
              <a:buFontTx/>
              <a:buNone/>
              <a:defRPr sz="4000" b="1">
                <a:solidFill>
                  <a:schemeClr val="tx1"/>
                </a:solidFill>
                <a:latin typeface="NVIDIA Sans" panose="020B0503020203020204" pitchFamily="34" charset="0"/>
              </a:defRPr>
            </a:lvl2pPr>
            <a:lvl3pPr marL="4883584" indent="0">
              <a:buFontTx/>
              <a:buNone/>
              <a:defRPr sz="4000" b="1">
                <a:solidFill>
                  <a:schemeClr val="tx1"/>
                </a:solidFill>
                <a:latin typeface="NVIDIA Sans" panose="020B0503020203020204" pitchFamily="34" charset="0"/>
              </a:defRPr>
            </a:lvl3pPr>
            <a:lvl4pPr marL="6933729" indent="0">
              <a:buFontTx/>
              <a:buNone/>
              <a:defRPr sz="4000" b="1">
                <a:solidFill>
                  <a:schemeClr val="tx1"/>
                </a:solidFill>
                <a:latin typeface="NVIDIA Sans" panose="020B0503020203020204" pitchFamily="34" charset="0"/>
              </a:defRPr>
            </a:lvl4pPr>
            <a:lvl5pPr marL="8471409" indent="0">
              <a:buFontTx/>
              <a:buNone/>
              <a:defRPr sz="4000" b="1">
                <a:solidFill>
                  <a:schemeClr val="tx1"/>
                </a:solidFill>
                <a:latin typeface="NVIDIA Sans" panose="020B0503020203020204" pitchFamily="34" charset="0"/>
              </a:defRPr>
            </a:lvl5pPr>
          </a:lstStyle>
          <a:p>
            <a:pPr lvl="0"/>
            <a:r>
              <a:rPr lang="en-US" dirty="0"/>
              <a:t>Click To Add Title</a:t>
            </a:r>
          </a:p>
        </p:txBody>
      </p:sp>
      <p:sp>
        <p:nvSpPr>
          <p:cNvPr id="23" name="Text Placeholder 7">
            <a:extLst>
              <a:ext uri="{FF2B5EF4-FFF2-40B4-BE49-F238E27FC236}">
                <a16:creationId xmlns:a16="http://schemas.microsoft.com/office/drawing/2014/main" id="{DA2AF85A-9EEE-C062-1006-74D7741E330F}"/>
              </a:ext>
            </a:extLst>
          </p:cNvPr>
          <p:cNvSpPr>
            <a:spLocks noGrp="1"/>
          </p:cNvSpPr>
          <p:nvPr>
            <p:ph type="body" sz="quarter" idx="72" hasCustomPrompt="1"/>
          </p:nvPr>
        </p:nvSpPr>
        <p:spPr>
          <a:xfrm>
            <a:off x="1637604" y="17751568"/>
            <a:ext cx="16345595" cy="750359"/>
          </a:xfrm>
          <a:prstGeom prst="rect">
            <a:avLst/>
          </a:prstGeom>
        </p:spPr>
        <p:txBody>
          <a:bodyPr/>
          <a:lstStyle>
            <a:lvl1pPr marL="0" indent="0" algn="ctr">
              <a:spcBef>
                <a:spcPts val="600"/>
              </a:spcBef>
              <a:buFontTx/>
              <a:buNone/>
              <a:defRPr sz="2800" b="0">
                <a:solidFill>
                  <a:schemeClr val="bg1"/>
                </a:solidFill>
                <a:latin typeface="NVIDIA Sans" panose="020B0503020203020204" pitchFamily="34" charset="0"/>
                <a:cs typeface="NVIDIA Sans" panose="020B0503020203020204" pitchFamily="34" charset="0"/>
              </a:defRPr>
            </a:lvl1pPr>
            <a:lvl2pPr marL="2562790" indent="0">
              <a:buFontTx/>
              <a:buNone/>
              <a:defRPr sz="4000" b="1">
                <a:solidFill>
                  <a:schemeClr val="tx1"/>
                </a:solidFill>
                <a:latin typeface="NVIDIA Sans" panose="020B0503020203020204" pitchFamily="34" charset="0"/>
              </a:defRPr>
            </a:lvl2pPr>
            <a:lvl3pPr marL="4883584" indent="0">
              <a:buFontTx/>
              <a:buNone/>
              <a:defRPr sz="4000" b="1">
                <a:solidFill>
                  <a:schemeClr val="tx1"/>
                </a:solidFill>
                <a:latin typeface="NVIDIA Sans" panose="020B0503020203020204" pitchFamily="34" charset="0"/>
              </a:defRPr>
            </a:lvl3pPr>
            <a:lvl4pPr marL="6933729" indent="0">
              <a:buFontTx/>
              <a:buNone/>
              <a:defRPr sz="4000" b="1">
                <a:solidFill>
                  <a:schemeClr val="tx1"/>
                </a:solidFill>
                <a:latin typeface="NVIDIA Sans" panose="020B0503020203020204" pitchFamily="34" charset="0"/>
              </a:defRPr>
            </a:lvl4pPr>
            <a:lvl5pPr marL="8471409" indent="0">
              <a:buFontTx/>
              <a:buNone/>
              <a:defRPr sz="4000" b="1">
                <a:solidFill>
                  <a:schemeClr val="tx1"/>
                </a:solidFill>
                <a:latin typeface="NVIDIA Sans" panose="020B0503020203020204" pitchFamily="34" charset="0"/>
              </a:defRPr>
            </a:lvl5pPr>
          </a:lstStyle>
          <a:p>
            <a:pPr lvl="0"/>
            <a:r>
              <a:rPr lang="en-US" dirty="0"/>
              <a:t>Click to add subtitle</a:t>
            </a:r>
          </a:p>
        </p:txBody>
      </p:sp>
      <p:sp>
        <p:nvSpPr>
          <p:cNvPr id="24" name="Text Placeholder 7">
            <a:extLst>
              <a:ext uri="{FF2B5EF4-FFF2-40B4-BE49-F238E27FC236}">
                <a16:creationId xmlns:a16="http://schemas.microsoft.com/office/drawing/2014/main" id="{39E96633-6475-1F2C-E726-28BE8668FBC5}"/>
              </a:ext>
            </a:extLst>
          </p:cNvPr>
          <p:cNvSpPr>
            <a:spLocks noGrp="1"/>
          </p:cNvSpPr>
          <p:nvPr>
            <p:ph type="body" sz="quarter" idx="73" hasCustomPrompt="1"/>
          </p:nvPr>
        </p:nvSpPr>
        <p:spPr>
          <a:xfrm>
            <a:off x="18592805" y="17063961"/>
            <a:ext cx="16346278" cy="750359"/>
          </a:xfrm>
          <a:prstGeom prst="rect">
            <a:avLst/>
          </a:prstGeom>
        </p:spPr>
        <p:txBody>
          <a:bodyPr anchor="b"/>
          <a:lstStyle>
            <a:lvl1pPr marL="0" indent="0" algn="ctr">
              <a:spcBef>
                <a:spcPts val="1200"/>
              </a:spcBef>
              <a:buFontTx/>
              <a:buNone/>
              <a:defRPr sz="4000" b="0" cap="none" baseline="0">
                <a:solidFill>
                  <a:schemeClr val="bg1"/>
                </a:solidFill>
                <a:latin typeface="+mj-lt"/>
                <a:cs typeface="NVIDIA Sans" panose="020B0503020203020204" pitchFamily="34" charset="0"/>
              </a:defRPr>
            </a:lvl1pPr>
            <a:lvl2pPr marL="2562790" indent="0">
              <a:buFontTx/>
              <a:buNone/>
              <a:defRPr sz="4000" b="1">
                <a:solidFill>
                  <a:schemeClr val="tx1"/>
                </a:solidFill>
                <a:latin typeface="NVIDIA Sans" panose="020B0503020203020204" pitchFamily="34" charset="0"/>
              </a:defRPr>
            </a:lvl2pPr>
            <a:lvl3pPr marL="4883584" indent="0">
              <a:buFontTx/>
              <a:buNone/>
              <a:defRPr sz="4000" b="1">
                <a:solidFill>
                  <a:schemeClr val="tx1"/>
                </a:solidFill>
                <a:latin typeface="NVIDIA Sans" panose="020B0503020203020204" pitchFamily="34" charset="0"/>
              </a:defRPr>
            </a:lvl3pPr>
            <a:lvl4pPr marL="6933729" indent="0">
              <a:buFontTx/>
              <a:buNone/>
              <a:defRPr sz="4000" b="1">
                <a:solidFill>
                  <a:schemeClr val="tx1"/>
                </a:solidFill>
                <a:latin typeface="NVIDIA Sans" panose="020B0503020203020204" pitchFamily="34" charset="0"/>
              </a:defRPr>
            </a:lvl4pPr>
            <a:lvl5pPr marL="8471409" indent="0">
              <a:buFontTx/>
              <a:buNone/>
              <a:defRPr sz="4000" b="1">
                <a:solidFill>
                  <a:schemeClr val="tx1"/>
                </a:solidFill>
                <a:latin typeface="NVIDIA Sans" panose="020B0503020203020204" pitchFamily="34" charset="0"/>
              </a:defRPr>
            </a:lvl5pPr>
          </a:lstStyle>
          <a:p>
            <a:pPr lvl="0"/>
            <a:r>
              <a:rPr lang="en-US" dirty="0"/>
              <a:t>Click To Add Title</a:t>
            </a:r>
          </a:p>
        </p:txBody>
      </p:sp>
      <p:sp>
        <p:nvSpPr>
          <p:cNvPr id="28" name="Text Placeholder 7">
            <a:extLst>
              <a:ext uri="{FF2B5EF4-FFF2-40B4-BE49-F238E27FC236}">
                <a16:creationId xmlns:a16="http://schemas.microsoft.com/office/drawing/2014/main" id="{F2428D4D-F13F-B280-6137-8C32CD9EEF0B}"/>
              </a:ext>
            </a:extLst>
          </p:cNvPr>
          <p:cNvSpPr>
            <a:spLocks noGrp="1"/>
          </p:cNvSpPr>
          <p:nvPr>
            <p:ph type="body" sz="quarter" idx="74" hasCustomPrompt="1"/>
          </p:nvPr>
        </p:nvSpPr>
        <p:spPr>
          <a:xfrm>
            <a:off x="18592805" y="17751568"/>
            <a:ext cx="16346278" cy="750359"/>
          </a:xfrm>
          <a:prstGeom prst="rect">
            <a:avLst/>
          </a:prstGeom>
        </p:spPr>
        <p:txBody>
          <a:bodyPr/>
          <a:lstStyle>
            <a:lvl1pPr marL="0" indent="0" algn="ctr">
              <a:spcBef>
                <a:spcPts val="600"/>
              </a:spcBef>
              <a:buFontTx/>
              <a:buNone/>
              <a:defRPr sz="2800" b="0">
                <a:solidFill>
                  <a:schemeClr val="bg1"/>
                </a:solidFill>
                <a:latin typeface="NVIDIA Sans" panose="020B0503020203020204" pitchFamily="34" charset="0"/>
                <a:cs typeface="NVIDIA Sans" panose="020B0503020203020204" pitchFamily="34" charset="0"/>
              </a:defRPr>
            </a:lvl1pPr>
            <a:lvl2pPr marL="2562790" indent="0">
              <a:buFontTx/>
              <a:buNone/>
              <a:defRPr sz="4000" b="1">
                <a:solidFill>
                  <a:schemeClr val="tx1"/>
                </a:solidFill>
                <a:latin typeface="NVIDIA Sans" panose="020B0503020203020204" pitchFamily="34" charset="0"/>
              </a:defRPr>
            </a:lvl2pPr>
            <a:lvl3pPr marL="4883584" indent="0">
              <a:buFontTx/>
              <a:buNone/>
              <a:defRPr sz="4000" b="1">
                <a:solidFill>
                  <a:schemeClr val="tx1"/>
                </a:solidFill>
                <a:latin typeface="NVIDIA Sans" panose="020B0503020203020204" pitchFamily="34" charset="0"/>
              </a:defRPr>
            </a:lvl3pPr>
            <a:lvl4pPr marL="6933729" indent="0">
              <a:buFontTx/>
              <a:buNone/>
              <a:defRPr sz="4000" b="1">
                <a:solidFill>
                  <a:schemeClr val="tx1"/>
                </a:solidFill>
                <a:latin typeface="NVIDIA Sans" panose="020B0503020203020204" pitchFamily="34" charset="0"/>
              </a:defRPr>
            </a:lvl4pPr>
            <a:lvl5pPr marL="8471409" indent="0">
              <a:buFontTx/>
              <a:buNone/>
              <a:defRPr sz="4000" b="1">
                <a:solidFill>
                  <a:schemeClr val="tx1"/>
                </a:solidFill>
                <a:latin typeface="NVIDIA Sans" panose="020B0503020203020204" pitchFamily="34" charset="0"/>
              </a:defRPr>
            </a:lvl5pPr>
          </a:lstStyle>
          <a:p>
            <a:pPr lvl="0"/>
            <a:r>
              <a:rPr lang="en-US" dirty="0"/>
              <a:t>Click to add subtitle</a:t>
            </a:r>
          </a:p>
        </p:txBody>
      </p:sp>
    </p:spTree>
    <p:extLst>
      <p:ext uri="{BB962C8B-B14F-4D97-AF65-F5344CB8AC3E}">
        <p14:creationId xmlns:p14="http://schemas.microsoft.com/office/powerpoint/2010/main" val="1985611420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10"/>
    </mc:Choice>
    <mc:Fallback xmlns:a16="http://schemas.microsoft.com/office/drawing/2014/main" xmlns="">
      <p:transition/>
    </mc:Fallback>
  </mc:AlternateContent>
</p:sldLayout>
</file>

<file path=ppt/slideLayouts/slideLayout2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2-up Image Layout with Bullet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" name="Title 1">
            <a:extLst>
              <a:ext uri="{FF2B5EF4-FFF2-40B4-BE49-F238E27FC236}">
                <a16:creationId xmlns:a16="http://schemas.microsoft.com/office/drawing/2014/main" id="{C16114AB-138A-4EAC-3492-E7D7CA151DB9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2514600" y="0"/>
            <a:ext cx="31546800" cy="2514601"/>
          </a:xfrm>
        </p:spPr>
        <p:txBody>
          <a:bodyPr/>
          <a:lstStyle>
            <a:lvl1pPr>
              <a:defRPr sz="7200" b="1" cap="none">
                <a:latin typeface="NVIDIA Sans" panose="020B0503020203020204" pitchFamily="34" charset="0"/>
                <a:cs typeface="NVIDIA Sans" panose="020B0503020203020204" pitchFamily="34" charset="0"/>
              </a:defRPr>
            </a:lvl1pPr>
          </a:lstStyle>
          <a:p>
            <a:r>
              <a:rPr lang="en-US" dirty="0"/>
              <a:t>Click To Add Title</a:t>
            </a:r>
          </a:p>
        </p:txBody>
      </p:sp>
      <p:sp>
        <p:nvSpPr>
          <p:cNvPr id="20" name="Text Placeholder 7">
            <a:extLst>
              <a:ext uri="{FF2B5EF4-FFF2-40B4-BE49-F238E27FC236}">
                <a16:creationId xmlns:a16="http://schemas.microsoft.com/office/drawing/2014/main" id="{4B79CE2D-84D0-541E-C116-5E768BBF94D4}"/>
              </a:ext>
            </a:extLst>
          </p:cNvPr>
          <p:cNvSpPr>
            <a:spLocks noGrp="1"/>
          </p:cNvSpPr>
          <p:nvPr>
            <p:ph type="body" sz="quarter" idx="10" hasCustomPrompt="1"/>
          </p:nvPr>
        </p:nvSpPr>
        <p:spPr>
          <a:xfrm>
            <a:off x="2514600" y="2487168"/>
            <a:ext cx="31546800" cy="1408176"/>
          </a:xfrm>
          <a:prstGeom prst="rect">
            <a:avLst/>
          </a:prstGeom>
        </p:spPr>
        <p:txBody>
          <a:bodyPr/>
          <a:lstStyle>
            <a:lvl1pPr marL="0" indent="0" algn="ctr">
              <a:spcBef>
                <a:spcPts val="0"/>
              </a:spcBef>
              <a:buFontTx/>
              <a:buNone/>
              <a:defRPr sz="4800">
                <a:solidFill>
                  <a:schemeClr val="tx2"/>
                </a:solidFill>
                <a:latin typeface="NVIDIA Sans" panose="020B0503020203020204" pitchFamily="34" charset="0"/>
                <a:cs typeface="NVIDIA Sans" panose="020B0503020203020204" pitchFamily="34" charset="0"/>
              </a:defRPr>
            </a:lvl1pPr>
            <a:lvl2pPr marL="1371600" indent="0" algn="ctr">
              <a:buFontTx/>
              <a:buNone/>
              <a:defRPr sz="4400">
                <a:latin typeface="NVIDIA Sans" panose="020B0503020203020204" pitchFamily="34" charset="0"/>
              </a:defRPr>
            </a:lvl2pPr>
            <a:lvl3pPr marL="2743200" indent="0" algn="ctr">
              <a:buFontTx/>
              <a:buNone/>
              <a:defRPr sz="4400">
                <a:latin typeface="NVIDIA Sans" panose="020B0503020203020204" pitchFamily="34" charset="0"/>
              </a:defRPr>
            </a:lvl3pPr>
            <a:lvl4pPr marL="4114800" indent="0" algn="ctr">
              <a:buFontTx/>
              <a:buNone/>
              <a:defRPr sz="4400">
                <a:latin typeface="NVIDIA Sans" panose="020B0503020203020204" pitchFamily="34" charset="0"/>
              </a:defRPr>
            </a:lvl4pPr>
            <a:lvl5pPr marL="5486400" indent="0" algn="ctr">
              <a:buFontTx/>
              <a:buNone/>
              <a:defRPr sz="4400">
                <a:latin typeface="NVIDIA Sans" panose="020B0503020203020204" pitchFamily="34" charset="0"/>
              </a:defRPr>
            </a:lvl5pPr>
          </a:lstStyle>
          <a:p>
            <a:pPr lvl="0"/>
            <a:r>
              <a:rPr lang="en-US" dirty="0"/>
              <a:t>Click to add subtitle</a:t>
            </a:r>
          </a:p>
        </p:txBody>
      </p:sp>
      <p:sp>
        <p:nvSpPr>
          <p:cNvPr id="21" name="Picture Placeholder 2">
            <a:extLst>
              <a:ext uri="{FF2B5EF4-FFF2-40B4-BE49-F238E27FC236}">
                <a16:creationId xmlns:a16="http://schemas.microsoft.com/office/drawing/2014/main" id="{3431A644-F8BA-5000-F78A-9BB8A4809E2A}"/>
              </a:ext>
            </a:extLst>
          </p:cNvPr>
          <p:cNvSpPr>
            <a:spLocks noGrp="1"/>
          </p:cNvSpPr>
          <p:nvPr>
            <p:ph type="pic" sz="quarter" idx="11"/>
          </p:nvPr>
        </p:nvSpPr>
        <p:spPr>
          <a:xfrm>
            <a:off x="1637604" y="4849813"/>
            <a:ext cx="8832277" cy="12019835"/>
          </a:xfrm>
          <a:prstGeom prst="rect">
            <a:avLst/>
          </a:prstGeom>
          <a:solidFill>
            <a:srgbClr val="151617">
              <a:alpha val="61000"/>
            </a:srgbClr>
          </a:solidFill>
          <a:ln w="9525">
            <a:solidFill>
              <a:schemeClr val="accent5"/>
            </a:solidFill>
          </a:ln>
        </p:spPr>
        <p:txBody>
          <a:bodyPr tIns="2194560" anchor="ctr"/>
          <a:lstStyle>
            <a:lvl1pPr marL="0" indent="0" algn="ctr">
              <a:buFontTx/>
              <a:buNone/>
              <a:defRPr sz="4000">
                <a:solidFill>
                  <a:schemeClr val="bg2"/>
                </a:solidFill>
                <a:latin typeface="NVIDIA Sans" panose="020B0503020203020204" pitchFamily="34" charset="0"/>
                <a:cs typeface="NVIDIA Sans" panose="020B0503020203020204" pitchFamily="34" charset="0"/>
              </a:defRPr>
            </a:lvl1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22" name="Content Placeholder 2">
            <a:extLst>
              <a:ext uri="{FF2B5EF4-FFF2-40B4-BE49-F238E27FC236}">
                <a16:creationId xmlns:a16="http://schemas.microsoft.com/office/drawing/2014/main" id="{B46989B9-88FE-F861-A0B6-8F80720B5C7E}"/>
              </a:ext>
            </a:extLst>
          </p:cNvPr>
          <p:cNvSpPr>
            <a:spLocks noGrp="1"/>
          </p:cNvSpPr>
          <p:nvPr>
            <p:ph idx="31" hasCustomPrompt="1"/>
          </p:nvPr>
        </p:nvSpPr>
        <p:spPr>
          <a:xfrm>
            <a:off x="11058350" y="6919968"/>
            <a:ext cx="6924849" cy="7879524"/>
          </a:xfrm>
          <a:prstGeom prst="rect">
            <a:avLst/>
          </a:prstGeom>
        </p:spPr>
        <p:txBody>
          <a:bodyPr anchor="ctr"/>
          <a:lstStyle>
            <a:lvl1pPr marL="457200" indent="-457200">
              <a:buClr>
                <a:schemeClr val="tx2"/>
              </a:buClr>
              <a:buFont typeface="NVIDIA Sans" panose="020B0503020203020204" pitchFamily="34" charset="0"/>
              <a:buChar char="•"/>
              <a:defRPr sz="4400">
                <a:solidFill>
                  <a:schemeClr val="bg1"/>
                </a:solidFill>
                <a:latin typeface="NVIDIA Sans" panose="020B0503020203020204" pitchFamily="34" charset="0"/>
                <a:cs typeface="NVIDIA Sans" panose="020B0503020203020204" pitchFamily="34" charset="0"/>
              </a:defRPr>
            </a:lvl1pPr>
            <a:lvl2pPr marL="1371600" indent="-457200">
              <a:buClr>
                <a:schemeClr val="tx2"/>
              </a:buClr>
              <a:buFont typeface="NVIDIA Sans" panose="020B0503020203020204" pitchFamily="34" charset="0"/>
              <a:buChar char="•"/>
              <a:defRPr sz="4000">
                <a:solidFill>
                  <a:schemeClr val="bg1"/>
                </a:solidFill>
                <a:latin typeface="NVIDIA Sans" panose="020B0503020203020204" pitchFamily="34" charset="0"/>
                <a:cs typeface="NVIDIA Sans" panose="020B0503020203020204" pitchFamily="34" charset="0"/>
              </a:defRPr>
            </a:lvl2pPr>
            <a:lvl3pPr marL="2286000" indent="-457200">
              <a:buClr>
                <a:schemeClr val="tx2"/>
              </a:buClr>
              <a:buFont typeface="NVIDIA Sans" panose="020B0503020203020204" pitchFamily="34" charset="0"/>
              <a:buChar char="•"/>
              <a:defRPr sz="3600">
                <a:solidFill>
                  <a:schemeClr val="bg1"/>
                </a:solidFill>
                <a:latin typeface="NVIDIA Sans" panose="020B0503020203020204" pitchFamily="34" charset="0"/>
                <a:cs typeface="NVIDIA Sans" panose="020B0503020203020204" pitchFamily="34" charset="0"/>
              </a:defRPr>
            </a:lvl3pPr>
            <a:lvl4pPr marL="3200400" indent="-457200">
              <a:buClr>
                <a:schemeClr val="tx2"/>
              </a:buClr>
              <a:buFont typeface="NVIDIA Sans" panose="020B0503020203020204" pitchFamily="34" charset="0"/>
              <a:buChar char="•"/>
              <a:defRPr sz="3200">
                <a:solidFill>
                  <a:schemeClr val="bg1"/>
                </a:solidFill>
                <a:latin typeface="NVIDIA Sans" panose="020B0503020203020204" pitchFamily="34" charset="0"/>
                <a:cs typeface="NVIDIA Sans" panose="020B0503020203020204" pitchFamily="34" charset="0"/>
              </a:defRPr>
            </a:lvl4pPr>
            <a:lvl5pPr marL="4054475" indent="-396875">
              <a:buClr>
                <a:schemeClr val="tx2"/>
              </a:buClr>
              <a:buFont typeface="NVIDIA Sans" panose="020B0503020203020204" pitchFamily="34" charset="0"/>
              <a:buChar char="•"/>
              <a:defRPr sz="2800">
                <a:solidFill>
                  <a:schemeClr val="bg1"/>
                </a:solidFill>
                <a:latin typeface="NVIDIA Sans" panose="020B0503020203020204" pitchFamily="34" charset="0"/>
                <a:cs typeface="NVIDIA Sans" panose="020B0503020203020204" pitchFamily="34" charset="0"/>
              </a:defRPr>
            </a:lvl5pPr>
          </a:lstStyle>
          <a:p>
            <a:pPr lvl="0"/>
            <a:r>
              <a:rPr lang="en-US" dirty="0"/>
              <a:t>Click to edit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24" name="Picture Placeholder 2">
            <a:extLst>
              <a:ext uri="{FF2B5EF4-FFF2-40B4-BE49-F238E27FC236}">
                <a16:creationId xmlns:a16="http://schemas.microsoft.com/office/drawing/2014/main" id="{973B8B69-1B16-2A38-932F-E517F5C05291}"/>
              </a:ext>
            </a:extLst>
          </p:cNvPr>
          <p:cNvSpPr>
            <a:spLocks noGrp="1"/>
          </p:cNvSpPr>
          <p:nvPr>
            <p:ph type="pic" sz="quarter" idx="32"/>
          </p:nvPr>
        </p:nvSpPr>
        <p:spPr>
          <a:xfrm>
            <a:off x="18592805" y="4849813"/>
            <a:ext cx="8832277" cy="12019835"/>
          </a:xfrm>
          <a:prstGeom prst="rect">
            <a:avLst/>
          </a:prstGeom>
          <a:solidFill>
            <a:srgbClr val="151617">
              <a:alpha val="61000"/>
            </a:srgbClr>
          </a:solidFill>
          <a:ln w="9525">
            <a:solidFill>
              <a:schemeClr val="accent5"/>
            </a:solidFill>
          </a:ln>
        </p:spPr>
        <p:txBody>
          <a:bodyPr tIns="2194560" anchor="ctr"/>
          <a:lstStyle>
            <a:lvl1pPr marL="0" indent="0" algn="ctr">
              <a:buFontTx/>
              <a:buNone/>
              <a:defRPr sz="4000">
                <a:solidFill>
                  <a:schemeClr val="bg2"/>
                </a:solidFill>
                <a:latin typeface="NVIDIA Sans" panose="020B0503020203020204" pitchFamily="34" charset="0"/>
                <a:cs typeface="NVIDIA Sans" panose="020B0503020203020204" pitchFamily="34" charset="0"/>
              </a:defRPr>
            </a:lvl1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25" name="Content Placeholder 2">
            <a:extLst>
              <a:ext uri="{FF2B5EF4-FFF2-40B4-BE49-F238E27FC236}">
                <a16:creationId xmlns:a16="http://schemas.microsoft.com/office/drawing/2014/main" id="{660E8F47-2868-457B-7861-466422E34231}"/>
              </a:ext>
            </a:extLst>
          </p:cNvPr>
          <p:cNvSpPr>
            <a:spLocks noGrp="1"/>
          </p:cNvSpPr>
          <p:nvPr>
            <p:ph idx="35" hasCustomPrompt="1"/>
          </p:nvPr>
        </p:nvSpPr>
        <p:spPr>
          <a:xfrm>
            <a:off x="28013551" y="6919968"/>
            <a:ext cx="6924849" cy="7879524"/>
          </a:xfrm>
          <a:prstGeom prst="rect">
            <a:avLst/>
          </a:prstGeom>
        </p:spPr>
        <p:txBody>
          <a:bodyPr anchor="ctr"/>
          <a:lstStyle>
            <a:lvl1pPr marL="457200" indent="-457200">
              <a:buClr>
                <a:schemeClr val="tx2"/>
              </a:buClr>
              <a:buFont typeface="NVIDIA Sans" panose="020B0503020203020204" pitchFamily="34" charset="0"/>
              <a:buChar char="•"/>
              <a:defRPr sz="4400">
                <a:solidFill>
                  <a:schemeClr val="bg1"/>
                </a:solidFill>
                <a:latin typeface="NVIDIA Sans" panose="020B0503020203020204" pitchFamily="34" charset="0"/>
                <a:cs typeface="NVIDIA Sans" panose="020B0503020203020204" pitchFamily="34" charset="0"/>
              </a:defRPr>
            </a:lvl1pPr>
            <a:lvl2pPr marL="1371600" indent="-457200">
              <a:buClr>
                <a:schemeClr val="tx2"/>
              </a:buClr>
              <a:buFont typeface="NVIDIA Sans" panose="020B0503020203020204" pitchFamily="34" charset="0"/>
              <a:buChar char="•"/>
              <a:defRPr sz="4000">
                <a:solidFill>
                  <a:schemeClr val="bg1"/>
                </a:solidFill>
                <a:latin typeface="NVIDIA Sans" panose="020B0503020203020204" pitchFamily="34" charset="0"/>
                <a:cs typeface="NVIDIA Sans" panose="020B0503020203020204" pitchFamily="34" charset="0"/>
              </a:defRPr>
            </a:lvl2pPr>
            <a:lvl3pPr marL="2286000" indent="-457200">
              <a:buClr>
                <a:schemeClr val="tx2"/>
              </a:buClr>
              <a:buFont typeface="NVIDIA Sans" panose="020B0503020203020204" pitchFamily="34" charset="0"/>
              <a:buChar char="•"/>
              <a:defRPr sz="3600">
                <a:solidFill>
                  <a:schemeClr val="bg1"/>
                </a:solidFill>
                <a:latin typeface="NVIDIA Sans" panose="020B0503020203020204" pitchFamily="34" charset="0"/>
                <a:cs typeface="NVIDIA Sans" panose="020B0503020203020204" pitchFamily="34" charset="0"/>
              </a:defRPr>
            </a:lvl3pPr>
            <a:lvl4pPr marL="3200400" indent="-457200">
              <a:buClr>
                <a:schemeClr val="tx2"/>
              </a:buClr>
              <a:buFont typeface="NVIDIA Sans" panose="020B0503020203020204" pitchFamily="34" charset="0"/>
              <a:buChar char="•"/>
              <a:defRPr sz="3200">
                <a:solidFill>
                  <a:schemeClr val="bg1"/>
                </a:solidFill>
                <a:latin typeface="NVIDIA Sans" panose="020B0503020203020204" pitchFamily="34" charset="0"/>
                <a:cs typeface="NVIDIA Sans" panose="020B0503020203020204" pitchFamily="34" charset="0"/>
              </a:defRPr>
            </a:lvl4pPr>
            <a:lvl5pPr marL="4054475" indent="-396875">
              <a:buClr>
                <a:schemeClr val="tx2"/>
              </a:buClr>
              <a:buFont typeface="NVIDIA Sans" panose="020B0503020203020204" pitchFamily="34" charset="0"/>
              <a:buChar char="•"/>
              <a:defRPr sz="2800">
                <a:solidFill>
                  <a:schemeClr val="bg1"/>
                </a:solidFill>
                <a:latin typeface="NVIDIA Sans" panose="020B0503020203020204" pitchFamily="34" charset="0"/>
                <a:cs typeface="NVIDIA Sans" panose="020B0503020203020204" pitchFamily="34" charset="0"/>
              </a:defRPr>
            </a:lvl5pPr>
          </a:lstStyle>
          <a:p>
            <a:pPr lvl="0"/>
            <a:r>
              <a:rPr lang="en-US" dirty="0"/>
              <a:t>Click to edit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26" name="Text Placeholder 7">
            <a:extLst>
              <a:ext uri="{FF2B5EF4-FFF2-40B4-BE49-F238E27FC236}">
                <a16:creationId xmlns:a16="http://schemas.microsoft.com/office/drawing/2014/main" id="{3B5FB899-4F67-DA8C-A516-B71387137DB8}"/>
              </a:ext>
            </a:extLst>
          </p:cNvPr>
          <p:cNvSpPr>
            <a:spLocks noGrp="1"/>
          </p:cNvSpPr>
          <p:nvPr>
            <p:ph type="body" sz="quarter" idx="71" hasCustomPrompt="1"/>
          </p:nvPr>
        </p:nvSpPr>
        <p:spPr>
          <a:xfrm>
            <a:off x="1637604" y="17063961"/>
            <a:ext cx="8832277" cy="750359"/>
          </a:xfrm>
          <a:prstGeom prst="rect">
            <a:avLst/>
          </a:prstGeom>
        </p:spPr>
        <p:txBody>
          <a:bodyPr anchor="b"/>
          <a:lstStyle>
            <a:lvl1pPr marL="0" indent="0" algn="ctr">
              <a:spcBef>
                <a:spcPts val="1200"/>
              </a:spcBef>
              <a:buFontTx/>
              <a:buNone/>
              <a:defRPr sz="4000" b="0" cap="none" baseline="0">
                <a:solidFill>
                  <a:schemeClr val="bg1"/>
                </a:solidFill>
                <a:latin typeface="+mj-lt"/>
                <a:cs typeface="NVIDIA Sans" panose="020B0503020203020204" pitchFamily="34" charset="0"/>
              </a:defRPr>
            </a:lvl1pPr>
            <a:lvl2pPr marL="2562790" indent="0">
              <a:buFontTx/>
              <a:buNone/>
              <a:defRPr sz="4000" b="1">
                <a:solidFill>
                  <a:schemeClr val="tx1"/>
                </a:solidFill>
                <a:latin typeface="NVIDIA Sans" panose="020B0503020203020204" pitchFamily="34" charset="0"/>
              </a:defRPr>
            </a:lvl2pPr>
            <a:lvl3pPr marL="4883584" indent="0">
              <a:buFontTx/>
              <a:buNone/>
              <a:defRPr sz="4000" b="1">
                <a:solidFill>
                  <a:schemeClr val="tx1"/>
                </a:solidFill>
                <a:latin typeface="NVIDIA Sans" panose="020B0503020203020204" pitchFamily="34" charset="0"/>
              </a:defRPr>
            </a:lvl3pPr>
            <a:lvl4pPr marL="6933729" indent="0">
              <a:buFontTx/>
              <a:buNone/>
              <a:defRPr sz="4000" b="1">
                <a:solidFill>
                  <a:schemeClr val="tx1"/>
                </a:solidFill>
                <a:latin typeface="NVIDIA Sans" panose="020B0503020203020204" pitchFamily="34" charset="0"/>
              </a:defRPr>
            </a:lvl4pPr>
            <a:lvl5pPr marL="8471409" indent="0">
              <a:buFontTx/>
              <a:buNone/>
              <a:defRPr sz="4000" b="1">
                <a:solidFill>
                  <a:schemeClr val="tx1"/>
                </a:solidFill>
                <a:latin typeface="NVIDIA Sans" panose="020B0503020203020204" pitchFamily="34" charset="0"/>
              </a:defRPr>
            </a:lvl5pPr>
          </a:lstStyle>
          <a:p>
            <a:pPr lvl="0"/>
            <a:r>
              <a:rPr lang="en-US" dirty="0"/>
              <a:t>Click To Add Title</a:t>
            </a:r>
          </a:p>
        </p:txBody>
      </p:sp>
      <p:sp>
        <p:nvSpPr>
          <p:cNvPr id="27" name="Text Placeholder 7">
            <a:extLst>
              <a:ext uri="{FF2B5EF4-FFF2-40B4-BE49-F238E27FC236}">
                <a16:creationId xmlns:a16="http://schemas.microsoft.com/office/drawing/2014/main" id="{B1A5AAD0-2B0D-F6DE-8C5D-5C0625FD55A7}"/>
              </a:ext>
            </a:extLst>
          </p:cNvPr>
          <p:cNvSpPr>
            <a:spLocks noGrp="1"/>
          </p:cNvSpPr>
          <p:nvPr>
            <p:ph type="body" sz="quarter" idx="72" hasCustomPrompt="1"/>
          </p:nvPr>
        </p:nvSpPr>
        <p:spPr>
          <a:xfrm>
            <a:off x="1637604" y="17751568"/>
            <a:ext cx="8832277" cy="750359"/>
          </a:xfrm>
          <a:prstGeom prst="rect">
            <a:avLst/>
          </a:prstGeom>
        </p:spPr>
        <p:txBody>
          <a:bodyPr/>
          <a:lstStyle>
            <a:lvl1pPr marL="0" indent="0" algn="ctr">
              <a:spcBef>
                <a:spcPts val="600"/>
              </a:spcBef>
              <a:buFontTx/>
              <a:buNone/>
              <a:defRPr sz="2800" b="0">
                <a:solidFill>
                  <a:schemeClr val="bg1"/>
                </a:solidFill>
                <a:latin typeface="NVIDIA Sans" panose="020B0503020203020204" pitchFamily="34" charset="0"/>
                <a:cs typeface="NVIDIA Sans" panose="020B0503020203020204" pitchFamily="34" charset="0"/>
              </a:defRPr>
            </a:lvl1pPr>
            <a:lvl2pPr marL="2562790" indent="0">
              <a:buFontTx/>
              <a:buNone/>
              <a:defRPr sz="4000" b="1">
                <a:solidFill>
                  <a:schemeClr val="tx1"/>
                </a:solidFill>
                <a:latin typeface="NVIDIA Sans" panose="020B0503020203020204" pitchFamily="34" charset="0"/>
              </a:defRPr>
            </a:lvl2pPr>
            <a:lvl3pPr marL="4883584" indent="0">
              <a:buFontTx/>
              <a:buNone/>
              <a:defRPr sz="4000" b="1">
                <a:solidFill>
                  <a:schemeClr val="tx1"/>
                </a:solidFill>
                <a:latin typeface="NVIDIA Sans" panose="020B0503020203020204" pitchFamily="34" charset="0"/>
              </a:defRPr>
            </a:lvl3pPr>
            <a:lvl4pPr marL="6933729" indent="0">
              <a:buFontTx/>
              <a:buNone/>
              <a:defRPr sz="4000" b="1">
                <a:solidFill>
                  <a:schemeClr val="tx1"/>
                </a:solidFill>
                <a:latin typeface="NVIDIA Sans" panose="020B0503020203020204" pitchFamily="34" charset="0"/>
              </a:defRPr>
            </a:lvl4pPr>
            <a:lvl5pPr marL="8471409" indent="0">
              <a:buFontTx/>
              <a:buNone/>
              <a:defRPr sz="4000" b="1">
                <a:solidFill>
                  <a:schemeClr val="tx1"/>
                </a:solidFill>
                <a:latin typeface="NVIDIA Sans" panose="020B0503020203020204" pitchFamily="34" charset="0"/>
              </a:defRPr>
            </a:lvl5pPr>
          </a:lstStyle>
          <a:p>
            <a:pPr lvl="0"/>
            <a:r>
              <a:rPr lang="en-US" dirty="0"/>
              <a:t>Click to add subtitle</a:t>
            </a:r>
          </a:p>
        </p:txBody>
      </p:sp>
      <p:sp>
        <p:nvSpPr>
          <p:cNvPr id="28" name="Text Placeholder 7">
            <a:extLst>
              <a:ext uri="{FF2B5EF4-FFF2-40B4-BE49-F238E27FC236}">
                <a16:creationId xmlns:a16="http://schemas.microsoft.com/office/drawing/2014/main" id="{DBD83B1D-F849-2310-DE25-451C7BD75C53}"/>
              </a:ext>
            </a:extLst>
          </p:cNvPr>
          <p:cNvSpPr>
            <a:spLocks noGrp="1"/>
          </p:cNvSpPr>
          <p:nvPr>
            <p:ph type="body" sz="quarter" idx="73" hasCustomPrompt="1"/>
          </p:nvPr>
        </p:nvSpPr>
        <p:spPr>
          <a:xfrm>
            <a:off x="18592805" y="17063961"/>
            <a:ext cx="8832646" cy="750359"/>
          </a:xfrm>
          <a:prstGeom prst="rect">
            <a:avLst/>
          </a:prstGeom>
        </p:spPr>
        <p:txBody>
          <a:bodyPr anchor="b"/>
          <a:lstStyle>
            <a:lvl1pPr marL="0" indent="0" algn="ctr">
              <a:spcBef>
                <a:spcPts val="1200"/>
              </a:spcBef>
              <a:buFontTx/>
              <a:buNone/>
              <a:defRPr sz="4000" b="0" cap="none" baseline="0">
                <a:solidFill>
                  <a:schemeClr val="bg1"/>
                </a:solidFill>
                <a:latin typeface="+mj-lt"/>
                <a:cs typeface="NVIDIA Sans" panose="020B0503020203020204" pitchFamily="34" charset="0"/>
              </a:defRPr>
            </a:lvl1pPr>
            <a:lvl2pPr marL="2562790" indent="0">
              <a:buFontTx/>
              <a:buNone/>
              <a:defRPr sz="4000" b="1">
                <a:solidFill>
                  <a:schemeClr val="tx1"/>
                </a:solidFill>
                <a:latin typeface="NVIDIA Sans" panose="020B0503020203020204" pitchFamily="34" charset="0"/>
              </a:defRPr>
            </a:lvl2pPr>
            <a:lvl3pPr marL="4883584" indent="0">
              <a:buFontTx/>
              <a:buNone/>
              <a:defRPr sz="4000" b="1">
                <a:solidFill>
                  <a:schemeClr val="tx1"/>
                </a:solidFill>
                <a:latin typeface="NVIDIA Sans" panose="020B0503020203020204" pitchFamily="34" charset="0"/>
              </a:defRPr>
            </a:lvl3pPr>
            <a:lvl4pPr marL="6933729" indent="0">
              <a:buFontTx/>
              <a:buNone/>
              <a:defRPr sz="4000" b="1">
                <a:solidFill>
                  <a:schemeClr val="tx1"/>
                </a:solidFill>
                <a:latin typeface="NVIDIA Sans" panose="020B0503020203020204" pitchFamily="34" charset="0"/>
              </a:defRPr>
            </a:lvl4pPr>
            <a:lvl5pPr marL="8471409" indent="0">
              <a:buFontTx/>
              <a:buNone/>
              <a:defRPr sz="4000" b="1">
                <a:solidFill>
                  <a:schemeClr val="tx1"/>
                </a:solidFill>
                <a:latin typeface="NVIDIA Sans" panose="020B0503020203020204" pitchFamily="34" charset="0"/>
              </a:defRPr>
            </a:lvl5pPr>
          </a:lstStyle>
          <a:p>
            <a:pPr lvl="0"/>
            <a:r>
              <a:rPr lang="en-US" dirty="0"/>
              <a:t>Click To Add Title</a:t>
            </a:r>
          </a:p>
        </p:txBody>
      </p:sp>
      <p:sp>
        <p:nvSpPr>
          <p:cNvPr id="32" name="Text Placeholder 7">
            <a:extLst>
              <a:ext uri="{FF2B5EF4-FFF2-40B4-BE49-F238E27FC236}">
                <a16:creationId xmlns:a16="http://schemas.microsoft.com/office/drawing/2014/main" id="{E0292527-B9F3-D59F-1575-33C8C564E870}"/>
              </a:ext>
            </a:extLst>
          </p:cNvPr>
          <p:cNvSpPr>
            <a:spLocks noGrp="1"/>
          </p:cNvSpPr>
          <p:nvPr>
            <p:ph type="body" sz="quarter" idx="74" hasCustomPrompt="1"/>
          </p:nvPr>
        </p:nvSpPr>
        <p:spPr>
          <a:xfrm>
            <a:off x="18592805" y="17751568"/>
            <a:ext cx="8832646" cy="750359"/>
          </a:xfrm>
          <a:prstGeom prst="rect">
            <a:avLst/>
          </a:prstGeom>
        </p:spPr>
        <p:txBody>
          <a:bodyPr/>
          <a:lstStyle>
            <a:lvl1pPr marL="0" indent="0" algn="ctr">
              <a:spcBef>
                <a:spcPts val="600"/>
              </a:spcBef>
              <a:buFontTx/>
              <a:buNone/>
              <a:defRPr sz="2800" b="0">
                <a:solidFill>
                  <a:schemeClr val="bg1"/>
                </a:solidFill>
                <a:latin typeface="NVIDIA Sans" panose="020B0503020203020204" pitchFamily="34" charset="0"/>
                <a:cs typeface="NVIDIA Sans" panose="020B0503020203020204" pitchFamily="34" charset="0"/>
              </a:defRPr>
            </a:lvl1pPr>
            <a:lvl2pPr marL="2562790" indent="0">
              <a:buFontTx/>
              <a:buNone/>
              <a:defRPr sz="4000" b="1">
                <a:solidFill>
                  <a:schemeClr val="tx1"/>
                </a:solidFill>
                <a:latin typeface="NVIDIA Sans" panose="020B0503020203020204" pitchFamily="34" charset="0"/>
              </a:defRPr>
            </a:lvl2pPr>
            <a:lvl3pPr marL="4883584" indent="0">
              <a:buFontTx/>
              <a:buNone/>
              <a:defRPr sz="4000" b="1">
                <a:solidFill>
                  <a:schemeClr val="tx1"/>
                </a:solidFill>
                <a:latin typeface="NVIDIA Sans" panose="020B0503020203020204" pitchFamily="34" charset="0"/>
              </a:defRPr>
            </a:lvl3pPr>
            <a:lvl4pPr marL="6933729" indent="0">
              <a:buFontTx/>
              <a:buNone/>
              <a:defRPr sz="4000" b="1">
                <a:solidFill>
                  <a:schemeClr val="tx1"/>
                </a:solidFill>
                <a:latin typeface="NVIDIA Sans" panose="020B0503020203020204" pitchFamily="34" charset="0"/>
              </a:defRPr>
            </a:lvl4pPr>
            <a:lvl5pPr marL="8471409" indent="0">
              <a:buFontTx/>
              <a:buNone/>
              <a:defRPr sz="4000" b="1">
                <a:solidFill>
                  <a:schemeClr val="tx1"/>
                </a:solidFill>
                <a:latin typeface="NVIDIA Sans" panose="020B0503020203020204" pitchFamily="34" charset="0"/>
              </a:defRPr>
            </a:lvl5pPr>
          </a:lstStyle>
          <a:p>
            <a:pPr lvl="0"/>
            <a:r>
              <a:rPr lang="en-US" dirty="0"/>
              <a:t>Click to add subtitle</a:t>
            </a:r>
          </a:p>
        </p:txBody>
      </p:sp>
    </p:spTree>
    <p:extLst>
      <p:ext uri="{BB962C8B-B14F-4D97-AF65-F5344CB8AC3E}">
        <p14:creationId xmlns:p14="http://schemas.microsoft.com/office/powerpoint/2010/main" val="2801177057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10"/>
    </mc:Choice>
    <mc:Fallback xmlns:a16="http://schemas.microsoft.com/office/drawing/2014/main" xmlns="">
      <p:transition/>
    </mc:Fallback>
  </mc:AlternateContent>
</p:sldLayout>
</file>

<file path=ppt/slideLayouts/slideLayout2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3-up Imag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" name="Title 1">
            <a:extLst>
              <a:ext uri="{FF2B5EF4-FFF2-40B4-BE49-F238E27FC236}">
                <a16:creationId xmlns:a16="http://schemas.microsoft.com/office/drawing/2014/main" id="{06EC4D90-EA3E-9A18-FEA5-3EEF50715391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2514600" y="0"/>
            <a:ext cx="31546800" cy="2514601"/>
          </a:xfrm>
        </p:spPr>
        <p:txBody>
          <a:bodyPr/>
          <a:lstStyle>
            <a:lvl1pPr>
              <a:defRPr sz="7200" b="1" cap="none">
                <a:latin typeface="NVIDIA Sans" panose="020B0503020203020204" pitchFamily="34" charset="0"/>
                <a:cs typeface="NVIDIA Sans" panose="020B0503020203020204" pitchFamily="34" charset="0"/>
              </a:defRPr>
            </a:lvl1pPr>
          </a:lstStyle>
          <a:p>
            <a:r>
              <a:rPr lang="en-US" dirty="0"/>
              <a:t>Click To Add Title</a:t>
            </a:r>
          </a:p>
        </p:txBody>
      </p:sp>
      <p:sp>
        <p:nvSpPr>
          <p:cNvPr id="28" name="Text Placeholder 7">
            <a:extLst>
              <a:ext uri="{FF2B5EF4-FFF2-40B4-BE49-F238E27FC236}">
                <a16:creationId xmlns:a16="http://schemas.microsoft.com/office/drawing/2014/main" id="{3BFC61ED-E368-EADF-A0C1-3AE9904C789B}"/>
              </a:ext>
            </a:extLst>
          </p:cNvPr>
          <p:cNvSpPr>
            <a:spLocks noGrp="1"/>
          </p:cNvSpPr>
          <p:nvPr>
            <p:ph type="body" sz="quarter" idx="10" hasCustomPrompt="1"/>
          </p:nvPr>
        </p:nvSpPr>
        <p:spPr>
          <a:xfrm>
            <a:off x="2514600" y="2487168"/>
            <a:ext cx="31546800" cy="1408176"/>
          </a:xfrm>
          <a:prstGeom prst="rect">
            <a:avLst/>
          </a:prstGeom>
        </p:spPr>
        <p:txBody>
          <a:bodyPr/>
          <a:lstStyle>
            <a:lvl1pPr marL="0" indent="0" algn="ctr">
              <a:spcBef>
                <a:spcPts val="0"/>
              </a:spcBef>
              <a:buFontTx/>
              <a:buNone/>
              <a:defRPr sz="4800">
                <a:solidFill>
                  <a:schemeClr val="tx2"/>
                </a:solidFill>
                <a:latin typeface="NVIDIA Sans" panose="020B0503020203020204" pitchFamily="34" charset="0"/>
                <a:cs typeface="NVIDIA Sans" panose="020B0503020203020204" pitchFamily="34" charset="0"/>
              </a:defRPr>
            </a:lvl1pPr>
            <a:lvl2pPr marL="1371600" indent="0" algn="ctr">
              <a:buFontTx/>
              <a:buNone/>
              <a:defRPr sz="4400">
                <a:latin typeface="NVIDIA Sans" panose="020B0503020203020204" pitchFamily="34" charset="0"/>
              </a:defRPr>
            </a:lvl2pPr>
            <a:lvl3pPr marL="2743200" indent="0" algn="ctr">
              <a:buFontTx/>
              <a:buNone/>
              <a:defRPr sz="4400">
                <a:latin typeface="NVIDIA Sans" panose="020B0503020203020204" pitchFamily="34" charset="0"/>
              </a:defRPr>
            </a:lvl3pPr>
            <a:lvl4pPr marL="4114800" indent="0" algn="ctr">
              <a:buFontTx/>
              <a:buNone/>
              <a:defRPr sz="4400">
                <a:latin typeface="NVIDIA Sans" panose="020B0503020203020204" pitchFamily="34" charset="0"/>
              </a:defRPr>
            </a:lvl4pPr>
            <a:lvl5pPr marL="5486400" indent="0" algn="ctr">
              <a:buFontTx/>
              <a:buNone/>
              <a:defRPr sz="4400">
                <a:latin typeface="NVIDIA Sans" panose="020B0503020203020204" pitchFamily="34" charset="0"/>
              </a:defRPr>
            </a:lvl5pPr>
          </a:lstStyle>
          <a:p>
            <a:pPr lvl="0"/>
            <a:r>
              <a:rPr lang="en-US" dirty="0"/>
              <a:t>Click to add subtitle</a:t>
            </a:r>
          </a:p>
        </p:txBody>
      </p:sp>
      <p:sp>
        <p:nvSpPr>
          <p:cNvPr id="30" name="Picture Placeholder 2">
            <a:extLst>
              <a:ext uri="{FF2B5EF4-FFF2-40B4-BE49-F238E27FC236}">
                <a16:creationId xmlns:a16="http://schemas.microsoft.com/office/drawing/2014/main" id="{5FE98CD1-AB1E-1E7B-2FF4-F7E242CBAB87}"/>
              </a:ext>
            </a:extLst>
          </p:cNvPr>
          <p:cNvSpPr>
            <a:spLocks noGrp="1"/>
          </p:cNvSpPr>
          <p:nvPr>
            <p:ph type="pic" sz="quarter" idx="24"/>
          </p:nvPr>
        </p:nvSpPr>
        <p:spPr>
          <a:xfrm>
            <a:off x="24148473" y="4849813"/>
            <a:ext cx="10789920" cy="12019835"/>
          </a:xfrm>
          <a:prstGeom prst="rect">
            <a:avLst/>
          </a:prstGeom>
          <a:solidFill>
            <a:srgbClr val="151617">
              <a:alpha val="61000"/>
            </a:srgbClr>
          </a:solidFill>
          <a:ln w="9525">
            <a:solidFill>
              <a:schemeClr val="accent5"/>
            </a:solidFill>
          </a:ln>
        </p:spPr>
        <p:txBody>
          <a:bodyPr tIns="2194560" anchor="ctr"/>
          <a:lstStyle>
            <a:lvl1pPr marL="0" indent="0" algn="ctr">
              <a:buNone/>
              <a:defRPr lang="en-US" sz="4000" dirty="0">
                <a:solidFill>
                  <a:schemeClr val="bg2"/>
                </a:solidFill>
                <a:latin typeface="NVIDIA Sans" panose="020B0503020203020204" pitchFamily="34" charset="0"/>
                <a:cs typeface="NVIDIA Sans" panose="020B0503020203020204" pitchFamily="34" charset="0"/>
              </a:defRPr>
            </a:lvl1pPr>
          </a:lstStyle>
          <a:p>
            <a:pPr marL="685800" lvl="0" indent="-685800" algn="ctr"/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32" name="Picture Placeholder 2">
            <a:extLst>
              <a:ext uri="{FF2B5EF4-FFF2-40B4-BE49-F238E27FC236}">
                <a16:creationId xmlns:a16="http://schemas.microsoft.com/office/drawing/2014/main" id="{CCCE8B13-298C-67A4-073D-4636A3BCE7A9}"/>
              </a:ext>
            </a:extLst>
          </p:cNvPr>
          <p:cNvSpPr>
            <a:spLocks noGrp="1"/>
          </p:cNvSpPr>
          <p:nvPr>
            <p:ph type="pic" sz="quarter" idx="20"/>
          </p:nvPr>
        </p:nvSpPr>
        <p:spPr>
          <a:xfrm>
            <a:off x="12893038" y="4849813"/>
            <a:ext cx="10789920" cy="12019835"/>
          </a:xfrm>
          <a:prstGeom prst="rect">
            <a:avLst/>
          </a:prstGeom>
          <a:solidFill>
            <a:srgbClr val="151617">
              <a:alpha val="61000"/>
            </a:srgbClr>
          </a:solidFill>
          <a:ln w="9525">
            <a:solidFill>
              <a:schemeClr val="accent5"/>
            </a:solidFill>
          </a:ln>
        </p:spPr>
        <p:txBody>
          <a:bodyPr tIns="2194560" anchor="ctr"/>
          <a:lstStyle>
            <a:lvl1pPr marL="0" indent="0" algn="ctr">
              <a:buNone/>
              <a:defRPr lang="en-US" sz="4000" dirty="0">
                <a:solidFill>
                  <a:schemeClr val="bg2"/>
                </a:solidFill>
                <a:latin typeface="NVIDIA Sans" panose="020B0503020203020204" pitchFamily="34" charset="0"/>
                <a:cs typeface="NVIDIA Sans" panose="020B0503020203020204" pitchFamily="34" charset="0"/>
              </a:defRPr>
            </a:lvl1pPr>
          </a:lstStyle>
          <a:p>
            <a:pPr marL="685800" lvl="0" indent="-685800" algn="ctr"/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33" name="Picture Placeholder 2">
            <a:extLst>
              <a:ext uri="{FF2B5EF4-FFF2-40B4-BE49-F238E27FC236}">
                <a16:creationId xmlns:a16="http://schemas.microsoft.com/office/drawing/2014/main" id="{F9FA27DB-2E4D-388B-2F4A-FE708B1D264C}"/>
              </a:ext>
            </a:extLst>
          </p:cNvPr>
          <p:cNvSpPr>
            <a:spLocks noGrp="1"/>
          </p:cNvSpPr>
          <p:nvPr>
            <p:ph type="pic" sz="quarter" idx="25"/>
          </p:nvPr>
        </p:nvSpPr>
        <p:spPr>
          <a:xfrm>
            <a:off x="1637604" y="4849813"/>
            <a:ext cx="10789920" cy="12019835"/>
          </a:xfrm>
          <a:prstGeom prst="rect">
            <a:avLst/>
          </a:prstGeom>
          <a:solidFill>
            <a:srgbClr val="151617">
              <a:alpha val="61000"/>
            </a:srgbClr>
          </a:solidFill>
          <a:ln w="9525">
            <a:solidFill>
              <a:schemeClr val="accent5"/>
            </a:solidFill>
          </a:ln>
        </p:spPr>
        <p:txBody>
          <a:bodyPr tIns="2194560" anchor="ctr"/>
          <a:lstStyle>
            <a:lvl1pPr marL="0" indent="0" algn="ctr">
              <a:buNone/>
              <a:defRPr lang="en-US" sz="4000" dirty="0">
                <a:solidFill>
                  <a:schemeClr val="bg2"/>
                </a:solidFill>
                <a:latin typeface="NVIDIA Sans" panose="020B0503020203020204" pitchFamily="34" charset="0"/>
                <a:cs typeface="NVIDIA Sans" panose="020B0503020203020204" pitchFamily="34" charset="0"/>
              </a:defRPr>
            </a:lvl1pPr>
          </a:lstStyle>
          <a:p>
            <a:pPr marL="685800" lvl="0" indent="-685800" algn="ctr"/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34" name="Text Placeholder 7">
            <a:extLst>
              <a:ext uri="{FF2B5EF4-FFF2-40B4-BE49-F238E27FC236}">
                <a16:creationId xmlns:a16="http://schemas.microsoft.com/office/drawing/2014/main" id="{C5E18C58-3C84-ECE1-A164-6A5FF953635E}"/>
              </a:ext>
            </a:extLst>
          </p:cNvPr>
          <p:cNvSpPr>
            <a:spLocks noGrp="1"/>
          </p:cNvSpPr>
          <p:nvPr>
            <p:ph type="body" sz="quarter" idx="67" hasCustomPrompt="1"/>
          </p:nvPr>
        </p:nvSpPr>
        <p:spPr>
          <a:xfrm>
            <a:off x="1653110" y="17063961"/>
            <a:ext cx="10789920" cy="750359"/>
          </a:xfrm>
          <a:prstGeom prst="rect">
            <a:avLst/>
          </a:prstGeom>
        </p:spPr>
        <p:txBody>
          <a:bodyPr anchor="b"/>
          <a:lstStyle>
            <a:lvl1pPr marL="0" indent="0" algn="ctr">
              <a:spcBef>
                <a:spcPts val="1200"/>
              </a:spcBef>
              <a:buFontTx/>
              <a:buNone/>
              <a:defRPr sz="4000" b="0" cap="none" baseline="0">
                <a:solidFill>
                  <a:schemeClr val="bg1"/>
                </a:solidFill>
                <a:latin typeface="+mj-lt"/>
                <a:cs typeface="NVIDIA Sans" panose="020B0503020203020204" pitchFamily="34" charset="0"/>
              </a:defRPr>
            </a:lvl1pPr>
            <a:lvl2pPr marL="2562790" indent="0">
              <a:buFontTx/>
              <a:buNone/>
              <a:defRPr sz="4000" b="1">
                <a:solidFill>
                  <a:schemeClr val="tx1"/>
                </a:solidFill>
                <a:latin typeface="NVIDIA Sans" panose="020B0503020203020204" pitchFamily="34" charset="0"/>
              </a:defRPr>
            </a:lvl2pPr>
            <a:lvl3pPr marL="4883584" indent="0">
              <a:buFontTx/>
              <a:buNone/>
              <a:defRPr sz="4000" b="1">
                <a:solidFill>
                  <a:schemeClr val="tx1"/>
                </a:solidFill>
                <a:latin typeface="NVIDIA Sans" panose="020B0503020203020204" pitchFamily="34" charset="0"/>
              </a:defRPr>
            </a:lvl3pPr>
            <a:lvl4pPr marL="6933729" indent="0">
              <a:buFontTx/>
              <a:buNone/>
              <a:defRPr sz="4000" b="1">
                <a:solidFill>
                  <a:schemeClr val="tx1"/>
                </a:solidFill>
                <a:latin typeface="NVIDIA Sans" panose="020B0503020203020204" pitchFamily="34" charset="0"/>
              </a:defRPr>
            </a:lvl4pPr>
            <a:lvl5pPr marL="8471409" indent="0">
              <a:buFontTx/>
              <a:buNone/>
              <a:defRPr sz="4000" b="1">
                <a:solidFill>
                  <a:schemeClr val="tx1"/>
                </a:solidFill>
                <a:latin typeface="NVIDIA Sans" panose="020B0503020203020204" pitchFamily="34" charset="0"/>
              </a:defRPr>
            </a:lvl5pPr>
          </a:lstStyle>
          <a:p>
            <a:pPr lvl="0"/>
            <a:r>
              <a:rPr lang="en-US" dirty="0"/>
              <a:t>Click To Add Title</a:t>
            </a:r>
          </a:p>
        </p:txBody>
      </p:sp>
      <p:sp>
        <p:nvSpPr>
          <p:cNvPr id="35" name="Text Placeholder 7">
            <a:extLst>
              <a:ext uri="{FF2B5EF4-FFF2-40B4-BE49-F238E27FC236}">
                <a16:creationId xmlns:a16="http://schemas.microsoft.com/office/drawing/2014/main" id="{6D55A3EC-8AF3-3222-5E82-1A74FA5AB0D5}"/>
              </a:ext>
            </a:extLst>
          </p:cNvPr>
          <p:cNvSpPr>
            <a:spLocks noGrp="1"/>
          </p:cNvSpPr>
          <p:nvPr>
            <p:ph type="body" sz="quarter" idx="69" hasCustomPrompt="1"/>
          </p:nvPr>
        </p:nvSpPr>
        <p:spPr>
          <a:xfrm>
            <a:off x="1653110" y="17751568"/>
            <a:ext cx="10789920" cy="750359"/>
          </a:xfrm>
          <a:prstGeom prst="rect">
            <a:avLst/>
          </a:prstGeom>
        </p:spPr>
        <p:txBody>
          <a:bodyPr/>
          <a:lstStyle>
            <a:lvl1pPr marL="0" indent="0" algn="ctr">
              <a:spcBef>
                <a:spcPts val="600"/>
              </a:spcBef>
              <a:buFontTx/>
              <a:buNone/>
              <a:defRPr sz="2800" b="0">
                <a:solidFill>
                  <a:schemeClr val="bg1"/>
                </a:solidFill>
                <a:latin typeface="NVIDIA Sans" panose="020B0503020203020204" pitchFamily="34" charset="0"/>
                <a:cs typeface="NVIDIA Sans" panose="020B0503020203020204" pitchFamily="34" charset="0"/>
              </a:defRPr>
            </a:lvl1pPr>
            <a:lvl2pPr marL="2562790" indent="0">
              <a:buFontTx/>
              <a:buNone/>
              <a:defRPr sz="4000" b="1">
                <a:solidFill>
                  <a:schemeClr val="tx1"/>
                </a:solidFill>
                <a:latin typeface="NVIDIA Sans" panose="020B0503020203020204" pitchFamily="34" charset="0"/>
              </a:defRPr>
            </a:lvl2pPr>
            <a:lvl3pPr marL="4883584" indent="0">
              <a:buFontTx/>
              <a:buNone/>
              <a:defRPr sz="4000" b="1">
                <a:solidFill>
                  <a:schemeClr val="tx1"/>
                </a:solidFill>
                <a:latin typeface="NVIDIA Sans" panose="020B0503020203020204" pitchFamily="34" charset="0"/>
              </a:defRPr>
            </a:lvl3pPr>
            <a:lvl4pPr marL="6933729" indent="0">
              <a:buFontTx/>
              <a:buNone/>
              <a:defRPr sz="4000" b="1">
                <a:solidFill>
                  <a:schemeClr val="tx1"/>
                </a:solidFill>
                <a:latin typeface="NVIDIA Sans" panose="020B0503020203020204" pitchFamily="34" charset="0"/>
              </a:defRPr>
            </a:lvl4pPr>
            <a:lvl5pPr marL="8471409" indent="0">
              <a:buFontTx/>
              <a:buNone/>
              <a:defRPr sz="4000" b="1">
                <a:solidFill>
                  <a:schemeClr val="tx1"/>
                </a:solidFill>
                <a:latin typeface="NVIDIA Sans" panose="020B0503020203020204" pitchFamily="34" charset="0"/>
              </a:defRPr>
            </a:lvl5pPr>
          </a:lstStyle>
          <a:p>
            <a:pPr lvl="0"/>
            <a:r>
              <a:rPr lang="en-US" dirty="0"/>
              <a:t>Click to add subtitle</a:t>
            </a:r>
          </a:p>
        </p:txBody>
      </p:sp>
      <p:sp>
        <p:nvSpPr>
          <p:cNvPr id="36" name="Text Placeholder 7">
            <a:extLst>
              <a:ext uri="{FF2B5EF4-FFF2-40B4-BE49-F238E27FC236}">
                <a16:creationId xmlns:a16="http://schemas.microsoft.com/office/drawing/2014/main" id="{5F9A555E-B5A7-F2B9-6D6D-E24CAD68B927}"/>
              </a:ext>
            </a:extLst>
          </p:cNvPr>
          <p:cNvSpPr>
            <a:spLocks noGrp="1"/>
          </p:cNvSpPr>
          <p:nvPr>
            <p:ph type="body" sz="quarter" idx="71" hasCustomPrompt="1"/>
          </p:nvPr>
        </p:nvSpPr>
        <p:spPr>
          <a:xfrm>
            <a:off x="12893040" y="17063961"/>
            <a:ext cx="10789920" cy="750359"/>
          </a:xfrm>
          <a:prstGeom prst="rect">
            <a:avLst/>
          </a:prstGeom>
        </p:spPr>
        <p:txBody>
          <a:bodyPr anchor="b"/>
          <a:lstStyle>
            <a:lvl1pPr marL="0" indent="0" algn="ctr">
              <a:spcBef>
                <a:spcPts val="1200"/>
              </a:spcBef>
              <a:buFontTx/>
              <a:buNone/>
              <a:defRPr sz="4000" b="0" cap="none" baseline="0">
                <a:solidFill>
                  <a:schemeClr val="bg1"/>
                </a:solidFill>
                <a:latin typeface="+mj-lt"/>
                <a:cs typeface="NVIDIA Sans" panose="020B0503020203020204" pitchFamily="34" charset="0"/>
              </a:defRPr>
            </a:lvl1pPr>
            <a:lvl2pPr marL="2562790" indent="0">
              <a:buFontTx/>
              <a:buNone/>
              <a:defRPr sz="4000" b="1">
                <a:solidFill>
                  <a:schemeClr val="tx1"/>
                </a:solidFill>
                <a:latin typeface="NVIDIA Sans" panose="020B0503020203020204" pitchFamily="34" charset="0"/>
              </a:defRPr>
            </a:lvl2pPr>
            <a:lvl3pPr marL="4883584" indent="0">
              <a:buFontTx/>
              <a:buNone/>
              <a:defRPr sz="4000" b="1">
                <a:solidFill>
                  <a:schemeClr val="tx1"/>
                </a:solidFill>
                <a:latin typeface="NVIDIA Sans" panose="020B0503020203020204" pitchFamily="34" charset="0"/>
              </a:defRPr>
            </a:lvl3pPr>
            <a:lvl4pPr marL="6933729" indent="0">
              <a:buFontTx/>
              <a:buNone/>
              <a:defRPr sz="4000" b="1">
                <a:solidFill>
                  <a:schemeClr val="tx1"/>
                </a:solidFill>
                <a:latin typeface="NVIDIA Sans" panose="020B0503020203020204" pitchFamily="34" charset="0"/>
              </a:defRPr>
            </a:lvl4pPr>
            <a:lvl5pPr marL="8471409" indent="0">
              <a:buFontTx/>
              <a:buNone/>
              <a:defRPr sz="4000" b="1">
                <a:solidFill>
                  <a:schemeClr val="tx1"/>
                </a:solidFill>
                <a:latin typeface="NVIDIA Sans" panose="020B0503020203020204" pitchFamily="34" charset="0"/>
              </a:defRPr>
            </a:lvl5pPr>
          </a:lstStyle>
          <a:p>
            <a:pPr lvl="0"/>
            <a:r>
              <a:rPr lang="en-US" dirty="0"/>
              <a:t>Click To Add Title</a:t>
            </a:r>
          </a:p>
        </p:txBody>
      </p:sp>
      <p:sp>
        <p:nvSpPr>
          <p:cNvPr id="37" name="Text Placeholder 7">
            <a:extLst>
              <a:ext uri="{FF2B5EF4-FFF2-40B4-BE49-F238E27FC236}">
                <a16:creationId xmlns:a16="http://schemas.microsoft.com/office/drawing/2014/main" id="{EFC4CC4C-42B6-5D87-37D6-FE779B1ABFEB}"/>
              </a:ext>
            </a:extLst>
          </p:cNvPr>
          <p:cNvSpPr>
            <a:spLocks noGrp="1"/>
          </p:cNvSpPr>
          <p:nvPr>
            <p:ph type="body" sz="quarter" idx="72" hasCustomPrompt="1"/>
          </p:nvPr>
        </p:nvSpPr>
        <p:spPr>
          <a:xfrm>
            <a:off x="12893040" y="17751568"/>
            <a:ext cx="10789920" cy="750359"/>
          </a:xfrm>
          <a:prstGeom prst="rect">
            <a:avLst/>
          </a:prstGeom>
        </p:spPr>
        <p:txBody>
          <a:bodyPr/>
          <a:lstStyle>
            <a:lvl1pPr marL="0" indent="0" algn="ctr">
              <a:spcBef>
                <a:spcPts val="600"/>
              </a:spcBef>
              <a:buFontTx/>
              <a:buNone/>
              <a:defRPr sz="2800" b="0">
                <a:solidFill>
                  <a:schemeClr val="bg1"/>
                </a:solidFill>
                <a:latin typeface="NVIDIA Sans" panose="020B0503020203020204" pitchFamily="34" charset="0"/>
                <a:cs typeface="NVIDIA Sans" panose="020B0503020203020204" pitchFamily="34" charset="0"/>
              </a:defRPr>
            </a:lvl1pPr>
            <a:lvl2pPr marL="2562790" indent="0">
              <a:buFontTx/>
              <a:buNone/>
              <a:defRPr sz="4000" b="1">
                <a:solidFill>
                  <a:schemeClr val="tx1"/>
                </a:solidFill>
                <a:latin typeface="NVIDIA Sans" panose="020B0503020203020204" pitchFamily="34" charset="0"/>
              </a:defRPr>
            </a:lvl2pPr>
            <a:lvl3pPr marL="4883584" indent="0">
              <a:buFontTx/>
              <a:buNone/>
              <a:defRPr sz="4000" b="1">
                <a:solidFill>
                  <a:schemeClr val="tx1"/>
                </a:solidFill>
                <a:latin typeface="NVIDIA Sans" panose="020B0503020203020204" pitchFamily="34" charset="0"/>
              </a:defRPr>
            </a:lvl3pPr>
            <a:lvl4pPr marL="6933729" indent="0">
              <a:buFontTx/>
              <a:buNone/>
              <a:defRPr sz="4000" b="1">
                <a:solidFill>
                  <a:schemeClr val="tx1"/>
                </a:solidFill>
                <a:latin typeface="NVIDIA Sans" panose="020B0503020203020204" pitchFamily="34" charset="0"/>
              </a:defRPr>
            </a:lvl4pPr>
            <a:lvl5pPr marL="8471409" indent="0">
              <a:buFontTx/>
              <a:buNone/>
              <a:defRPr sz="4000" b="1">
                <a:solidFill>
                  <a:schemeClr val="tx1"/>
                </a:solidFill>
                <a:latin typeface="NVIDIA Sans" panose="020B0503020203020204" pitchFamily="34" charset="0"/>
              </a:defRPr>
            </a:lvl5pPr>
          </a:lstStyle>
          <a:p>
            <a:pPr lvl="0"/>
            <a:r>
              <a:rPr lang="en-US" dirty="0"/>
              <a:t>Click to add subtitle</a:t>
            </a:r>
          </a:p>
        </p:txBody>
      </p:sp>
      <p:sp>
        <p:nvSpPr>
          <p:cNvPr id="38" name="Text Placeholder 7">
            <a:extLst>
              <a:ext uri="{FF2B5EF4-FFF2-40B4-BE49-F238E27FC236}">
                <a16:creationId xmlns:a16="http://schemas.microsoft.com/office/drawing/2014/main" id="{E4DE79F6-DE99-BDFD-033A-5AB8981A3A0E}"/>
              </a:ext>
            </a:extLst>
          </p:cNvPr>
          <p:cNvSpPr>
            <a:spLocks noGrp="1"/>
          </p:cNvSpPr>
          <p:nvPr>
            <p:ph type="body" sz="quarter" idx="73" hasCustomPrompt="1"/>
          </p:nvPr>
        </p:nvSpPr>
        <p:spPr>
          <a:xfrm>
            <a:off x="24132970" y="17063961"/>
            <a:ext cx="10790371" cy="750359"/>
          </a:xfrm>
          <a:prstGeom prst="rect">
            <a:avLst/>
          </a:prstGeom>
        </p:spPr>
        <p:txBody>
          <a:bodyPr anchor="b"/>
          <a:lstStyle>
            <a:lvl1pPr marL="0" indent="0" algn="ctr">
              <a:spcBef>
                <a:spcPts val="1200"/>
              </a:spcBef>
              <a:buFontTx/>
              <a:buNone/>
              <a:defRPr sz="4000" b="0" cap="none" baseline="0">
                <a:solidFill>
                  <a:schemeClr val="bg1"/>
                </a:solidFill>
                <a:latin typeface="+mj-lt"/>
                <a:cs typeface="NVIDIA Sans" panose="020B0503020203020204" pitchFamily="34" charset="0"/>
              </a:defRPr>
            </a:lvl1pPr>
            <a:lvl2pPr marL="2562790" indent="0">
              <a:buFontTx/>
              <a:buNone/>
              <a:defRPr sz="4000" b="1">
                <a:solidFill>
                  <a:schemeClr val="tx1"/>
                </a:solidFill>
                <a:latin typeface="NVIDIA Sans" panose="020B0503020203020204" pitchFamily="34" charset="0"/>
              </a:defRPr>
            </a:lvl2pPr>
            <a:lvl3pPr marL="4883584" indent="0">
              <a:buFontTx/>
              <a:buNone/>
              <a:defRPr sz="4000" b="1">
                <a:solidFill>
                  <a:schemeClr val="tx1"/>
                </a:solidFill>
                <a:latin typeface="NVIDIA Sans" panose="020B0503020203020204" pitchFamily="34" charset="0"/>
              </a:defRPr>
            </a:lvl3pPr>
            <a:lvl4pPr marL="6933729" indent="0">
              <a:buFontTx/>
              <a:buNone/>
              <a:defRPr sz="4000" b="1">
                <a:solidFill>
                  <a:schemeClr val="tx1"/>
                </a:solidFill>
                <a:latin typeface="NVIDIA Sans" panose="020B0503020203020204" pitchFamily="34" charset="0"/>
              </a:defRPr>
            </a:lvl4pPr>
            <a:lvl5pPr marL="8471409" indent="0">
              <a:buFontTx/>
              <a:buNone/>
              <a:defRPr sz="4000" b="1">
                <a:solidFill>
                  <a:schemeClr val="tx1"/>
                </a:solidFill>
                <a:latin typeface="NVIDIA Sans" panose="020B0503020203020204" pitchFamily="34" charset="0"/>
              </a:defRPr>
            </a:lvl5pPr>
          </a:lstStyle>
          <a:p>
            <a:pPr lvl="0"/>
            <a:r>
              <a:rPr lang="en-US" dirty="0"/>
              <a:t>Click To Add Title</a:t>
            </a:r>
          </a:p>
        </p:txBody>
      </p:sp>
      <p:sp>
        <p:nvSpPr>
          <p:cNvPr id="39" name="Text Placeholder 7">
            <a:extLst>
              <a:ext uri="{FF2B5EF4-FFF2-40B4-BE49-F238E27FC236}">
                <a16:creationId xmlns:a16="http://schemas.microsoft.com/office/drawing/2014/main" id="{E6F712D3-EAE3-8A7F-010B-AFEF00AE6B00}"/>
              </a:ext>
            </a:extLst>
          </p:cNvPr>
          <p:cNvSpPr>
            <a:spLocks noGrp="1"/>
          </p:cNvSpPr>
          <p:nvPr>
            <p:ph type="body" sz="quarter" idx="74" hasCustomPrompt="1"/>
          </p:nvPr>
        </p:nvSpPr>
        <p:spPr>
          <a:xfrm>
            <a:off x="24132970" y="17751568"/>
            <a:ext cx="10790371" cy="750359"/>
          </a:xfrm>
          <a:prstGeom prst="rect">
            <a:avLst/>
          </a:prstGeom>
        </p:spPr>
        <p:txBody>
          <a:bodyPr/>
          <a:lstStyle>
            <a:lvl1pPr marL="0" indent="0" algn="ctr">
              <a:spcBef>
                <a:spcPts val="600"/>
              </a:spcBef>
              <a:buFontTx/>
              <a:buNone/>
              <a:defRPr sz="2800" b="0">
                <a:solidFill>
                  <a:schemeClr val="bg1"/>
                </a:solidFill>
                <a:latin typeface="NVIDIA Sans" panose="020B0503020203020204" pitchFamily="34" charset="0"/>
                <a:cs typeface="NVIDIA Sans" panose="020B0503020203020204" pitchFamily="34" charset="0"/>
              </a:defRPr>
            </a:lvl1pPr>
            <a:lvl2pPr marL="2562790" indent="0">
              <a:buFontTx/>
              <a:buNone/>
              <a:defRPr sz="4000" b="1">
                <a:solidFill>
                  <a:schemeClr val="tx1"/>
                </a:solidFill>
                <a:latin typeface="NVIDIA Sans" panose="020B0503020203020204" pitchFamily="34" charset="0"/>
              </a:defRPr>
            </a:lvl2pPr>
            <a:lvl3pPr marL="4883584" indent="0">
              <a:buFontTx/>
              <a:buNone/>
              <a:defRPr sz="4000" b="1">
                <a:solidFill>
                  <a:schemeClr val="tx1"/>
                </a:solidFill>
                <a:latin typeface="NVIDIA Sans" panose="020B0503020203020204" pitchFamily="34" charset="0"/>
              </a:defRPr>
            </a:lvl3pPr>
            <a:lvl4pPr marL="6933729" indent="0">
              <a:buFontTx/>
              <a:buNone/>
              <a:defRPr sz="4000" b="1">
                <a:solidFill>
                  <a:schemeClr val="tx1"/>
                </a:solidFill>
                <a:latin typeface="NVIDIA Sans" panose="020B0503020203020204" pitchFamily="34" charset="0"/>
              </a:defRPr>
            </a:lvl4pPr>
            <a:lvl5pPr marL="8471409" indent="0">
              <a:buFontTx/>
              <a:buNone/>
              <a:defRPr sz="4000" b="1">
                <a:solidFill>
                  <a:schemeClr val="tx1"/>
                </a:solidFill>
                <a:latin typeface="NVIDIA Sans" panose="020B0503020203020204" pitchFamily="34" charset="0"/>
              </a:defRPr>
            </a:lvl5pPr>
          </a:lstStyle>
          <a:p>
            <a:pPr lvl="0"/>
            <a:r>
              <a:rPr lang="en-US" dirty="0"/>
              <a:t>Click to add subtitle</a:t>
            </a:r>
          </a:p>
        </p:txBody>
      </p:sp>
    </p:spTree>
    <p:extLst>
      <p:ext uri="{BB962C8B-B14F-4D97-AF65-F5344CB8AC3E}">
        <p14:creationId xmlns:p14="http://schemas.microsoft.com/office/powerpoint/2010/main" val="1068062243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10"/>
    </mc:Choice>
    <mc:Fallback xmlns:a16="http://schemas.microsoft.com/office/drawing/2014/main" xmlns="">
      <p:transition/>
    </mc:Fallback>
  </mc:AlternateContent>
</p:sldLayout>
</file>

<file path=ppt/slideLayouts/slideLayout2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4-up Imag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" name="Title 1">
            <a:extLst>
              <a:ext uri="{FF2B5EF4-FFF2-40B4-BE49-F238E27FC236}">
                <a16:creationId xmlns:a16="http://schemas.microsoft.com/office/drawing/2014/main" id="{459D9FFB-F331-2BA3-76DB-D0D67666F296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2514600" y="0"/>
            <a:ext cx="31546800" cy="2514601"/>
          </a:xfrm>
        </p:spPr>
        <p:txBody>
          <a:bodyPr/>
          <a:lstStyle>
            <a:lvl1pPr>
              <a:defRPr sz="7200" b="1" cap="none">
                <a:latin typeface="NVIDIA Sans" panose="020B0503020203020204" pitchFamily="34" charset="0"/>
                <a:cs typeface="NVIDIA Sans" panose="020B0503020203020204" pitchFamily="34" charset="0"/>
              </a:defRPr>
            </a:lvl1pPr>
          </a:lstStyle>
          <a:p>
            <a:r>
              <a:rPr lang="en-US" dirty="0"/>
              <a:t>Click To Add Title</a:t>
            </a:r>
          </a:p>
        </p:txBody>
      </p:sp>
      <p:sp>
        <p:nvSpPr>
          <p:cNvPr id="23" name="Text Placeholder 7">
            <a:extLst>
              <a:ext uri="{FF2B5EF4-FFF2-40B4-BE49-F238E27FC236}">
                <a16:creationId xmlns:a16="http://schemas.microsoft.com/office/drawing/2014/main" id="{4737A17E-9A03-1AA3-D59C-3833F19EFE44}"/>
              </a:ext>
            </a:extLst>
          </p:cNvPr>
          <p:cNvSpPr>
            <a:spLocks noGrp="1"/>
          </p:cNvSpPr>
          <p:nvPr>
            <p:ph type="body" sz="quarter" idx="10" hasCustomPrompt="1"/>
          </p:nvPr>
        </p:nvSpPr>
        <p:spPr>
          <a:xfrm>
            <a:off x="2514600" y="2487168"/>
            <a:ext cx="31546800" cy="1408176"/>
          </a:xfrm>
          <a:prstGeom prst="rect">
            <a:avLst/>
          </a:prstGeom>
        </p:spPr>
        <p:txBody>
          <a:bodyPr/>
          <a:lstStyle>
            <a:lvl1pPr marL="0" indent="0" algn="ctr">
              <a:spcBef>
                <a:spcPts val="0"/>
              </a:spcBef>
              <a:buFontTx/>
              <a:buNone/>
              <a:defRPr sz="4800">
                <a:solidFill>
                  <a:schemeClr val="tx2"/>
                </a:solidFill>
                <a:latin typeface="NVIDIA Sans" panose="020B0503020203020204" pitchFamily="34" charset="0"/>
                <a:cs typeface="NVIDIA Sans" panose="020B0503020203020204" pitchFamily="34" charset="0"/>
              </a:defRPr>
            </a:lvl1pPr>
            <a:lvl2pPr marL="1371600" indent="0" algn="ctr">
              <a:buFontTx/>
              <a:buNone/>
              <a:defRPr sz="4400">
                <a:latin typeface="NVIDIA Sans" panose="020B0503020203020204" pitchFamily="34" charset="0"/>
              </a:defRPr>
            </a:lvl2pPr>
            <a:lvl3pPr marL="2743200" indent="0" algn="ctr">
              <a:buFontTx/>
              <a:buNone/>
              <a:defRPr sz="4400">
                <a:latin typeface="NVIDIA Sans" panose="020B0503020203020204" pitchFamily="34" charset="0"/>
              </a:defRPr>
            </a:lvl3pPr>
            <a:lvl4pPr marL="4114800" indent="0" algn="ctr">
              <a:buFontTx/>
              <a:buNone/>
              <a:defRPr sz="4400">
                <a:latin typeface="NVIDIA Sans" panose="020B0503020203020204" pitchFamily="34" charset="0"/>
              </a:defRPr>
            </a:lvl4pPr>
            <a:lvl5pPr marL="5486400" indent="0" algn="ctr">
              <a:buFontTx/>
              <a:buNone/>
              <a:defRPr sz="4400">
                <a:latin typeface="NVIDIA Sans" panose="020B0503020203020204" pitchFamily="34" charset="0"/>
              </a:defRPr>
            </a:lvl5pPr>
          </a:lstStyle>
          <a:p>
            <a:pPr lvl="0"/>
            <a:r>
              <a:rPr lang="en-US" dirty="0"/>
              <a:t>Click to add subtitle</a:t>
            </a:r>
          </a:p>
        </p:txBody>
      </p:sp>
      <p:sp>
        <p:nvSpPr>
          <p:cNvPr id="30" name="Picture Placeholder 2">
            <a:extLst>
              <a:ext uri="{FF2B5EF4-FFF2-40B4-BE49-F238E27FC236}">
                <a16:creationId xmlns:a16="http://schemas.microsoft.com/office/drawing/2014/main" id="{7FF59CD9-73FD-415B-F082-C27D3FC74CC5}"/>
              </a:ext>
            </a:extLst>
          </p:cNvPr>
          <p:cNvSpPr>
            <a:spLocks noGrp="1"/>
          </p:cNvSpPr>
          <p:nvPr>
            <p:ph type="pic" sz="quarter" idx="24"/>
          </p:nvPr>
        </p:nvSpPr>
        <p:spPr>
          <a:xfrm>
            <a:off x="18520757" y="4849813"/>
            <a:ext cx="7982985" cy="12019835"/>
          </a:xfrm>
          <a:prstGeom prst="rect">
            <a:avLst/>
          </a:prstGeom>
          <a:solidFill>
            <a:srgbClr val="151617">
              <a:alpha val="61000"/>
            </a:srgbClr>
          </a:solidFill>
          <a:ln w="9525">
            <a:solidFill>
              <a:schemeClr val="accent5"/>
            </a:solidFill>
          </a:ln>
        </p:spPr>
        <p:txBody>
          <a:bodyPr tIns="2194560" anchor="ctr"/>
          <a:lstStyle>
            <a:lvl1pPr marL="0" indent="0" algn="ctr">
              <a:buFont typeface="NVIDIA Sans" panose="020B0503020203020204" pitchFamily="34" charset="0"/>
              <a:buNone/>
              <a:defRPr lang="en-US" sz="4000" dirty="0">
                <a:solidFill>
                  <a:schemeClr val="bg2"/>
                </a:solidFill>
                <a:latin typeface="NVIDIA Sans" panose="020B0503020203020204" pitchFamily="34" charset="0"/>
                <a:cs typeface="NVIDIA Sans" panose="020B0503020203020204" pitchFamily="34" charset="0"/>
              </a:defRPr>
            </a:lvl1pPr>
          </a:lstStyle>
          <a:p>
            <a:pPr marL="685800" lvl="0" indent="-685800" algn="ctr"/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31" name="Picture Placeholder 2">
            <a:extLst>
              <a:ext uri="{FF2B5EF4-FFF2-40B4-BE49-F238E27FC236}">
                <a16:creationId xmlns:a16="http://schemas.microsoft.com/office/drawing/2014/main" id="{90082BEB-34AF-6104-9172-84A9393C73A1}"/>
              </a:ext>
            </a:extLst>
          </p:cNvPr>
          <p:cNvSpPr>
            <a:spLocks noGrp="1"/>
          </p:cNvSpPr>
          <p:nvPr>
            <p:ph type="pic" sz="quarter" idx="20"/>
          </p:nvPr>
        </p:nvSpPr>
        <p:spPr>
          <a:xfrm>
            <a:off x="10072254" y="4849813"/>
            <a:ext cx="7982985" cy="12019835"/>
          </a:xfrm>
          <a:prstGeom prst="rect">
            <a:avLst/>
          </a:prstGeom>
          <a:solidFill>
            <a:srgbClr val="151617">
              <a:alpha val="61000"/>
            </a:srgbClr>
          </a:solidFill>
          <a:ln w="9525">
            <a:solidFill>
              <a:schemeClr val="accent5"/>
            </a:solidFill>
          </a:ln>
        </p:spPr>
        <p:txBody>
          <a:bodyPr tIns="2194560" anchor="ctr"/>
          <a:lstStyle>
            <a:lvl1pPr marL="0" indent="0" algn="ctr">
              <a:buFont typeface="NVIDIA Sans" panose="020B0503020203020204" pitchFamily="34" charset="0"/>
              <a:buNone/>
              <a:defRPr lang="en-US" sz="4000" dirty="0">
                <a:solidFill>
                  <a:schemeClr val="bg2"/>
                </a:solidFill>
                <a:latin typeface="NVIDIA Sans" panose="020B0503020203020204" pitchFamily="34" charset="0"/>
                <a:cs typeface="NVIDIA Sans" panose="020B0503020203020204" pitchFamily="34" charset="0"/>
              </a:defRPr>
            </a:lvl1pPr>
          </a:lstStyle>
          <a:p>
            <a:pPr marL="685800" lvl="0" indent="-685800" algn="ctr"/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39" name="Picture Placeholder 2">
            <a:extLst>
              <a:ext uri="{FF2B5EF4-FFF2-40B4-BE49-F238E27FC236}">
                <a16:creationId xmlns:a16="http://schemas.microsoft.com/office/drawing/2014/main" id="{1ACBD8DD-E9B6-20E0-AF99-F566611D5259}"/>
              </a:ext>
            </a:extLst>
          </p:cNvPr>
          <p:cNvSpPr>
            <a:spLocks noGrp="1"/>
          </p:cNvSpPr>
          <p:nvPr>
            <p:ph type="pic" sz="quarter" idx="28"/>
          </p:nvPr>
        </p:nvSpPr>
        <p:spPr>
          <a:xfrm>
            <a:off x="1637606" y="4849813"/>
            <a:ext cx="7969130" cy="12019835"/>
          </a:xfrm>
          <a:prstGeom prst="rect">
            <a:avLst/>
          </a:prstGeom>
          <a:solidFill>
            <a:srgbClr val="151617">
              <a:alpha val="61000"/>
            </a:srgbClr>
          </a:solidFill>
          <a:ln w="9525">
            <a:solidFill>
              <a:schemeClr val="accent5"/>
            </a:solidFill>
          </a:ln>
        </p:spPr>
        <p:txBody>
          <a:bodyPr tIns="2194560" anchor="ctr"/>
          <a:lstStyle>
            <a:lvl1pPr marL="0" indent="0" algn="ctr">
              <a:buFont typeface="NVIDIA Sans" panose="020B0503020203020204" pitchFamily="34" charset="0"/>
              <a:buNone/>
              <a:defRPr lang="en-US" sz="4000" dirty="0">
                <a:solidFill>
                  <a:schemeClr val="bg2"/>
                </a:solidFill>
                <a:latin typeface="NVIDIA Sans" panose="020B0503020203020204" pitchFamily="34" charset="0"/>
                <a:cs typeface="NVIDIA Sans" panose="020B0503020203020204" pitchFamily="34" charset="0"/>
              </a:defRPr>
            </a:lvl1pPr>
          </a:lstStyle>
          <a:p>
            <a:pPr marL="685800" lvl="0" indent="-685800" algn="ctr"/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40" name="Picture Placeholder 2">
            <a:extLst>
              <a:ext uri="{FF2B5EF4-FFF2-40B4-BE49-F238E27FC236}">
                <a16:creationId xmlns:a16="http://schemas.microsoft.com/office/drawing/2014/main" id="{3F34C73B-16DF-6108-33FA-2019F4A18A96}"/>
              </a:ext>
            </a:extLst>
          </p:cNvPr>
          <p:cNvSpPr>
            <a:spLocks noGrp="1"/>
          </p:cNvSpPr>
          <p:nvPr>
            <p:ph type="pic" sz="quarter" idx="29"/>
          </p:nvPr>
        </p:nvSpPr>
        <p:spPr>
          <a:xfrm>
            <a:off x="26969260" y="4849813"/>
            <a:ext cx="7969133" cy="12019835"/>
          </a:xfrm>
          <a:prstGeom prst="rect">
            <a:avLst/>
          </a:prstGeom>
          <a:solidFill>
            <a:srgbClr val="151617">
              <a:alpha val="61000"/>
            </a:srgbClr>
          </a:solidFill>
          <a:ln w="9525">
            <a:solidFill>
              <a:schemeClr val="accent5"/>
            </a:solidFill>
          </a:ln>
        </p:spPr>
        <p:txBody>
          <a:bodyPr tIns="2194560" anchor="ctr"/>
          <a:lstStyle>
            <a:lvl1pPr marL="0" indent="0" algn="ctr">
              <a:buFont typeface="NVIDIA Sans" panose="020B0503020203020204" pitchFamily="34" charset="0"/>
              <a:buNone/>
              <a:defRPr lang="en-US" sz="4000" dirty="0">
                <a:solidFill>
                  <a:schemeClr val="bg2"/>
                </a:solidFill>
                <a:latin typeface="NVIDIA Sans" panose="020B0503020203020204" pitchFamily="34" charset="0"/>
                <a:cs typeface="NVIDIA Sans" panose="020B0503020203020204" pitchFamily="34" charset="0"/>
              </a:defRPr>
            </a:lvl1pPr>
          </a:lstStyle>
          <a:p>
            <a:pPr marL="685800" lvl="0" indent="-685800" algn="ctr"/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41" name="Text Placeholder 7">
            <a:extLst>
              <a:ext uri="{FF2B5EF4-FFF2-40B4-BE49-F238E27FC236}">
                <a16:creationId xmlns:a16="http://schemas.microsoft.com/office/drawing/2014/main" id="{2A0C0A2B-E05B-6582-22E0-E2FB87D4F5FE}"/>
              </a:ext>
            </a:extLst>
          </p:cNvPr>
          <p:cNvSpPr>
            <a:spLocks noGrp="1"/>
          </p:cNvSpPr>
          <p:nvPr>
            <p:ph type="body" sz="quarter" idx="67" hasCustomPrompt="1"/>
          </p:nvPr>
        </p:nvSpPr>
        <p:spPr>
          <a:xfrm>
            <a:off x="10087333" y="17063961"/>
            <a:ext cx="7967906" cy="750359"/>
          </a:xfrm>
          <a:prstGeom prst="rect">
            <a:avLst/>
          </a:prstGeom>
        </p:spPr>
        <p:txBody>
          <a:bodyPr anchor="b"/>
          <a:lstStyle>
            <a:lvl1pPr marL="0" indent="0" algn="ctr">
              <a:spcBef>
                <a:spcPts val="1200"/>
              </a:spcBef>
              <a:buFontTx/>
              <a:buNone/>
              <a:defRPr sz="4000" b="0" cap="none" baseline="0">
                <a:solidFill>
                  <a:schemeClr val="bg1"/>
                </a:solidFill>
                <a:latin typeface="+mj-lt"/>
                <a:cs typeface="NVIDIA Sans" panose="020B0503020203020204" pitchFamily="34" charset="0"/>
              </a:defRPr>
            </a:lvl1pPr>
            <a:lvl2pPr marL="2562790" indent="0">
              <a:buFontTx/>
              <a:buNone/>
              <a:defRPr sz="4000" b="1">
                <a:solidFill>
                  <a:schemeClr val="tx1"/>
                </a:solidFill>
                <a:latin typeface="NVIDIA Sans" panose="020B0503020203020204" pitchFamily="34" charset="0"/>
              </a:defRPr>
            </a:lvl2pPr>
            <a:lvl3pPr marL="4883584" indent="0">
              <a:buFontTx/>
              <a:buNone/>
              <a:defRPr sz="4000" b="1">
                <a:solidFill>
                  <a:schemeClr val="tx1"/>
                </a:solidFill>
                <a:latin typeface="NVIDIA Sans" panose="020B0503020203020204" pitchFamily="34" charset="0"/>
              </a:defRPr>
            </a:lvl3pPr>
            <a:lvl4pPr marL="6933729" indent="0">
              <a:buFontTx/>
              <a:buNone/>
              <a:defRPr sz="4000" b="1">
                <a:solidFill>
                  <a:schemeClr val="tx1"/>
                </a:solidFill>
                <a:latin typeface="NVIDIA Sans" panose="020B0503020203020204" pitchFamily="34" charset="0"/>
              </a:defRPr>
            </a:lvl4pPr>
            <a:lvl5pPr marL="8471409" indent="0">
              <a:buFontTx/>
              <a:buNone/>
              <a:defRPr sz="4000" b="1">
                <a:solidFill>
                  <a:schemeClr val="tx1"/>
                </a:solidFill>
                <a:latin typeface="NVIDIA Sans" panose="020B0503020203020204" pitchFamily="34" charset="0"/>
              </a:defRPr>
            </a:lvl5pPr>
          </a:lstStyle>
          <a:p>
            <a:pPr lvl="0"/>
            <a:r>
              <a:rPr lang="en-US" dirty="0"/>
              <a:t>Click To Add Title</a:t>
            </a:r>
          </a:p>
        </p:txBody>
      </p:sp>
      <p:sp>
        <p:nvSpPr>
          <p:cNvPr id="42" name="Text Placeholder 7">
            <a:extLst>
              <a:ext uri="{FF2B5EF4-FFF2-40B4-BE49-F238E27FC236}">
                <a16:creationId xmlns:a16="http://schemas.microsoft.com/office/drawing/2014/main" id="{F252818C-30B9-BEAB-C34B-3FDB45B07855}"/>
              </a:ext>
            </a:extLst>
          </p:cNvPr>
          <p:cNvSpPr>
            <a:spLocks noGrp="1"/>
          </p:cNvSpPr>
          <p:nvPr>
            <p:ph type="body" sz="quarter" idx="68" hasCustomPrompt="1"/>
          </p:nvPr>
        </p:nvSpPr>
        <p:spPr>
          <a:xfrm>
            <a:off x="1630527" y="17063961"/>
            <a:ext cx="7946970" cy="750359"/>
          </a:xfrm>
          <a:prstGeom prst="rect">
            <a:avLst/>
          </a:prstGeom>
        </p:spPr>
        <p:txBody>
          <a:bodyPr anchor="b"/>
          <a:lstStyle>
            <a:lvl1pPr marL="0" indent="0" algn="ctr">
              <a:spcBef>
                <a:spcPts val="1200"/>
              </a:spcBef>
              <a:buFontTx/>
              <a:buNone/>
              <a:defRPr sz="4000" b="0" cap="none" baseline="0">
                <a:solidFill>
                  <a:schemeClr val="bg1"/>
                </a:solidFill>
                <a:latin typeface="+mj-lt"/>
                <a:cs typeface="NVIDIA Sans" panose="020B0503020203020204" pitchFamily="34" charset="0"/>
              </a:defRPr>
            </a:lvl1pPr>
            <a:lvl2pPr marL="2562790" indent="0">
              <a:buFontTx/>
              <a:buNone/>
              <a:defRPr sz="4000" b="1">
                <a:solidFill>
                  <a:schemeClr val="tx1"/>
                </a:solidFill>
                <a:latin typeface="NVIDIA Sans" panose="020B0503020203020204" pitchFamily="34" charset="0"/>
              </a:defRPr>
            </a:lvl2pPr>
            <a:lvl3pPr marL="4883584" indent="0">
              <a:buFontTx/>
              <a:buNone/>
              <a:defRPr sz="4000" b="1">
                <a:solidFill>
                  <a:schemeClr val="tx1"/>
                </a:solidFill>
                <a:latin typeface="NVIDIA Sans" panose="020B0503020203020204" pitchFamily="34" charset="0"/>
              </a:defRPr>
            </a:lvl3pPr>
            <a:lvl4pPr marL="6933729" indent="0">
              <a:buFontTx/>
              <a:buNone/>
              <a:defRPr sz="4000" b="1">
                <a:solidFill>
                  <a:schemeClr val="tx1"/>
                </a:solidFill>
                <a:latin typeface="NVIDIA Sans" panose="020B0503020203020204" pitchFamily="34" charset="0"/>
              </a:defRPr>
            </a:lvl4pPr>
            <a:lvl5pPr marL="8471409" indent="0">
              <a:buFontTx/>
              <a:buNone/>
              <a:defRPr sz="4000" b="1">
                <a:solidFill>
                  <a:schemeClr val="tx1"/>
                </a:solidFill>
                <a:latin typeface="NVIDIA Sans" panose="020B0503020203020204" pitchFamily="34" charset="0"/>
              </a:defRPr>
            </a:lvl5pPr>
          </a:lstStyle>
          <a:p>
            <a:pPr lvl="0"/>
            <a:r>
              <a:rPr lang="en-US" dirty="0"/>
              <a:t>Click To Add Title</a:t>
            </a:r>
          </a:p>
        </p:txBody>
      </p:sp>
      <p:sp>
        <p:nvSpPr>
          <p:cNvPr id="43" name="Text Placeholder 7">
            <a:extLst>
              <a:ext uri="{FF2B5EF4-FFF2-40B4-BE49-F238E27FC236}">
                <a16:creationId xmlns:a16="http://schemas.microsoft.com/office/drawing/2014/main" id="{E94F7E10-2AF0-1049-A3BD-C3667BA1A7B7}"/>
              </a:ext>
            </a:extLst>
          </p:cNvPr>
          <p:cNvSpPr>
            <a:spLocks noGrp="1"/>
          </p:cNvSpPr>
          <p:nvPr>
            <p:ph type="body" sz="quarter" idx="69" hasCustomPrompt="1"/>
          </p:nvPr>
        </p:nvSpPr>
        <p:spPr>
          <a:xfrm>
            <a:off x="10087333" y="17751568"/>
            <a:ext cx="7967906" cy="750359"/>
          </a:xfrm>
          <a:prstGeom prst="rect">
            <a:avLst/>
          </a:prstGeom>
        </p:spPr>
        <p:txBody>
          <a:bodyPr/>
          <a:lstStyle>
            <a:lvl1pPr marL="0" indent="0" algn="ctr">
              <a:spcBef>
                <a:spcPts val="600"/>
              </a:spcBef>
              <a:buFontTx/>
              <a:buNone/>
              <a:defRPr sz="2800" b="0">
                <a:solidFill>
                  <a:schemeClr val="bg1"/>
                </a:solidFill>
                <a:latin typeface="NVIDIA Sans" panose="020B0503020203020204" pitchFamily="34" charset="0"/>
                <a:cs typeface="NVIDIA Sans" panose="020B0503020203020204" pitchFamily="34" charset="0"/>
              </a:defRPr>
            </a:lvl1pPr>
            <a:lvl2pPr marL="2562790" indent="0">
              <a:buFontTx/>
              <a:buNone/>
              <a:defRPr sz="4000" b="1">
                <a:solidFill>
                  <a:schemeClr val="tx1"/>
                </a:solidFill>
                <a:latin typeface="NVIDIA Sans" panose="020B0503020203020204" pitchFamily="34" charset="0"/>
              </a:defRPr>
            </a:lvl2pPr>
            <a:lvl3pPr marL="4883584" indent="0">
              <a:buFontTx/>
              <a:buNone/>
              <a:defRPr sz="4000" b="1">
                <a:solidFill>
                  <a:schemeClr val="tx1"/>
                </a:solidFill>
                <a:latin typeface="NVIDIA Sans" panose="020B0503020203020204" pitchFamily="34" charset="0"/>
              </a:defRPr>
            </a:lvl3pPr>
            <a:lvl4pPr marL="6933729" indent="0">
              <a:buFontTx/>
              <a:buNone/>
              <a:defRPr sz="4000" b="1">
                <a:solidFill>
                  <a:schemeClr val="tx1"/>
                </a:solidFill>
                <a:latin typeface="NVIDIA Sans" panose="020B0503020203020204" pitchFamily="34" charset="0"/>
              </a:defRPr>
            </a:lvl4pPr>
            <a:lvl5pPr marL="8471409" indent="0">
              <a:buFontTx/>
              <a:buNone/>
              <a:defRPr sz="4000" b="1">
                <a:solidFill>
                  <a:schemeClr val="tx1"/>
                </a:solidFill>
                <a:latin typeface="NVIDIA Sans" panose="020B0503020203020204" pitchFamily="34" charset="0"/>
              </a:defRPr>
            </a:lvl5pPr>
          </a:lstStyle>
          <a:p>
            <a:pPr lvl="0"/>
            <a:r>
              <a:rPr lang="en-US" dirty="0"/>
              <a:t>Click to add subtitle</a:t>
            </a:r>
          </a:p>
        </p:txBody>
      </p:sp>
      <p:sp>
        <p:nvSpPr>
          <p:cNvPr id="44" name="Text Placeholder 7">
            <a:extLst>
              <a:ext uri="{FF2B5EF4-FFF2-40B4-BE49-F238E27FC236}">
                <a16:creationId xmlns:a16="http://schemas.microsoft.com/office/drawing/2014/main" id="{CCE2100E-D959-41B2-929B-D1BC55772019}"/>
              </a:ext>
            </a:extLst>
          </p:cNvPr>
          <p:cNvSpPr>
            <a:spLocks noGrp="1"/>
          </p:cNvSpPr>
          <p:nvPr>
            <p:ph type="body" sz="quarter" idx="70" hasCustomPrompt="1"/>
          </p:nvPr>
        </p:nvSpPr>
        <p:spPr>
          <a:xfrm>
            <a:off x="1630527" y="17751568"/>
            <a:ext cx="7946970" cy="750359"/>
          </a:xfrm>
          <a:prstGeom prst="rect">
            <a:avLst/>
          </a:prstGeom>
        </p:spPr>
        <p:txBody>
          <a:bodyPr/>
          <a:lstStyle>
            <a:lvl1pPr marL="0" indent="0" algn="ctr">
              <a:spcBef>
                <a:spcPts val="600"/>
              </a:spcBef>
              <a:buFontTx/>
              <a:buNone/>
              <a:defRPr sz="2800" b="0">
                <a:solidFill>
                  <a:schemeClr val="bg1"/>
                </a:solidFill>
                <a:latin typeface="NVIDIA Sans" panose="020B0503020203020204" pitchFamily="34" charset="0"/>
                <a:cs typeface="NVIDIA Sans" panose="020B0503020203020204" pitchFamily="34" charset="0"/>
              </a:defRPr>
            </a:lvl1pPr>
            <a:lvl2pPr marL="2562790" indent="0">
              <a:buFontTx/>
              <a:buNone/>
              <a:defRPr sz="4000" b="1">
                <a:solidFill>
                  <a:schemeClr val="tx1"/>
                </a:solidFill>
                <a:latin typeface="NVIDIA Sans" panose="020B0503020203020204" pitchFamily="34" charset="0"/>
              </a:defRPr>
            </a:lvl2pPr>
            <a:lvl3pPr marL="4883584" indent="0">
              <a:buFontTx/>
              <a:buNone/>
              <a:defRPr sz="4000" b="1">
                <a:solidFill>
                  <a:schemeClr val="tx1"/>
                </a:solidFill>
                <a:latin typeface="NVIDIA Sans" panose="020B0503020203020204" pitchFamily="34" charset="0"/>
              </a:defRPr>
            </a:lvl3pPr>
            <a:lvl4pPr marL="6933729" indent="0">
              <a:buFontTx/>
              <a:buNone/>
              <a:defRPr sz="4000" b="1">
                <a:solidFill>
                  <a:schemeClr val="tx1"/>
                </a:solidFill>
                <a:latin typeface="NVIDIA Sans" panose="020B0503020203020204" pitchFamily="34" charset="0"/>
              </a:defRPr>
            </a:lvl4pPr>
            <a:lvl5pPr marL="8471409" indent="0">
              <a:buFontTx/>
              <a:buNone/>
              <a:defRPr sz="4000" b="1">
                <a:solidFill>
                  <a:schemeClr val="tx1"/>
                </a:solidFill>
                <a:latin typeface="NVIDIA Sans" panose="020B0503020203020204" pitchFamily="34" charset="0"/>
              </a:defRPr>
            </a:lvl5pPr>
          </a:lstStyle>
          <a:p>
            <a:pPr lvl="0"/>
            <a:r>
              <a:rPr lang="en-US" dirty="0"/>
              <a:t>Click to add subtitle</a:t>
            </a:r>
          </a:p>
        </p:txBody>
      </p:sp>
      <p:sp>
        <p:nvSpPr>
          <p:cNvPr id="45" name="Text Placeholder 7">
            <a:extLst>
              <a:ext uri="{FF2B5EF4-FFF2-40B4-BE49-F238E27FC236}">
                <a16:creationId xmlns:a16="http://schemas.microsoft.com/office/drawing/2014/main" id="{F9556000-DFCA-8B90-EBBC-359C95C3B361}"/>
              </a:ext>
            </a:extLst>
          </p:cNvPr>
          <p:cNvSpPr>
            <a:spLocks noGrp="1"/>
          </p:cNvSpPr>
          <p:nvPr>
            <p:ph type="body" sz="quarter" idx="71" hasCustomPrompt="1"/>
          </p:nvPr>
        </p:nvSpPr>
        <p:spPr>
          <a:xfrm>
            <a:off x="18527529" y="17063961"/>
            <a:ext cx="7946972" cy="750359"/>
          </a:xfrm>
          <a:prstGeom prst="rect">
            <a:avLst/>
          </a:prstGeom>
        </p:spPr>
        <p:txBody>
          <a:bodyPr anchor="b"/>
          <a:lstStyle>
            <a:lvl1pPr marL="0" indent="0" algn="ctr">
              <a:spcBef>
                <a:spcPts val="1200"/>
              </a:spcBef>
              <a:buFontTx/>
              <a:buNone/>
              <a:defRPr sz="4000" b="0" cap="none" baseline="0">
                <a:solidFill>
                  <a:schemeClr val="bg1"/>
                </a:solidFill>
                <a:latin typeface="+mj-lt"/>
                <a:cs typeface="NVIDIA Sans" panose="020B0503020203020204" pitchFamily="34" charset="0"/>
              </a:defRPr>
            </a:lvl1pPr>
            <a:lvl2pPr marL="2562790" indent="0">
              <a:buFontTx/>
              <a:buNone/>
              <a:defRPr sz="4000" b="1">
                <a:solidFill>
                  <a:schemeClr val="tx1"/>
                </a:solidFill>
                <a:latin typeface="NVIDIA Sans" panose="020B0503020203020204" pitchFamily="34" charset="0"/>
              </a:defRPr>
            </a:lvl2pPr>
            <a:lvl3pPr marL="4883584" indent="0">
              <a:buFontTx/>
              <a:buNone/>
              <a:defRPr sz="4000" b="1">
                <a:solidFill>
                  <a:schemeClr val="tx1"/>
                </a:solidFill>
                <a:latin typeface="NVIDIA Sans" panose="020B0503020203020204" pitchFamily="34" charset="0"/>
              </a:defRPr>
            </a:lvl3pPr>
            <a:lvl4pPr marL="6933729" indent="0">
              <a:buFontTx/>
              <a:buNone/>
              <a:defRPr sz="4000" b="1">
                <a:solidFill>
                  <a:schemeClr val="tx1"/>
                </a:solidFill>
                <a:latin typeface="NVIDIA Sans" panose="020B0503020203020204" pitchFamily="34" charset="0"/>
              </a:defRPr>
            </a:lvl4pPr>
            <a:lvl5pPr marL="8471409" indent="0">
              <a:buFontTx/>
              <a:buNone/>
              <a:defRPr sz="4000" b="1">
                <a:solidFill>
                  <a:schemeClr val="tx1"/>
                </a:solidFill>
                <a:latin typeface="NVIDIA Sans" panose="020B0503020203020204" pitchFamily="34" charset="0"/>
              </a:defRPr>
            </a:lvl5pPr>
          </a:lstStyle>
          <a:p>
            <a:pPr lvl="0"/>
            <a:r>
              <a:rPr lang="en-US" dirty="0"/>
              <a:t>Click To Add Title</a:t>
            </a:r>
          </a:p>
        </p:txBody>
      </p:sp>
      <p:sp>
        <p:nvSpPr>
          <p:cNvPr id="46" name="Text Placeholder 7">
            <a:extLst>
              <a:ext uri="{FF2B5EF4-FFF2-40B4-BE49-F238E27FC236}">
                <a16:creationId xmlns:a16="http://schemas.microsoft.com/office/drawing/2014/main" id="{80DB8C8F-25FA-6C95-C2D7-C138BAA32B50}"/>
              </a:ext>
            </a:extLst>
          </p:cNvPr>
          <p:cNvSpPr>
            <a:spLocks noGrp="1"/>
          </p:cNvSpPr>
          <p:nvPr>
            <p:ph type="body" sz="quarter" idx="72" hasCustomPrompt="1"/>
          </p:nvPr>
        </p:nvSpPr>
        <p:spPr>
          <a:xfrm>
            <a:off x="18527529" y="17751568"/>
            <a:ext cx="7946972" cy="750359"/>
          </a:xfrm>
          <a:prstGeom prst="rect">
            <a:avLst/>
          </a:prstGeom>
        </p:spPr>
        <p:txBody>
          <a:bodyPr/>
          <a:lstStyle>
            <a:lvl1pPr marL="0" indent="0" algn="ctr">
              <a:spcBef>
                <a:spcPts val="600"/>
              </a:spcBef>
              <a:buFontTx/>
              <a:buNone/>
              <a:defRPr sz="2800" b="0">
                <a:solidFill>
                  <a:schemeClr val="bg1"/>
                </a:solidFill>
                <a:latin typeface="NVIDIA Sans" panose="020B0503020203020204" pitchFamily="34" charset="0"/>
                <a:cs typeface="NVIDIA Sans" panose="020B0503020203020204" pitchFamily="34" charset="0"/>
              </a:defRPr>
            </a:lvl1pPr>
            <a:lvl2pPr marL="2562790" indent="0">
              <a:buFontTx/>
              <a:buNone/>
              <a:defRPr sz="4000" b="1">
                <a:solidFill>
                  <a:schemeClr val="tx1"/>
                </a:solidFill>
                <a:latin typeface="NVIDIA Sans" panose="020B0503020203020204" pitchFamily="34" charset="0"/>
              </a:defRPr>
            </a:lvl2pPr>
            <a:lvl3pPr marL="4883584" indent="0">
              <a:buFontTx/>
              <a:buNone/>
              <a:defRPr sz="4000" b="1">
                <a:solidFill>
                  <a:schemeClr val="tx1"/>
                </a:solidFill>
                <a:latin typeface="NVIDIA Sans" panose="020B0503020203020204" pitchFamily="34" charset="0"/>
              </a:defRPr>
            </a:lvl3pPr>
            <a:lvl4pPr marL="6933729" indent="0">
              <a:buFontTx/>
              <a:buNone/>
              <a:defRPr sz="4000" b="1">
                <a:solidFill>
                  <a:schemeClr val="tx1"/>
                </a:solidFill>
                <a:latin typeface="NVIDIA Sans" panose="020B0503020203020204" pitchFamily="34" charset="0"/>
              </a:defRPr>
            </a:lvl4pPr>
            <a:lvl5pPr marL="8471409" indent="0">
              <a:buFontTx/>
              <a:buNone/>
              <a:defRPr sz="4000" b="1">
                <a:solidFill>
                  <a:schemeClr val="tx1"/>
                </a:solidFill>
                <a:latin typeface="NVIDIA Sans" panose="020B0503020203020204" pitchFamily="34" charset="0"/>
              </a:defRPr>
            </a:lvl5pPr>
          </a:lstStyle>
          <a:p>
            <a:pPr lvl="0"/>
            <a:r>
              <a:rPr lang="en-US" dirty="0"/>
              <a:t>Click to add subtitle</a:t>
            </a:r>
          </a:p>
        </p:txBody>
      </p:sp>
      <p:sp>
        <p:nvSpPr>
          <p:cNvPr id="47" name="Text Placeholder 7">
            <a:extLst>
              <a:ext uri="{FF2B5EF4-FFF2-40B4-BE49-F238E27FC236}">
                <a16:creationId xmlns:a16="http://schemas.microsoft.com/office/drawing/2014/main" id="{63D94597-BF94-1410-90DE-B1569E6B339A}"/>
              </a:ext>
            </a:extLst>
          </p:cNvPr>
          <p:cNvSpPr>
            <a:spLocks noGrp="1"/>
          </p:cNvSpPr>
          <p:nvPr>
            <p:ph type="body" sz="quarter" idx="73" hasCustomPrompt="1"/>
          </p:nvPr>
        </p:nvSpPr>
        <p:spPr>
          <a:xfrm>
            <a:off x="26976037" y="17063961"/>
            <a:ext cx="7947304" cy="750359"/>
          </a:xfrm>
          <a:prstGeom prst="rect">
            <a:avLst/>
          </a:prstGeom>
        </p:spPr>
        <p:txBody>
          <a:bodyPr anchor="b"/>
          <a:lstStyle>
            <a:lvl1pPr marL="0" indent="0" algn="ctr">
              <a:spcBef>
                <a:spcPts val="1200"/>
              </a:spcBef>
              <a:buFontTx/>
              <a:buNone/>
              <a:defRPr sz="4000" b="0" cap="none" baseline="0">
                <a:solidFill>
                  <a:schemeClr val="bg1"/>
                </a:solidFill>
                <a:latin typeface="+mj-lt"/>
                <a:cs typeface="NVIDIA Sans" panose="020B0503020203020204" pitchFamily="34" charset="0"/>
              </a:defRPr>
            </a:lvl1pPr>
            <a:lvl2pPr marL="2562790" indent="0">
              <a:buFontTx/>
              <a:buNone/>
              <a:defRPr sz="4000" b="1">
                <a:solidFill>
                  <a:schemeClr val="tx1"/>
                </a:solidFill>
                <a:latin typeface="NVIDIA Sans" panose="020B0503020203020204" pitchFamily="34" charset="0"/>
              </a:defRPr>
            </a:lvl2pPr>
            <a:lvl3pPr marL="4883584" indent="0">
              <a:buFontTx/>
              <a:buNone/>
              <a:defRPr sz="4000" b="1">
                <a:solidFill>
                  <a:schemeClr val="tx1"/>
                </a:solidFill>
                <a:latin typeface="NVIDIA Sans" panose="020B0503020203020204" pitchFamily="34" charset="0"/>
              </a:defRPr>
            </a:lvl3pPr>
            <a:lvl4pPr marL="6933729" indent="0">
              <a:buFontTx/>
              <a:buNone/>
              <a:defRPr sz="4000" b="1">
                <a:solidFill>
                  <a:schemeClr val="tx1"/>
                </a:solidFill>
                <a:latin typeface="NVIDIA Sans" panose="020B0503020203020204" pitchFamily="34" charset="0"/>
              </a:defRPr>
            </a:lvl4pPr>
            <a:lvl5pPr marL="8471409" indent="0">
              <a:buFontTx/>
              <a:buNone/>
              <a:defRPr sz="4000" b="1">
                <a:solidFill>
                  <a:schemeClr val="tx1"/>
                </a:solidFill>
                <a:latin typeface="NVIDIA Sans" panose="020B0503020203020204" pitchFamily="34" charset="0"/>
              </a:defRPr>
            </a:lvl5pPr>
          </a:lstStyle>
          <a:p>
            <a:pPr lvl="0"/>
            <a:r>
              <a:rPr lang="en-US" dirty="0"/>
              <a:t>Click To Add Title</a:t>
            </a:r>
          </a:p>
        </p:txBody>
      </p:sp>
      <p:sp>
        <p:nvSpPr>
          <p:cNvPr id="48" name="Text Placeholder 7">
            <a:extLst>
              <a:ext uri="{FF2B5EF4-FFF2-40B4-BE49-F238E27FC236}">
                <a16:creationId xmlns:a16="http://schemas.microsoft.com/office/drawing/2014/main" id="{BF06A1A9-1746-181C-9E88-1422CE2DFEC1}"/>
              </a:ext>
            </a:extLst>
          </p:cNvPr>
          <p:cNvSpPr>
            <a:spLocks noGrp="1"/>
          </p:cNvSpPr>
          <p:nvPr>
            <p:ph type="body" sz="quarter" idx="74" hasCustomPrompt="1"/>
          </p:nvPr>
        </p:nvSpPr>
        <p:spPr>
          <a:xfrm>
            <a:off x="26976037" y="17751568"/>
            <a:ext cx="7947304" cy="750359"/>
          </a:xfrm>
          <a:prstGeom prst="rect">
            <a:avLst/>
          </a:prstGeom>
        </p:spPr>
        <p:txBody>
          <a:bodyPr/>
          <a:lstStyle>
            <a:lvl1pPr marL="0" indent="0" algn="ctr">
              <a:spcBef>
                <a:spcPts val="600"/>
              </a:spcBef>
              <a:buFontTx/>
              <a:buNone/>
              <a:defRPr sz="2800" b="0">
                <a:solidFill>
                  <a:schemeClr val="bg1"/>
                </a:solidFill>
                <a:latin typeface="NVIDIA Sans" panose="020B0503020203020204" pitchFamily="34" charset="0"/>
                <a:cs typeface="NVIDIA Sans" panose="020B0503020203020204" pitchFamily="34" charset="0"/>
              </a:defRPr>
            </a:lvl1pPr>
            <a:lvl2pPr marL="2562790" indent="0">
              <a:buFontTx/>
              <a:buNone/>
              <a:defRPr sz="4000" b="1">
                <a:solidFill>
                  <a:schemeClr val="tx1"/>
                </a:solidFill>
                <a:latin typeface="NVIDIA Sans" panose="020B0503020203020204" pitchFamily="34" charset="0"/>
              </a:defRPr>
            </a:lvl2pPr>
            <a:lvl3pPr marL="4883584" indent="0">
              <a:buFontTx/>
              <a:buNone/>
              <a:defRPr sz="4000" b="1">
                <a:solidFill>
                  <a:schemeClr val="tx1"/>
                </a:solidFill>
                <a:latin typeface="NVIDIA Sans" panose="020B0503020203020204" pitchFamily="34" charset="0"/>
              </a:defRPr>
            </a:lvl3pPr>
            <a:lvl4pPr marL="6933729" indent="0">
              <a:buFontTx/>
              <a:buNone/>
              <a:defRPr sz="4000" b="1">
                <a:solidFill>
                  <a:schemeClr val="tx1"/>
                </a:solidFill>
                <a:latin typeface="NVIDIA Sans" panose="020B0503020203020204" pitchFamily="34" charset="0"/>
              </a:defRPr>
            </a:lvl4pPr>
            <a:lvl5pPr marL="8471409" indent="0">
              <a:buFontTx/>
              <a:buNone/>
              <a:defRPr sz="4000" b="1">
                <a:solidFill>
                  <a:schemeClr val="tx1"/>
                </a:solidFill>
                <a:latin typeface="NVIDIA Sans" panose="020B0503020203020204" pitchFamily="34" charset="0"/>
              </a:defRPr>
            </a:lvl5pPr>
          </a:lstStyle>
          <a:p>
            <a:pPr lvl="0"/>
            <a:r>
              <a:rPr lang="en-US" dirty="0"/>
              <a:t>Click to add subtitle</a:t>
            </a:r>
          </a:p>
        </p:txBody>
      </p:sp>
    </p:spTree>
    <p:extLst>
      <p:ext uri="{BB962C8B-B14F-4D97-AF65-F5344CB8AC3E}">
        <p14:creationId xmlns:p14="http://schemas.microsoft.com/office/powerpoint/2010/main" val="2135586295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10"/>
    </mc:Choice>
    <mc:Fallback xmlns:a16="http://schemas.microsoft.com/office/drawing/2014/main" xmlns="">
      <p:transition/>
    </mc:Fallback>
  </mc:AlternateContent>
</p:sldLayout>
</file>

<file path=ppt/slideLayouts/slideLayout2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5-up Imag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" name="Picture Placeholder 2">
            <a:extLst>
              <a:ext uri="{FF2B5EF4-FFF2-40B4-BE49-F238E27FC236}">
                <a16:creationId xmlns:a16="http://schemas.microsoft.com/office/drawing/2014/main" id="{8907B76C-DA4A-68FA-C798-F3D3ED6D3EEF}"/>
              </a:ext>
            </a:extLst>
          </p:cNvPr>
          <p:cNvSpPr>
            <a:spLocks noGrp="1"/>
          </p:cNvSpPr>
          <p:nvPr>
            <p:ph type="pic" sz="quarter" idx="24"/>
          </p:nvPr>
        </p:nvSpPr>
        <p:spPr>
          <a:xfrm>
            <a:off x="12891393" y="4849814"/>
            <a:ext cx="10789920" cy="4937760"/>
          </a:xfrm>
          <a:prstGeom prst="rect">
            <a:avLst/>
          </a:prstGeom>
          <a:solidFill>
            <a:srgbClr val="151617">
              <a:alpha val="61000"/>
            </a:srgbClr>
          </a:solidFill>
          <a:ln w="9525">
            <a:solidFill>
              <a:schemeClr val="accent5"/>
            </a:solidFill>
          </a:ln>
        </p:spPr>
        <p:txBody>
          <a:bodyPr tIns="2194560" anchor="ctr"/>
          <a:lstStyle>
            <a:lvl1pPr marL="0" indent="0" algn="ctr">
              <a:buNone/>
              <a:defRPr lang="en-US" sz="4000" dirty="0">
                <a:solidFill>
                  <a:schemeClr val="bg2"/>
                </a:solidFill>
                <a:latin typeface="NVIDIA Sans" panose="020B0503020203020204" pitchFamily="34" charset="0"/>
                <a:cs typeface="NVIDIA Sans" panose="020B0503020203020204" pitchFamily="34" charset="0"/>
              </a:defRPr>
            </a:lvl1pPr>
          </a:lstStyle>
          <a:p>
            <a:pPr marL="685800" lvl="0" indent="-685800" algn="ctr"/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28" name="Picture Placeholder 2">
            <a:extLst>
              <a:ext uri="{FF2B5EF4-FFF2-40B4-BE49-F238E27FC236}">
                <a16:creationId xmlns:a16="http://schemas.microsoft.com/office/drawing/2014/main" id="{80A5F7E9-98C2-BE12-2CFF-1D4269C21CEF}"/>
              </a:ext>
            </a:extLst>
          </p:cNvPr>
          <p:cNvSpPr>
            <a:spLocks noGrp="1"/>
          </p:cNvSpPr>
          <p:nvPr>
            <p:ph type="pic" sz="quarter" idx="20"/>
          </p:nvPr>
        </p:nvSpPr>
        <p:spPr>
          <a:xfrm>
            <a:off x="1645583" y="4849814"/>
            <a:ext cx="10789920" cy="4937760"/>
          </a:xfrm>
          <a:prstGeom prst="rect">
            <a:avLst/>
          </a:prstGeom>
          <a:solidFill>
            <a:srgbClr val="151617">
              <a:alpha val="61000"/>
            </a:srgbClr>
          </a:solidFill>
          <a:ln w="9525">
            <a:solidFill>
              <a:schemeClr val="accent5"/>
            </a:solidFill>
          </a:ln>
        </p:spPr>
        <p:txBody>
          <a:bodyPr tIns="2194560" anchor="ctr"/>
          <a:lstStyle>
            <a:lvl1pPr marL="0" indent="0" algn="ctr">
              <a:buNone/>
              <a:defRPr lang="en-US" sz="4000" dirty="0">
                <a:solidFill>
                  <a:schemeClr val="bg2"/>
                </a:solidFill>
                <a:latin typeface="NVIDIA Sans" panose="020B0503020203020204" pitchFamily="34" charset="0"/>
                <a:cs typeface="NVIDIA Sans" panose="020B0503020203020204" pitchFamily="34" charset="0"/>
              </a:defRPr>
            </a:lvl1pPr>
          </a:lstStyle>
          <a:p>
            <a:pPr marL="685800" lvl="0" indent="-685800" algn="ctr"/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30" name="Picture Placeholder 2">
            <a:extLst>
              <a:ext uri="{FF2B5EF4-FFF2-40B4-BE49-F238E27FC236}">
                <a16:creationId xmlns:a16="http://schemas.microsoft.com/office/drawing/2014/main" id="{C40D16D0-F1BB-6699-BB7A-3010F14B4E5E}"/>
              </a:ext>
            </a:extLst>
          </p:cNvPr>
          <p:cNvSpPr>
            <a:spLocks noGrp="1"/>
          </p:cNvSpPr>
          <p:nvPr>
            <p:ph type="pic" sz="quarter" idx="28"/>
          </p:nvPr>
        </p:nvSpPr>
        <p:spPr>
          <a:xfrm>
            <a:off x="24148473" y="4849814"/>
            <a:ext cx="10789920" cy="4937760"/>
          </a:xfrm>
          <a:prstGeom prst="rect">
            <a:avLst/>
          </a:prstGeom>
          <a:solidFill>
            <a:srgbClr val="151617">
              <a:alpha val="61000"/>
            </a:srgbClr>
          </a:solidFill>
          <a:ln w="9525">
            <a:solidFill>
              <a:schemeClr val="accent5"/>
            </a:solidFill>
          </a:ln>
        </p:spPr>
        <p:txBody>
          <a:bodyPr tIns="2194560" anchor="ctr"/>
          <a:lstStyle>
            <a:lvl1pPr marL="0" indent="0" algn="ctr">
              <a:buNone/>
              <a:defRPr lang="en-US" sz="4000" dirty="0">
                <a:solidFill>
                  <a:schemeClr val="bg2"/>
                </a:solidFill>
                <a:latin typeface="NVIDIA Sans" panose="020B0503020203020204" pitchFamily="34" charset="0"/>
                <a:cs typeface="NVIDIA Sans" panose="020B0503020203020204" pitchFamily="34" charset="0"/>
              </a:defRPr>
            </a:lvl1pPr>
          </a:lstStyle>
          <a:p>
            <a:pPr marL="685800" lvl="0" indent="-685800" algn="ctr"/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32" name="Text Placeholder 7">
            <a:extLst>
              <a:ext uri="{FF2B5EF4-FFF2-40B4-BE49-F238E27FC236}">
                <a16:creationId xmlns:a16="http://schemas.microsoft.com/office/drawing/2014/main" id="{669BAFFD-DE29-C3FE-3E3D-0742C54E776F}"/>
              </a:ext>
            </a:extLst>
          </p:cNvPr>
          <p:cNvSpPr>
            <a:spLocks noGrp="1"/>
          </p:cNvSpPr>
          <p:nvPr>
            <p:ph type="body" sz="quarter" idx="59" hasCustomPrompt="1"/>
          </p:nvPr>
        </p:nvSpPr>
        <p:spPr>
          <a:xfrm>
            <a:off x="1656844" y="9981886"/>
            <a:ext cx="10778652" cy="750359"/>
          </a:xfrm>
          <a:prstGeom prst="rect">
            <a:avLst/>
          </a:prstGeom>
        </p:spPr>
        <p:txBody>
          <a:bodyPr anchor="b"/>
          <a:lstStyle>
            <a:lvl1pPr marL="0" indent="0" algn="ctr">
              <a:spcBef>
                <a:spcPts val="1200"/>
              </a:spcBef>
              <a:buFontTx/>
              <a:buNone/>
              <a:defRPr sz="4000" b="0" cap="none" baseline="0">
                <a:solidFill>
                  <a:schemeClr val="bg1"/>
                </a:solidFill>
                <a:latin typeface="+mj-lt"/>
                <a:cs typeface="NVIDIA Sans" panose="020B0503020203020204" pitchFamily="34" charset="0"/>
              </a:defRPr>
            </a:lvl1pPr>
            <a:lvl2pPr marL="2562790" indent="0">
              <a:buFontTx/>
              <a:buNone/>
              <a:defRPr sz="4000" b="1">
                <a:solidFill>
                  <a:schemeClr val="tx1"/>
                </a:solidFill>
                <a:latin typeface="NVIDIA Sans" panose="020B0503020203020204" pitchFamily="34" charset="0"/>
              </a:defRPr>
            </a:lvl2pPr>
            <a:lvl3pPr marL="4883584" indent="0">
              <a:buFontTx/>
              <a:buNone/>
              <a:defRPr sz="4000" b="1">
                <a:solidFill>
                  <a:schemeClr val="tx1"/>
                </a:solidFill>
                <a:latin typeface="NVIDIA Sans" panose="020B0503020203020204" pitchFamily="34" charset="0"/>
              </a:defRPr>
            </a:lvl3pPr>
            <a:lvl4pPr marL="6933729" indent="0">
              <a:buFontTx/>
              <a:buNone/>
              <a:defRPr sz="4000" b="1">
                <a:solidFill>
                  <a:schemeClr val="tx1"/>
                </a:solidFill>
                <a:latin typeface="NVIDIA Sans" panose="020B0503020203020204" pitchFamily="34" charset="0"/>
              </a:defRPr>
            </a:lvl4pPr>
            <a:lvl5pPr marL="8471409" indent="0">
              <a:buFontTx/>
              <a:buNone/>
              <a:defRPr sz="4000" b="1">
                <a:solidFill>
                  <a:schemeClr val="tx1"/>
                </a:solidFill>
                <a:latin typeface="NVIDIA Sans" panose="020B0503020203020204" pitchFamily="34" charset="0"/>
              </a:defRPr>
            </a:lvl5pPr>
          </a:lstStyle>
          <a:p>
            <a:pPr lvl="0"/>
            <a:r>
              <a:rPr lang="en-US" dirty="0"/>
              <a:t>Click To Add Title</a:t>
            </a:r>
          </a:p>
        </p:txBody>
      </p:sp>
      <p:sp>
        <p:nvSpPr>
          <p:cNvPr id="33" name="Text Placeholder 7">
            <a:extLst>
              <a:ext uri="{FF2B5EF4-FFF2-40B4-BE49-F238E27FC236}">
                <a16:creationId xmlns:a16="http://schemas.microsoft.com/office/drawing/2014/main" id="{6F8CDCB5-2334-0382-7EDF-D6A8C4C37919}"/>
              </a:ext>
            </a:extLst>
          </p:cNvPr>
          <p:cNvSpPr>
            <a:spLocks noGrp="1"/>
          </p:cNvSpPr>
          <p:nvPr>
            <p:ph type="body" sz="quarter" idx="63" hasCustomPrompt="1"/>
          </p:nvPr>
        </p:nvSpPr>
        <p:spPr>
          <a:xfrm>
            <a:off x="1656844" y="10669493"/>
            <a:ext cx="10778652" cy="750359"/>
          </a:xfrm>
          <a:prstGeom prst="rect">
            <a:avLst/>
          </a:prstGeom>
        </p:spPr>
        <p:txBody>
          <a:bodyPr/>
          <a:lstStyle>
            <a:lvl1pPr marL="0" indent="0" algn="ctr">
              <a:spcBef>
                <a:spcPts val="600"/>
              </a:spcBef>
              <a:buFontTx/>
              <a:buNone/>
              <a:defRPr sz="2800" b="0">
                <a:solidFill>
                  <a:schemeClr val="bg1"/>
                </a:solidFill>
                <a:latin typeface="NVIDIA Sans" panose="020B0503020203020204" pitchFamily="34" charset="0"/>
                <a:cs typeface="NVIDIA Sans" panose="020B0503020203020204" pitchFamily="34" charset="0"/>
              </a:defRPr>
            </a:lvl1pPr>
            <a:lvl2pPr marL="2562790" indent="0">
              <a:buFontTx/>
              <a:buNone/>
              <a:defRPr sz="4000" b="1">
                <a:solidFill>
                  <a:schemeClr val="tx1"/>
                </a:solidFill>
                <a:latin typeface="NVIDIA Sans" panose="020B0503020203020204" pitchFamily="34" charset="0"/>
              </a:defRPr>
            </a:lvl2pPr>
            <a:lvl3pPr marL="4883584" indent="0">
              <a:buFontTx/>
              <a:buNone/>
              <a:defRPr sz="4000" b="1">
                <a:solidFill>
                  <a:schemeClr val="tx1"/>
                </a:solidFill>
                <a:latin typeface="NVIDIA Sans" panose="020B0503020203020204" pitchFamily="34" charset="0"/>
              </a:defRPr>
            </a:lvl3pPr>
            <a:lvl4pPr marL="6933729" indent="0">
              <a:buFontTx/>
              <a:buNone/>
              <a:defRPr sz="4000" b="1">
                <a:solidFill>
                  <a:schemeClr val="tx1"/>
                </a:solidFill>
                <a:latin typeface="NVIDIA Sans" panose="020B0503020203020204" pitchFamily="34" charset="0"/>
              </a:defRPr>
            </a:lvl4pPr>
            <a:lvl5pPr marL="8471409" indent="0">
              <a:buFontTx/>
              <a:buNone/>
              <a:defRPr sz="4000" b="1">
                <a:solidFill>
                  <a:schemeClr val="tx1"/>
                </a:solidFill>
                <a:latin typeface="NVIDIA Sans" panose="020B0503020203020204" pitchFamily="34" charset="0"/>
              </a:defRPr>
            </a:lvl5pPr>
          </a:lstStyle>
          <a:p>
            <a:pPr lvl="0"/>
            <a:r>
              <a:rPr lang="en-US" dirty="0"/>
              <a:t>Click to add subtitle</a:t>
            </a:r>
          </a:p>
        </p:txBody>
      </p:sp>
      <p:sp>
        <p:nvSpPr>
          <p:cNvPr id="34" name="Text Placeholder 7">
            <a:extLst>
              <a:ext uri="{FF2B5EF4-FFF2-40B4-BE49-F238E27FC236}">
                <a16:creationId xmlns:a16="http://schemas.microsoft.com/office/drawing/2014/main" id="{3E8130F2-A049-2C2C-49C2-814F60E02EF5}"/>
              </a:ext>
            </a:extLst>
          </p:cNvPr>
          <p:cNvSpPr>
            <a:spLocks noGrp="1"/>
          </p:cNvSpPr>
          <p:nvPr>
            <p:ph type="body" sz="quarter" idx="64" hasCustomPrompt="1"/>
          </p:nvPr>
        </p:nvSpPr>
        <p:spPr>
          <a:xfrm>
            <a:off x="12894348" y="9981886"/>
            <a:ext cx="10778652" cy="750359"/>
          </a:xfrm>
          <a:prstGeom prst="rect">
            <a:avLst/>
          </a:prstGeom>
        </p:spPr>
        <p:txBody>
          <a:bodyPr anchor="b"/>
          <a:lstStyle>
            <a:lvl1pPr marL="0" indent="0" algn="ctr">
              <a:spcBef>
                <a:spcPts val="1200"/>
              </a:spcBef>
              <a:buFontTx/>
              <a:buNone/>
              <a:defRPr sz="4000" b="0" cap="none" baseline="0">
                <a:solidFill>
                  <a:schemeClr val="bg1"/>
                </a:solidFill>
                <a:latin typeface="+mj-lt"/>
                <a:cs typeface="NVIDIA Sans" panose="020B0503020203020204" pitchFamily="34" charset="0"/>
              </a:defRPr>
            </a:lvl1pPr>
            <a:lvl2pPr marL="2562790" indent="0">
              <a:buFontTx/>
              <a:buNone/>
              <a:defRPr sz="4000" b="1">
                <a:solidFill>
                  <a:schemeClr val="tx1"/>
                </a:solidFill>
                <a:latin typeface="NVIDIA Sans" panose="020B0503020203020204" pitchFamily="34" charset="0"/>
              </a:defRPr>
            </a:lvl2pPr>
            <a:lvl3pPr marL="4883584" indent="0">
              <a:buFontTx/>
              <a:buNone/>
              <a:defRPr sz="4000" b="1">
                <a:solidFill>
                  <a:schemeClr val="tx1"/>
                </a:solidFill>
                <a:latin typeface="NVIDIA Sans" panose="020B0503020203020204" pitchFamily="34" charset="0"/>
              </a:defRPr>
            </a:lvl3pPr>
            <a:lvl4pPr marL="6933729" indent="0">
              <a:buFontTx/>
              <a:buNone/>
              <a:defRPr sz="4000" b="1">
                <a:solidFill>
                  <a:schemeClr val="tx1"/>
                </a:solidFill>
                <a:latin typeface="NVIDIA Sans" panose="020B0503020203020204" pitchFamily="34" charset="0"/>
              </a:defRPr>
            </a:lvl4pPr>
            <a:lvl5pPr marL="8471409" indent="0">
              <a:buFontTx/>
              <a:buNone/>
              <a:defRPr sz="4000" b="1">
                <a:solidFill>
                  <a:schemeClr val="tx1"/>
                </a:solidFill>
                <a:latin typeface="NVIDIA Sans" panose="020B0503020203020204" pitchFamily="34" charset="0"/>
              </a:defRPr>
            </a:lvl5pPr>
          </a:lstStyle>
          <a:p>
            <a:pPr lvl="0"/>
            <a:r>
              <a:rPr lang="en-US" dirty="0"/>
              <a:t>Click To Add Title</a:t>
            </a:r>
          </a:p>
        </p:txBody>
      </p:sp>
      <p:sp>
        <p:nvSpPr>
          <p:cNvPr id="35" name="Text Placeholder 7">
            <a:extLst>
              <a:ext uri="{FF2B5EF4-FFF2-40B4-BE49-F238E27FC236}">
                <a16:creationId xmlns:a16="http://schemas.microsoft.com/office/drawing/2014/main" id="{2EF59D26-21AA-0628-FEAE-B2017AD93D46}"/>
              </a:ext>
            </a:extLst>
          </p:cNvPr>
          <p:cNvSpPr>
            <a:spLocks noGrp="1"/>
          </p:cNvSpPr>
          <p:nvPr>
            <p:ph type="body" sz="quarter" idx="65" hasCustomPrompt="1"/>
          </p:nvPr>
        </p:nvSpPr>
        <p:spPr>
          <a:xfrm>
            <a:off x="12894348" y="10669493"/>
            <a:ext cx="10778652" cy="750359"/>
          </a:xfrm>
          <a:prstGeom prst="rect">
            <a:avLst/>
          </a:prstGeom>
        </p:spPr>
        <p:txBody>
          <a:bodyPr/>
          <a:lstStyle>
            <a:lvl1pPr marL="0" indent="0" algn="ctr">
              <a:spcBef>
                <a:spcPts val="600"/>
              </a:spcBef>
              <a:buFontTx/>
              <a:buNone/>
              <a:defRPr sz="2800" b="0">
                <a:solidFill>
                  <a:schemeClr val="bg1"/>
                </a:solidFill>
                <a:latin typeface="NVIDIA Sans" panose="020B0503020203020204" pitchFamily="34" charset="0"/>
                <a:cs typeface="NVIDIA Sans" panose="020B0503020203020204" pitchFamily="34" charset="0"/>
              </a:defRPr>
            </a:lvl1pPr>
            <a:lvl2pPr marL="2562790" indent="0">
              <a:buFontTx/>
              <a:buNone/>
              <a:defRPr sz="4000" b="1">
                <a:solidFill>
                  <a:schemeClr val="tx1"/>
                </a:solidFill>
                <a:latin typeface="NVIDIA Sans" panose="020B0503020203020204" pitchFamily="34" charset="0"/>
              </a:defRPr>
            </a:lvl2pPr>
            <a:lvl3pPr marL="4883584" indent="0">
              <a:buFontTx/>
              <a:buNone/>
              <a:defRPr sz="4000" b="1">
                <a:solidFill>
                  <a:schemeClr val="tx1"/>
                </a:solidFill>
                <a:latin typeface="NVIDIA Sans" panose="020B0503020203020204" pitchFamily="34" charset="0"/>
              </a:defRPr>
            </a:lvl3pPr>
            <a:lvl4pPr marL="6933729" indent="0">
              <a:buFontTx/>
              <a:buNone/>
              <a:defRPr sz="4000" b="1">
                <a:solidFill>
                  <a:schemeClr val="tx1"/>
                </a:solidFill>
                <a:latin typeface="NVIDIA Sans" panose="020B0503020203020204" pitchFamily="34" charset="0"/>
              </a:defRPr>
            </a:lvl4pPr>
            <a:lvl5pPr marL="8471409" indent="0">
              <a:buFontTx/>
              <a:buNone/>
              <a:defRPr sz="4000" b="1">
                <a:solidFill>
                  <a:schemeClr val="tx1"/>
                </a:solidFill>
                <a:latin typeface="NVIDIA Sans" panose="020B0503020203020204" pitchFamily="34" charset="0"/>
              </a:defRPr>
            </a:lvl5pPr>
          </a:lstStyle>
          <a:p>
            <a:pPr lvl="0"/>
            <a:r>
              <a:rPr lang="en-US" dirty="0"/>
              <a:t>Click to add subtitle</a:t>
            </a:r>
          </a:p>
        </p:txBody>
      </p:sp>
      <p:sp>
        <p:nvSpPr>
          <p:cNvPr id="36" name="Text Placeholder 7">
            <a:extLst>
              <a:ext uri="{FF2B5EF4-FFF2-40B4-BE49-F238E27FC236}">
                <a16:creationId xmlns:a16="http://schemas.microsoft.com/office/drawing/2014/main" id="{FA27073E-24AC-35B6-4579-F3553211D14F}"/>
              </a:ext>
            </a:extLst>
          </p:cNvPr>
          <p:cNvSpPr>
            <a:spLocks noGrp="1"/>
          </p:cNvSpPr>
          <p:nvPr>
            <p:ph type="body" sz="quarter" idx="66" hasCustomPrompt="1"/>
          </p:nvPr>
        </p:nvSpPr>
        <p:spPr>
          <a:xfrm>
            <a:off x="24151315" y="9981886"/>
            <a:ext cx="10779102" cy="750359"/>
          </a:xfrm>
          <a:prstGeom prst="rect">
            <a:avLst/>
          </a:prstGeom>
        </p:spPr>
        <p:txBody>
          <a:bodyPr anchor="b"/>
          <a:lstStyle>
            <a:lvl1pPr marL="0" indent="0" algn="ctr">
              <a:spcBef>
                <a:spcPts val="1200"/>
              </a:spcBef>
              <a:buFontTx/>
              <a:buNone/>
              <a:defRPr sz="4000" b="0" cap="none" baseline="0">
                <a:solidFill>
                  <a:schemeClr val="bg1"/>
                </a:solidFill>
                <a:latin typeface="+mj-lt"/>
                <a:cs typeface="NVIDIA Sans" panose="020B0503020203020204" pitchFamily="34" charset="0"/>
              </a:defRPr>
            </a:lvl1pPr>
            <a:lvl2pPr marL="2562790" indent="0">
              <a:buFontTx/>
              <a:buNone/>
              <a:defRPr sz="4000" b="1">
                <a:solidFill>
                  <a:schemeClr val="tx1"/>
                </a:solidFill>
                <a:latin typeface="NVIDIA Sans" panose="020B0503020203020204" pitchFamily="34" charset="0"/>
              </a:defRPr>
            </a:lvl2pPr>
            <a:lvl3pPr marL="4883584" indent="0">
              <a:buFontTx/>
              <a:buNone/>
              <a:defRPr sz="4000" b="1">
                <a:solidFill>
                  <a:schemeClr val="tx1"/>
                </a:solidFill>
                <a:latin typeface="NVIDIA Sans" panose="020B0503020203020204" pitchFamily="34" charset="0"/>
              </a:defRPr>
            </a:lvl3pPr>
            <a:lvl4pPr marL="6933729" indent="0">
              <a:buFontTx/>
              <a:buNone/>
              <a:defRPr sz="4000" b="1">
                <a:solidFill>
                  <a:schemeClr val="tx1"/>
                </a:solidFill>
                <a:latin typeface="NVIDIA Sans" panose="020B0503020203020204" pitchFamily="34" charset="0"/>
              </a:defRPr>
            </a:lvl4pPr>
            <a:lvl5pPr marL="8471409" indent="0">
              <a:buFontTx/>
              <a:buNone/>
              <a:defRPr sz="4000" b="1">
                <a:solidFill>
                  <a:schemeClr val="tx1"/>
                </a:solidFill>
                <a:latin typeface="NVIDIA Sans" panose="020B0503020203020204" pitchFamily="34" charset="0"/>
              </a:defRPr>
            </a:lvl5pPr>
          </a:lstStyle>
          <a:p>
            <a:pPr lvl="0"/>
            <a:r>
              <a:rPr lang="en-US" dirty="0"/>
              <a:t>Click To Add Title</a:t>
            </a:r>
          </a:p>
        </p:txBody>
      </p:sp>
      <p:sp>
        <p:nvSpPr>
          <p:cNvPr id="37" name="Text Placeholder 7">
            <a:extLst>
              <a:ext uri="{FF2B5EF4-FFF2-40B4-BE49-F238E27FC236}">
                <a16:creationId xmlns:a16="http://schemas.microsoft.com/office/drawing/2014/main" id="{B7137105-F7C8-86F9-A19D-CC0280C95516}"/>
              </a:ext>
            </a:extLst>
          </p:cNvPr>
          <p:cNvSpPr>
            <a:spLocks noGrp="1"/>
          </p:cNvSpPr>
          <p:nvPr>
            <p:ph type="body" sz="quarter" idx="67" hasCustomPrompt="1"/>
          </p:nvPr>
        </p:nvSpPr>
        <p:spPr>
          <a:xfrm>
            <a:off x="24151315" y="10669493"/>
            <a:ext cx="10779102" cy="750359"/>
          </a:xfrm>
          <a:prstGeom prst="rect">
            <a:avLst/>
          </a:prstGeom>
        </p:spPr>
        <p:txBody>
          <a:bodyPr/>
          <a:lstStyle>
            <a:lvl1pPr marL="0" indent="0" algn="ctr">
              <a:spcBef>
                <a:spcPts val="600"/>
              </a:spcBef>
              <a:buFontTx/>
              <a:buNone/>
              <a:defRPr sz="2800" b="0">
                <a:solidFill>
                  <a:schemeClr val="bg1"/>
                </a:solidFill>
                <a:latin typeface="NVIDIA Sans" panose="020B0503020203020204" pitchFamily="34" charset="0"/>
                <a:cs typeface="NVIDIA Sans" panose="020B0503020203020204" pitchFamily="34" charset="0"/>
              </a:defRPr>
            </a:lvl1pPr>
            <a:lvl2pPr marL="2562790" indent="0">
              <a:buFontTx/>
              <a:buNone/>
              <a:defRPr sz="4000" b="1">
                <a:solidFill>
                  <a:schemeClr val="tx1"/>
                </a:solidFill>
                <a:latin typeface="NVIDIA Sans" panose="020B0503020203020204" pitchFamily="34" charset="0"/>
              </a:defRPr>
            </a:lvl2pPr>
            <a:lvl3pPr marL="4883584" indent="0">
              <a:buFontTx/>
              <a:buNone/>
              <a:defRPr sz="4000" b="1">
                <a:solidFill>
                  <a:schemeClr val="tx1"/>
                </a:solidFill>
                <a:latin typeface="NVIDIA Sans" panose="020B0503020203020204" pitchFamily="34" charset="0"/>
              </a:defRPr>
            </a:lvl3pPr>
            <a:lvl4pPr marL="6933729" indent="0">
              <a:buFontTx/>
              <a:buNone/>
              <a:defRPr sz="4000" b="1">
                <a:solidFill>
                  <a:schemeClr val="tx1"/>
                </a:solidFill>
                <a:latin typeface="NVIDIA Sans" panose="020B0503020203020204" pitchFamily="34" charset="0"/>
              </a:defRPr>
            </a:lvl4pPr>
            <a:lvl5pPr marL="8471409" indent="0">
              <a:buFontTx/>
              <a:buNone/>
              <a:defRPr sz="4000" b="1">
                <a:solidFill>
                  <a:schemeClr val="tx1"/>
                </a:solidFill>
                <a:latin typeface="NVIDIA Sans" panose="020B0503020203020204" pitchFamily="34" charset="0"/>
              </a:defRPr>
            </a:lvl5pPr>
          </a:lstStyle>
          <a:p>
            <a:pPr lvl="0"/>
            <a:r>
              <a:rPr lang="en-US" dirty="0"/>
              <a:t>Click to add subtitle</a:t>
            </a:r>
          </a:p>
        </p:txBody>
      </p:sp>
      <p:sp>
        <p:nvSpPr>
          <p:cNvPr id="38" name="Picture Placeholder 2">
            <a:extLst>
              <a:ext uri="{FF2B5EF4-FFF2-40B4-BE49-F238E27FC236}">
                <a16:creationId xmlns:a16="http://schemas.microsoft.com/office/drawing/2014/main" id="{C215F7B2-F4E2-412D-DB90-96FF4E146F17}"/>
              </a:ext>
            </a:extLst>
          </p:cNvPr>
          <p:cNvSpPr>
            <a:spLocks noGrp="1"/>
          </p:cNvSpPr>
          <p:nvPr>
            <p:ph type="pic" sz="quarter" idx="75"/>
          </p:nvPr>
        </p:nvSpPr>
        <p:spPr>
          <a:xfrm>
            <a:off x="18520757" y="11931888"/>
            <a:ext cx="10789920" cy="4937760"/>
          </a:xfrm>
          <a:prstGeom prst="rect">
            <a:avLst/>
          </a:prstGeom>
          <a:solidFill>
            <a:srgbClr val="151617">
              <a:alpha val="61000"/>
            </a:srgbClr>
          </a:solidFill>
          <a:ln w="9525">
            <a:solidFill>
              <a:schemeClr val="accent5"/>
            </a:solidFill>
          </a:ln>
        </p:spPr>
        <p:txBody>
          <a:bodyPr tIns="2194560" anchor="ctr"/>
          <a:lstStyle>
            <a:lvl1pPr marL="0" indent="0" algn="ctr">
              <a:buFont typeface="NVIDIA Sans" panose="020B0503020203020204" pitchFamily="34" charset="0"/>
              <a:buNone/>
              <a:defRPr lang="en-US" sz="4000" dirty="0">
                <a:solidFill>
                  <a:schemeClr val="bg2"/>
                </a:solidFill>
                <a:latin typeface="NVIDIA Sans" panose="020B0503020203020204" pitchFamily="34" charset="0"/>
                <a:cs typeface="NVIDIA Sans" panose="020B0503020203020204" pitchFamily="34" charset="0"/>
              </a:defRPr>
            </a:lvl1pPr>
          </a:lstStyle>
          <a:p>
            <a:pPr marL="685800" lvl="0" indent="-685800" algn="ctr"/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48" name="Picture Placeholder 2">
            <a:extLst>
              <a:ext uri="{FF2B5EF4-FFF2-40B4-BE49-F238E27FC236}">
                <a16:creationId xmlns:a16="http://schemas.microsoft.com/office/drawing/2014/main" id="{F6B1B50B-4191-7EA1-DD61-A96EBE2A0C65}"/>
              </a:ext>
            </a:extLst>
          </p:cNvPr>
          <p:cNvSpPr>
            <a:spLocks noGrp="1"/>
          </p:cNvSpPr>
          <p:nvPr>
            <p:ph type="pic" sz="quarter" idx="76"/>
          </p:nvPr>
        </p:nvSpPr>
        <p:spPr>
          <a:xfrm>
            <a:off x="7265320" y="11931888"/>
            <a:ext cx="10789919" cy="4937760"/>
          </a:xfrm>
          <a:prstGeom prst="rect">
            <a:avLst/>
          </a:prstGeom>
          <a:solidFill>
            <a:srgbClr val="151617">
              <a:alpha val="61000"/>
            </a:srgbClr>
          </a:solidFill>
          <a:ln w="9525">
            <a:solidFill>
              <a:schemeClr val="accent5"/>
            </a:solidFill>
          </a:ln>
        </p:spPr>
        <p:txBody>
          <a:bodyPr tIns="2194560" anchor="ctr"/>
          <a:lstStyle>
            <a:lvl1pPr marL="0" indent="0" algn="ctr">
              <a:buFont typeface="NVIDIA Sans" panose="020B0503020203020204" pitchFamily="34" charset="0"/>
              <a:buNone/>
              <a:defRPr lang="en-US" sz="4000" dirty="0">
                <a:solidFill>
                  <a:schemeClr val="bg2"/>
                </a:solidFill>
                <a:latin typeface="NVIDIA Sans" panose="020B0503020203020204" pitchFamily="34" charset="0"/>
                <a:cs typeface="NVIDIA Sans" panose="020B0503020203020204" pitchFamily="34" charset="0"/>
              </a:defRPr>
            </a:lvl1pPr>
          </a:lstStyle>
          <a:p>
            <a:pPr marL="685800" lvl="0" indent="-685800" algn="ctr"/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49" name="Text Placeholder 7">
            <a:extLst>
              <a:ext uri="{FF2B5EF4-FFF2-40B4-BE49-F238E27FC236}">
                <a16:creationId xmlns:a16="http://schemas.microsoft.com/office/drawing/2014/main" id="{65B4C94D-3029-61DE-18DE-8A6472E970BD}"/>
              </a:ext>
            </a:extLst>
          </p:cNvPr>
          <p:cNvSpPr>
            <a:spLocks noGrp="1"/>
          </p:cNvSpPr>
          <p:nvPr>
            <p:ph type="body" sz="quarter" idx="77" hasCustomPrompt="1"/>
          </p:nvPr>
        </p:nvSpPr>
        <p:spPr>
          <a:xfrm>
            <a:off x="7276587" y="17063961"/>
            <a:ext cx="10778651" cy="750359"/>
          </a:xfrm>
          <a:prstGeom prst="rect">
            <a:avLst/>
          </a:prstGeom>
        </p:spPr>
        <p:txBody>
          <a:bodyPr anchor="b"/>
          <a:lstStyle>
            <a:lvl1pPr marL="0" indent="0" algn="ctr">
              <a:spcBef>
                <a:spcPts val="1200"/>
              </a:spcBef>
              <a:buFontTx/>
              <a:buNone/>
              <a:defRPr sz="4000" b="0" cap="none" baseline="0">
                <a:solidFill>
                  <a:schemeClr val="bg1"/>
                </a:solidFill>
                <a:latin typeface="+mj-lt"/>
                <a:cs typeface="NVIDIA Sans" panose="020B0503020203020204" pitchFamily="34" charset="0"/>
              </a:defRPr>
            </a:lvl1pPr>
            <a:lvl2pPr marL="2562790" indent="0">
              <a:buFontTx/>
              <a:buNone/>
              <a:defRPr sz="4000" b="1">
                <a:solidFill>
                  <a:schemeClr val="tx1"/>
                </a:solidFill>
                <a:latin typeface="NVIDIA Sans" panose="020B0503020203020204" pitchFamily="34" charset="0"/>
              </a:defRPr>
            </a:lvl2pPr>
            <a:lvl3pPr marL="4883584" indent="0">
              <a:buFontTx/>
              <a:buNone/>
              <a:defRPr sz="4000" b="1">
                <a:solidFill>
                  <a:schemeClr val="tx1"/>
                </a:solidFill>
                <a:latin typeface="NVIDIA Sans" panose="020B0503020203020204" pitchFamily="34" charset="0"/>
              </a:defRPr>
            </a:lvl3pPr>
            <a:lvl4pPr marL="6933729" indent="0">
              <a:buFontTx/>
              <a:buNone/>
              <a:defRPr sz="4000" b="1">
                <a:solidFill>
                  <a:schemeClr val="tx1"/>
                </a:solidFill>
                <a:latin typeface="NVIDIA Sans" panose="020B0503020203020204" pitchFamily="34" charset="0"/>
              </a:defRPr>
            </a:lvl4pPr>
            <a:lvl5pPr marL="8471409" indent="0">
              <a:buFontTx/>
              <a:buNone/>
              <a:defRPr sz="4000" b="1">
                <a:solidFill>
                  <a:schemeClr val="tx1"/>
                </a:solidFill>
                <a:latin typeface="NVIDIA Sans" panose="020B0503020203020204" pitchFamily="34" charset="0"/>
              </a:defRPr>
            </a:lvl5pPr>
          </a:lstStyle>
          <a:p>
            <a:pPr lvl="0"/>
            <a:r>
              <a:rPr lang="en-US" dirty="0"/>
              <a:t>Click To Add Title</a:t>
            </a:r>
          </a:p>
        </p:txBody>
      </p:sp>
      <p:sp>
        <p:nvSpPr>
          <p:cNvPr id="50" name="Text Placeholder 7">
            <a:extLst>
              <a:ext uri="{FF2B5EF4-FFF2-40B4-BE49-F238E27FC236}">
                <a16:creationId xmlns:a16="http://schemas.microsoft.com/office/drawing/2014/main" id="{CE518717-6ECD-F803-EEF8-2B2D7CF9EB49}"/>
              </a:ext>
            </a:extLst>
          </p:cNvPr>
          <p:cNvSpPr>
            <a:spLocks noGrp="1"/>
          </p:cNvSpPr>
          <p:nvPr>
            <p:ph type="body" sz="quarter" idx="78" hasCustomPrompt="1"/>
          </p:nvPr>
        </p:nvSpPr>
        <p:spPr>
          <a:xfrm>
            <a:off x="7276587" y="17751568"/>
            <a:ext cx="10778651" cy="750359"/>
          </a:xfrm>
          <a:prstGeom prst="rect">
            <a:avLst/>
          </a:prstGeom>
        </p:spPr>
        <p:txBody>
          <a:bodyPr/>
          <a:lstStyle>
            <a:lvl1pPr marL="0" indent="0" algn="ctr">
              <a:spcBef>
                <a:spcPts val="600"/>
              </a:spcBef>
              <a:buFontTx/>
              <a:buNone/>
              <a:defRPr sz="2800" b="0">
                <a:solidFill>
                  <a:schemeClr val="bg1"/>
                </a:solidFill>
                <a:latin typeface="NVIDIA Sans" panose="020B0503020203020204" pitchFamily="34" charset="0"/>
                <a:cs typeface="NVIDIA Sans" panose="020B0503020203020204" pitchFamily="34" charset="0"/>
              </a:defRPr>
            </a:lvl1pPr>
            <a:lvl2pPr marL="2562790" indent="0">
              <a:buFontTx/>
              <a:buNone/>
              <a:defRPr sz="4000" b="1">
                <a:solidFill>
                  <a:schemeClr val="tx1"/>
                </a:solidFill>
                <a:latin typeface="NVIDIA Sans" panose="020B0503020203020204" pitchFamily="34" charset="0"/>
              </a:defRPr>
            </a:lvl2pPr>
            <a:lvl3pPr marL="4883584" indent="0">
              <a:buFontTx/>
              <a:buNone/>
              <a:defRPr sz="4000" b="1">
                <a:solidFill>
                  <a:schemeClr val="tx1"/>
                </a:solidFill>
                <a:latin typeface="NVIDIA Sans" panose="020B0503020203020204" pitchFamily="34" charset="0"/>
              </a:defRPr>
            </a:lvl3pPr>
            <a:lvl4pPr marL="6933729" indent="0">
              <a:buFontTx/>
              <a:buNone/>
              <a:defRPr sz="4000" b="1">
                <a:solidFill>
                  <a:schemeClr val="tx1"/>
                </a:solidFill>
                <a:latin typeface="NVIDIA Sans" panose="020B0503020203020204" pitchFamily="34" charset="0"/>
              </a:defRPr>
            </a:lvl4pPr>
            <a:lvl5pPr marL="8471409" indent="0">
              <a:buFontTx/>
              <a:buNone/>
              <a:defRPr sz="4000" b="1">
                <a:solidFill>
                  <a:schemeClr val="tx1"/>
                </a:solidFill>
                <a:latin typeface="NVIDIA Sans" panose="020B0503020203020204" pitchFamily="34" charset="0"/>
              </a:defRPr>
            </a:lvl5pPr>
          </a:lstStyle>
          <a:p>
            <a:pPr lvl="0"/>
            <a:r>
              <a:rPr lang="en-US" dirty="0"/>
              <a:t>Click to add subtitle</a:t>
            </a:r>
          </a:p>
        </p:txBody>
      </p:sp>
      <p:sp>
        <p:nvSpPr>
          <p:cNvPr id="51" name="Text Placeholder 7">
            <a:extLst>
              <a:ext uri="{FF2B5EF4-FFF2-40B4-BE49-F238E27FC236}">
                <a16:creationId xmlns:a16="http://schemas.microsoft.com/office/drawing/2014/main" id="{C5D8EE17-AD94-2DE2-C337-573533395DAF}"/>
              </a:ext>
            </a:extLst>
          </p:cNvPr>
          <p:cNvSpPr>
            <a:spLocks noGrp="1"/>
          </p:cNvSpPr>
          <p:nvPr>
            <p:ph type="body" sz="quarter" idx="79" hasCustomPrompt="1"/>
          </p:nvPr>
        </p:nvSpPr>
        <p:spPr>
          <a:xfrm>
            <a:off x="18533554" y="17063961"/>
            <a:ext cx="10779102" cy="750359"/>
          </a:xfrm>
          <a:prstGeom prst="rect">
            <a:avLst/>
          </a:prstGeom>
        </p:spPr>
        <p:txBody>
          <a:bodyPr anchor="b"/>
          <a:lstStyle>
            <a:lvl1pPr marL="0" indent="0" algn="ctr">
              <a:spcBef>
                <a:spcPts val="1200"/>
              </a:spcBef>
              <a:buFontTx/>
              <a:buNone/>
              <a:defRPr sz="4000" b="0" cap="none" baseline="0">
                <a:solidFill>
                  <a:schemeClr val="bg1"/>
                </a:solidFill>
                <a:latin typeface="+mj-lt"/>
                <a:cs typeface="NVIDIA Sans" panose="020B0503020203020204" pitchFamily="34" charset="0"/>
              </a:defRPr>
            </a:lvl1pPr>
            <a:lvl2pPr marL="2562790" indent="0">
              <a:buFontTx/>
              <a:buNone/>
              <a:defRPr sz="4000" b="1">
                <a:solidFill>
                  <a:schemeClr val="tx1"/>
                </a:solidFill>
                <a:latin typeface="NVIDIA Sans" panose="020B0503020203020204" pitchFamily="34" charset="0"/>
              </a:defRPr>
            </a:lvl2pPr>
            <a:lvl3pPr marL="4883584" indent="0">
              <a:buFontTx/>
              <a:buNone/>
              <a:defRPr sz="4000" b="1">
                <a:solidFill>
                  <a:schemeClr val="tx1"/>
                </a:solidFill>
                <a:latin typeface="NVIDIA Sans" panose="020B0503020203020204" pitchFamily="34" charset="0"/>
              </a:defRPr>
            </a:lvl3pPr>
            <a:lvl4pPr marL="6933729" indent="0">
              <a:buFontTx/>
              <a:buNone/>
              <a:defRPr sz="4000" b="1">
                <a:solidFill>
                  <a:schemeClr val="tx1"/>
                </a:solidFill>
                <a:latin typeface="NVIDIA Sans" panose="020B0503020203020204" pitchFamily="34" charset="0"/>
              </a:defRPr>
            </a:lvl4pPr>
            <a:lvl5pPr marL="8471409" indent="0">
              <a:buFontTx/>
              <a:buNone/>
              <a:defRPr sz="4000" b="1">
                <a:solidFill>
                  <a:schemeClr val="tx1"/>
                </a:solidFill>
                <a:latin typeface="NVIDIA Sans" panose="020B0503020203020204" pitchFamily="34" charset="0"/>
              </a:defRPr>
            </a:lvl5pPr>
          </a:lstStyle>
          <a:p>
            <a:pPr lvl="0"/>
            <a:r>
              <a:rPr lang="en-US" dirty="0"/>
              <a:t>Click To Add Title</a:t>
            </a:r>
          </a:p>
        </p:txBody>
      </p:sp>
      <p:sp>
        <p:nvSpPr>
          <p:cNvPr id="52" name="Text Placeholder 7">
            <a:extLst>
              <a:ext uri="{FF2B5EF4-FFF2-40B4-BE49-F238E27FC236}">
                <a16:creationId xmlns:a16="http://schemas.microsoft.com/office/drawing/2014/main" id="{85A95BB1-6B72-7CA5-06BB-430623F1D273}"/>
              </a:ext>
            </a:extLst>
          </p:cNvPr>
          <p:cNvSpPr>
            <a:spLocks noGrp="1"/>
          </p:cNvSpPr>
          <p:nvPr>
            <p:ph type="body" sz="quarter" idx="80" hasCustomPrompt="1"/>
          </p:nvPr>
        </p:nvSpPr>
        <p:spPr>
          <a:xfrm>
            <a:off x="18533554" y="17751568"/>
            <a:ext cx="10779102" cy="750359"/>
          </a:xfrm>
          <a:prstGeom prst="rect">
            <a:avLst/>
          </a:prstGeom>
        </p:spPr>
        <p:txBody>
          <a:bodyPr/>
          <a:lstStyle>
            <a:lvl1pPr marL="0" indent="0" algn="ctr">
              <a:spcBef>
                <a:spcPts val="600"/>
              </a:spcBef>
              <a:buFontTx/>
              <a:buNone/>
              <a:defRPr sz="2800" b="0">
                <a:solidFill>
                  <a:schemeClr val="bg1"/>
                </a:solidFill>
                <a:latin typeface="NVIDIA Sans" panose="020B0503020203020204" pitchFamily="34" charset="0"/>
                <a:cs typeface="NVIDIA Sans" panose="020B0503020203020204" pitchFamily="34" charset="0"/>
              </a:defRPr>
            </a:lvl1pPr>
            <a:lvl2pPr marL="2562790" indent="0">
              <a:buFontTx/>
              <a:buNone/>
              <a:defRPr sz="4000" b="1">
                <a:solidFill>
                  <a:schemeClr val="tx1"/>
                </a:solidFill>
                <a:latin typeface="NVIDIA Sans" panose="020B0503020203020204" pitchFamily="34" charset="0"/>
              </a:defRPr>
            </a:lvl2pPr>
            <a:lvl3pPr marL="4883584" indent="0">
              <a:buFontTx/>
              <a:buNone/>
              <a:defRPr sz="4000" b="1">
                <a:solidFill>
                  <a:schemeClr val="tx1"/>
                </a:solidFill>
                <a:latin typeface="NVIDIA Sans" panose="020B0503020203020204" pitchFamily="34" charset="0"/>
              </a:defRPr>
            </a:lvl3pPr>
            <a:lvl4pPr marL="6933729" indent="0">
              <a:buFontTx/>
              <a:buNone/>
              <a:defRPr sz="4000" b="1">
                <a:solidFill>
                  <a:schemeClr val="tx1"/>
                </a:solidFill>
                <a:latin typeface="NVIDIA Sans" panose="020B0503020203020204" pitchFamily="34" charset="0"/>
              </a:defRPr>
            </a:lvl4pPr>
            <a:lvl5pPr marL="8471409" indent="0">
              <a:buFontTx/>
              <a:buNone/>
              <a:defRPr sz="4000" b="1">
                <a:solidFill>
                  <a:schemeClr val="tx1"/>
                </a:solidFill>
                <a:latin typeface="NVIDIA Sans" panose="020B0503020203020204" pitchFamily="34" charset="0"/>
              </a:defRPr>
            </a:lvl5pPr>
          </a:lstStyle>
          <a:p>
            <a:pPr lvl="0"/>
            <a:r>
              <a:rPr lang="en-US" dirty="0"/>
              <a:t>Click to add subtitle</a:t>
            </a:r>
          </a:p>
        </p:txBody>
      </p:sp>
      <p:sp>
        <p:nvSpPr>
          <p:cNvPr id="53" name="Title 1">
            <a:extLst>
              <a:ext uri="{FF2B5EF4-FFF2-40B4-BE49-F238E27FC236}">
                <a16:creationId xmlns:a16="http://schemas.microsoft.com/office/drawing/2014/main" id="{8DC5F873-F78F-F1B6-1AFB-37B1EE5098FA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2514600" y="0"/>
            <a:ext cx="31546800" cy="2514601"/>
          </a:xfrm>
        </p:spPr>
        <p:txBody>
          <a:bodyPr/>
          <a:lstStyle>
            <a:lvl1pPr>
              <a:defRPr sz="7200" b="1" cap="none">
                <a:latin typeface="NVIDIA Sans" panose="020B0503020203020204" pitchFamily="34" charset="0"/>
                <a:cs typeface="NVIDIA Sans" panose="020B0503020203020204" pitchFamily="34" charset="0"/>
              </a:defRPr>
            </a:lvl1pPr>
          </a:lstStyle>
          <a:p>
            <a:r>
              <a:rPr lang="en-US" dirty="0"/>
              <a:t>Click To Add Title</a:t>
            </a:r>
          </a:p>
        </p:txBody>
      </p:sp>
      <p:sp>
        <p:nvSpPr>
          <p:cNvPr id="54" name="Text Placeholder 7">
            <a:extLst>
              <a:ext uri="{FF2B5EF4-FFF2-40B4-BE49-F238E27FC236}">
                <a16:creationId xmlns:a16="http://schemas.microsoft.com/office/drawing/2014/main" id="{8631CFA9-583B-6069-2D7A-BD83D75791B2}"/>
              </a:ext>
            </a:extLst>
          </p:cNvPr>
          <p:cNvSpPr>
            <a:spLocks noGrp="1"/>
          </p:cNvSpPr>
          <p:nvPr>
            <p:ph type="body" sz="quarter" idx="10" hasCustomPrompt="1"/>
          </p:nvPr>
        </p:nvSpPr>
        <p:spPr>
          <a:xfrm>
            <a:off x="2514600" y="2487168"/>
            <a:ext cx="31546800" cy="1408176"/>
          </a:xfrm>
          <a:prstGeom prst="rect">
            <a:avLst/>
          </a:prstGeom>
        </p:spPr>
        <p:txBody>
          <a:bodyPr/>
          <a:lstStyle>
            <a:lvl1pPr marL="0" indent="0" algn="ctr">
              <a:spcBef>
                <a:spcPts val="0"/>
              </a:spcBef>
              <a:buFontTx/>
              <a:buNone/>
              <a:defRPr sz="4800">
                <a:solidFill>
                  <a:schemeClr val="tx2"/>
                </a:solidFill>
                <a:latin typeface="NVIDIA Sans" panose="020B0503020203020204" pitchFamily="34" charset="0"/>
                <a:cs typeface="NVIDIA Sans" panose="020B0503020203020204" pitchFamily="34" charset="0"/>
              </a:defRPr>
            </a:lvl1pPr>
            <a:lvl2pPr marL="1371600" indent="0" algn="ctr">
              <a:buFontTx/>
              <a:buNone/>
              <a:defRPr sz="4400">
                <a:latin typeface="NVIDIA Sans" panose="020B0503020203020204" pitchFamily="34" charset="0"/>
              </a:defRPr>
            </a:lvl2pPr>
            <a:lvl3pPr marL="2743200" indent="0" algn="ctr">
              <a:buFontTx/>
              <a:buNone/>
              <a:defRPr sz="4400">
                <a:latin typeface="NVIDIA Sans" panose="020B0503020203020204" pitchFamily="34" charset="0"/>
              </a:defRPr>
            </a:lvl3pPr>
            <a:lvl4pPr marL="4114800" indent="0" algn="ctr">
              <a:buFontTx/>
              <a:buNone/>
              <a:defRPr sz="4400">
                <a:latin typeface="NVIDIA Sans" panose="020B0503020203020204" pitchFamily="34" charset="0"/>
              </a:defRPr>
            </a:lvl4pPr>
            <a:lvl5pPr marL="5486400" indent="0" algn="ctr">
              <a:buFontTx/>
              <a:buNone/>
              <a:defRPr sz="4400">
                <a:latin typeface="NVIDIA Sans" panose="020B0503020203020204" pitchFamily="34" charset="0"/>
              </a:defRPr>
            </a:lvl5pPr>
          </a:lstStyle>
          <a:p>
            <a:pPr lvl="0"/>
            <a:r>
              <a:rPr lang="en-US" dirty="0"/>
              <a:t>Click to add subtitle</a:t>
            </a:r>
          </a:p>
        </p:txBody>
      </p:sp>
    </p:spTree>
    <p:extLst>
      <p:ext uri="{BB962C8B-B14F-4D97-AF65-F5344CB8AC3E}">
        <p14:creationId xmlns:p14="http://schemas.microsoft.com/office/powerpoint/2010/main" val="714430386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10"/>
    </mc:Choice>
    <mc:Fallback xmlns:a16="http://schemas.microsoft.com/office/drawing/2014/main" xmlns="">
      <p:transition/>
    </mc:Fallback>
  </mc:AlternateContent>
</p:sldLayout>
</file>

<file path=ppt/slideLayouts/slideLayout2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6-up Imag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" name="Picture Placeholder 2">
            <a:extLst>
              <a:ext uri="{FF2B5EF4-FFF2-40B4-BE49-F238E27FC236}">
                <a16:creationId xmlns:a16="http://schemas.microsoft.com/office/drawing/2014/main" id="{B1953C1A-70BD-1EAA-9874-87A836A8195E}"/>
              </a:ext>
            </a:extLst>
          </p:cNvPr>
          <p:cNvSpPr>
            <a:spLocks noGrp="1"/>
          </p:cNvSpPr>
          <p:nvPr>
            <p:ph type="pic" sz="quarter" idx="24"/>
          </p:nvPr>
        </p:nvSpPr>
        <p:spPr>
          <a:xfrm>
            <a:off x="12891393" y="4849814"/>
            <a:ext cx="10789920" cy="4937760"/>
          </a:xfrm>
          <a:prstGeom prst="rect">
            <a:avLst/>
          </a:prstGeom>
          <a:solidFill>
            <a:srgbClr val="151617">
              <a:alpha val="61000"/>
            </a:srgbClr>
          </a:solidFill>
          <a:ln w="9525">
            <a:solidFill>
              <a:schemeClr val="accent5"/>
            </a:solidFill>
          </a:ln>
        </p:spPr>
        <p:txBody>
          <a:bodyPr tIns="2194560" anchor="ctr"/>
          <a:lstStyle>
            <a:lvl1pPr marL="0" indent="0" algn="ctr">
              <a:buNone/>
              <a:defRPr lang="en-US" sz="4000" dirty="0">
                <a:solidFill>
                  <a:schemeClr val="bg2"/>
                </a:solidFill>
                <a:latin typeface="NVIDIA Sans" panose="020B0503020203020204" pitchFamily="34" charset="0"/>
                <a:cs typeface="NVIDIA Sans" panose="020B0503020203020204" pitchFamily="34" charset="0"/>
              </a:defRPr>
            </a:lvl1pPr>
          </a:lstStyle>
          <a:p>
            <a:pPr marL="685800" lvl="0" indent="-685800" algn="ctr"/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41" name="Picture Placeholder 2">
            <a:extLst>
              <a:ext uri="{FF2B5EF4-FFF2-40B4-BE49-F238E27FC236}">
                <a16:creationId xmlns:a16="http://schemas.microsoft.com/office/drawing/2014/main" id="{9252F9A9-D932-EDF6-7A48-D5D93A404550}"/>
              </a:ext>
            </a:extLst>
          </p:cNvPr>
          <p:cNvSpPr>
            <a:spLocks noGrp="1"/>
          </p:cNvSpPr>
          <p:nvPr>
            <p:ph type="pic" sz="quarter" idx="20"/>
          </p:nvPr>
        </p:nvSpPr>
        <p:spPr>
          <a:xfrm>
            <a:off x="1645583" y="4849814"/>
            <a:ext cx="10789920" cy="4937760"/>
          </a:xfrm>
          <a:prstGeom prst="rect">
            <a:avLst/>
          </a:prstGeom>
          <a:solidFill>
            <a:srgbClr val="151617">
              <a:alpha val="61000"/>
            </a:srgbClr>
          </a:solidFill>
          <a:ln w="9525">
            <a:solidFill>
              <a:schemeClr val="accent5"/>
            </a:solidFill>
          </a:ln>
        </p:spPr>
        <p:txBody>
          <a:bodyPr tIns="2194560" anchor="ctr"/>
          <a:lstStyle>
            <a:lvl1pPr marL="0" indent="0" algn="ctr">
              <a:buNone/>
              <a:defRPr lang="en-US" sz="4000" dirty="0">
                <a:solidFill>
                  <a:schemeClr val="bg2"/>
                </a:solidFill>
                <a:latin typeface="NVIDIA Sans" panose="020B0503020203020204" pitchFamily="34" charset="0"/>
                <a:cs typeface="NVIDIA Sans" panose="020B0503020203020204" pitchFamily="34" charset="0"/>
              </a:defRPr>
            </a:lvl1pPr>
          </a:lstStyle>
          <a:p>
            <a:pPr marL="685800" lvl="0" indent="-685800" algn="ctr"/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42" name="Picture Placeholder 2">
            <a:extLst>
              <a:ext uri="{FF2B5EF4-FFF2-40B4-BE49-F238E27FC236}">
                <a16:creationId xmlns:a16="http://schemas.microsoft.com/office/drawing/2014/main" id="{D0D95889-F2DB-3BC9-69A2-99832FFC9845}"/>
              </a:ext>
            </a:extLst>
          </p:cNvPr>
          <p:cNvSpPr>
            <a:spLocks noGrp="1"/>
          </p:cNvSpPr>
          <p:nvPr>
            <p:ph type="pic" sz="quarter" idx="28"/>
          </p:nvPr>
        </p:nvSpPr>
        <p:spPr>
          <a:xfrm>
            <a:off x="24148473" y="4849814"/>
            <a:ext cx="10789920" cy="4937760"/>
          </a:xfrm>
          <a:prstGeom prst="rect">
            <a:avLst/>
          </a:prstGeom>
          <a:solidFill>
            <a:srgbClr val="151617">
              <a:alpha val="61000"/>
            </a:srgbClr>
          </a:solidFill>
          <a:ln w="9525">
            <a:solidFill>
              <a:schemeClr val="accent5"/>
            </a:solidFill>
          </a:ln>
        </p:spPr>
        <p:txBody>
          <a:bodyPr tIns="2194560" anchor="ctr"/>
          <a:lstStyle>
            <a:lvl1pPr marL="0" indent="0" algn="ctr">
              <a:buNone/>
              <a:defRPr lang="en-US" sz="4000" dirty="0">
                <a:solidFill>
                  <a:schemeClr val="bg2"/>
                </a:solidFill>
                <a:latin typeface="NVIDIA Sans" panose="020B0503020203020204" pitchFamily="34" charset="0"/>
                <a:cs typeface="NVIDIA Sans" panose="020B0503020203020204" pitchFamily="34" charset="0"/>
              </a:defRPr>
            </a:lvl1pPr>
          </a:lstStyle>
          <a:p>
            <a:pPr marL="685800" lvl="0" indent="-685800" algn="ctr"/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43" name="Text Placeholder 7">
            <a:extLst>
              <a:ext uri="{FF2B5EF4-FFF2-40B4-BE49-F238E27FC236}">
                <a16:creationId xmlns:a16="http://schemas.microsoft.com/office/drawing/2014/main" id="{20BBE6F4-0357-A4FD-1E64-134C0BB676E5}"/>
              </a:ext>
            </a:extLst>
          </p:cNvPr>
          <p:cNvSpPr>
            <a:spLocks noGrp="1"/>
          </p:cNvSpPr>
          <p:nvPr>
            <p:ph type="body" sz="quarter" idx="59" hasCustomPrompt="1"/>
          </p:nvPr>
        </p:nvSpPr>
        <p:spPr>
          <a:xfrm>
            <a:off x="1656844" y="9981886"/>
            <a:ext cx="10778652" cy="750359"/>
          </a:xfrm>
          <a:prstGeom prst="rect">
            <a:avLst/>
          </a:prstGeom>
        </p:spPr>
        <p:txBody>
          <a:bodyPr anchor="b"/>
          <a:lstStyle>
            <a:lvl1pPr marL="0" indent="0" algn="ctr">
              <a:spcBef>
                <a:spcPts val="1200"/>
              </a:spcBef>
              <a:buFontTx/>
              <a:buNone/>
              <a:defRPr sz="4000" b="0" cap="none" baseline="0">
                <a:solidFill>
                  <a:schemeClr val="bg1"/>
                </a:solidFill>
                <a:latin typeface="+mj-lt"/>
                <a:cs typeface="NVIDIA Sans" panose="020B0503020203020204" pitchFamily="34" charset="0"/>
              </a:defRPr>
            </a:lvl1pPr>
            <a:lvl2pPr marL="2562790" indent="0">
              <a:buFontTx/>
              <a:buNone/>
              <a:defRPr sz="4000" b="1">
                <a:solidFill>
                  <a:schemeClr val="tx1"/>
                </a:solidFill>
                <a:latin typeface="NVIDIA Sans" panose="020B0503020203020204" pitchFamily="34" charset="0"/>
              </a:defRPr>
            </a:lvl2pPr>
            <a:lvl3pPr marL="4883584" indent="0">
              <a:buFontTx/>
              <a:buNone/>
              <a:defRPr sz="4000" b="1">
                <a:solidFill>
                  <a:schemeClr val="tx1"/>
                </a:solidFill>
                <a:latin typeface="NVIDIA Sans" panose="020B0503020203020204" pitchFamily="34" charset="0"/>
              </a:defRPr>
            </a:lvl3pPr>
            <a:lvl4pPr marL="6933729" indent="0">
              <a:buFontTx/>
              <a:buNone/>
              <a:defRPr sz="4000" b="1">
                <a:solidFill>
                  <a:schemeClr val="tx1"/>
                </a:solidFill>
                <a:latin typeface="NVIDIA Sans" panose="020B0503020203020204" pitchFamily="34" charset="0"/>
              </a:defRPr>
            </a:lvl4pPr>
            <a:lvl5pPr marL="8471409" indent="0">
              <a:buFontTx/>
              <a:buNone/>
              <a:defRPr sz="4000" b="1">
                <a:solidFill>
                  <a:schemeClr val="tx1"/>
                </a:solidFill>
                <a:latin typeface="NVIDIA Sans" panose="020B0503020203020204" pitchFamily="34" charset="0"/>
              </a:defRPr>
            </a:lvl5pPr>
          </a:lstStyle>
          <a:p>
            <a:pPr lvl="0"/>
            <a:r>
              <a:rPr lang="en-US" dirty="0"/>
              <a:t>Click To Add Title</a:t>
            </a:r>
          </a:p>
        </p:txBody>
      </p:sp>
      <p:sp>
        <p:nvSpPr>
          <p:cNvPr id="44" name="Text Placeholder 7">
            <a:extLst>
              <a:ext uri="{FF2B5EF4-FFF2-40B4-BE49-F238E27FC236}">
                <a16:creationId xmlns:a16="http://schemas.microsoft.com/office/drawing/2014/main" id="{BFAE3A57-5BF4-79B4-4629-2CC735C71FE5}"/>
              </a:ext>
            </a:extLst>
          </p:cNvPr>
          <p:cNvSpPr>
            <a:spLocks noGrp="1"/>
          </p:cNvSpPr>
          <p:nvPr>
            <p:ph type="body" sz="quarter" idx="63" hasCustomPrompt="1"/>
          </p:nvPr>
        </p:nvSpPr>
        <p:spPr>
          <a:xfrm>
            <a:off x="1656844" y="10669493"/>
            <a:ext cx="10778652" cy="750359"/>
          </a:xfrm>
          <a:prstGeom prst="rect">
            <a:avLst/>
          </a:prstGeom>
        </p:spPr>
        <p:txBody>
          <a:bodyPr/>
          <a:lstStyle>
            <a:lvl1pPr marL="0" indent="0" algn="ctr">
              <a:spcBef>
                <a:spcPts val="600"/>
              </a:spcBef>
              <a:buFontTx/>
              <a:buNone/>
              <a:defRPr sz="2800" b="0">
                <a:solidFill>
                  <a:schemeClr val="bg1"/>
                </a:solidFill>
                <a:latin typeface="NVIDIA Sans" panose="020B0503020203020204" pitchFamily="34" charset="0"/>
                <a:cs typeface="NVIDIA Sans" panose="020B0503020203020204" pitchFamily="34" charset="0"/>
              </a:defRPr>
            </a:lvl1pPr>
            <a:lvl2pPr marL="2562790" indent="0">
              <a:buFontTx/>
              <a:buNone/>
              <a:defRPr sz="4000" b="1">
                <a:solidFill>
                  <a:schemeClr val="tx1"/>
                </a:solidFill>
                <a:latin typeface="NVIDIA Sans" panose="020B0503020203020204" pitchFamily="34" charset="0"/>
              </a:defRPr>
            </a:lvl2pPr>
            <a:lvl3pPr marL="4883584" indent="0">
              <a:buFontTx/>
              <a:buNone/>
              <a:defRPr sz="4000" b="1">
                <a:solidFill>
                  <a:schemeClr val="tx1"/>
                </a:solidFill>
                <a:latin typeface="NVIDIA Sans" panose="020B0503020203020204" pitchFamily="34" charset="0"/>
              </a:defRPr>
            </a:lvl3pPr>
            <a:lvl4pPr marL="6933729" indent="0">
              <a:buFontTx/>
              <a:buNone/>
              <a:defRPr sz="4000" b="1">
                <a:solidFill>
                  <a:schemeClr val="tx1"/>
                </a:solidFill>
                <a:latin typeface="NVIDIA Sans" panose="020B0503020203020204" pitchFamily="34" charset="0"/>
              </a:defRPr>
            </a:lvl4pPr>
            <a:lvl5pPr marL="8471409" indent="0">
              <a:buFontTx/>
              <a:buNone/>
              <a:defRPr sz="4000" b="1">
                <a:solidFill>
                  <a:schemeClr val="tx1"/>
                </a:solidFill>
                <a:latin typeface="NVIDIA Sans" panose="020B0503020203020204" pitchFamily="34" charset="0"/>
              </a:defRPr>
            </a:lvl5pPr>
          </a:lstStyle>
          <a:p>
            <a:pPr lvl="0"/>
            <a:r>
              <a:rPr lang="en-US" dirty="0"/>
              <a:t>Click to add subtitle</a:t>
            </a:r>
          </a:p>
        </p:txBody>
      </p:sp>
      <p:sp>
        <p:nvSpPr>
          <p:cNvPr id="45" name="Text Placeholder 7">
            <a:extLst>
              <a:ext uri="{FF2B5EF4-FFF2-40B4-BE49-F238E27FC236}">
                <a16:creationId xmlns:a16="http://schemas.microsoft.com/office/drawing/2014/main" id="{99A50CCA-B5CD-F9AE-216F-C421A1BD9F04}"/>
              </a:ext>
            </a:extLst>
          </p:cNvPr>
          <p:cNvSpPr>
            <a:spLocks noGrp="1"/>
          </p:cNvSpPr>
          <p:nvPr>
            <p:ph type="body" sz="quarter" idx="64" hasCustomPrompt="1"/>
          </p:nvPr>
        </p:nvSpPr>
        <p:spPr>
          <a:xfrm>
            <a:off x="12894348" y="9981886"/>
            <a:ext cx="10778652" cy="750359"/>
          </a:xfrm>
          <a:prstGeom prst="rect">
            <a:avLst/>
          </a:prstGeom>
        </p:spPr>
        <p:txBody>
          <a:bodyPr anchor="b"/>
          <a:lstStyle>
            <a:lvl1pPr marL="0" indent="0" algn="ctr">
              <a:spcBef>
                <a:spcPts val="1200"/>
              </a:spcBef>
              <a:buFontTx/>
              <a:buNone/>
              <a:defRPr sz="4000" b="0" cap="none" baseline="0">
                <a:solidFill>
                  <a:schemeClr val="bg1"/>
                </a:solidFill>
                <a:latin typeface="+mj-lt"/>
                <a:cs typeface="NVIDIA Sans" panose="020B0503020203020204" pitchFamily="34" charset="0"/>
              </a:defRPr>
            </a:lvl1pPr>
            <a:lvl2pPr marL="2562790" indent="0">
              <a:buFontTx/>
              <a:buNone/>
              <a:defRPr sz="4000" b="1">
                <a:solidFill>
                  <a:schemeClr val="tx1"/>
                </a:solidFill>
                <a:latin typeface="NVIDIA Sans" panose="020B0503020203020204" pitchFamily="34" charset="0"/>
              </a:defRPr>
            </a:lvl2pPr>
            <a:lvl3pPr marL="4883584" indent="0">
              <a:buFontTx/>
              <a:buNone/>
              <a:defRPr sz="4000" b="1">
                <a:solidFill>
                  <a:schemeClr val="tx1"/>
                </a:solidFill>
                <a:latin typeface="NVIDIA Sans" panose="020B0503020203020204" pitchFamily="34" charset="0"/>
              </a:defRPr>
            </a:lvl3pPr>
            <a:lvl4pPr marL="6933729" indent="0">
              <a:buFontTx/>
              <a:buNone/>
              <a:defRPr sz="4000" b="1">
                <a:solidFill>
                  <a:schemeClr val="tx1"/>
                </a:solidFill>
                <a:latin typeface="NVIDIA Sans" panose="020B0503020203020204" pitchFamily="34" charset="0"/>
              </a:defRPr>
            </a:lvl4pPr>
            <a:lvl5pPr marL="8471409" indent="0">
              <a:buFontTx/>
              <a:buNone/>
              <a:defRPr sz="4000" b="1">
                <a:solidFill>
                  <a:schemeClr val="tx1"/>
                </a:solidFill>
                <a:latin typeface="NVIDIA Sans" panose="020B0503020203020204" pitchFamily="34" charset="0"/>
              </a:defRPr>
            </a:lvl5pPr>
          </a:lstStyle>
          <a:p>
            <a:pPr lvl="0"/>
            <a:r>
              <a:rPr lang="en-US" dirty="0"/>
              <a:t>Click To Add Title</a:t>
            </a:r>
          </a:p>
        </p:txBody>
      </p:sp>
      <p:sp>
        <p:nvSpPr>
          <p:cNvPr id="46" name="Text Placeholder 7">
            <a:extLst>
              <a:ext uri="{FF2B5EF4-FFF2-40B4-BE49-F238E27FC236}">
                <a16:creationId xmlns:a16="http://schemas.microsoft.com/office/drawing/2014/main" id="{757508AA-A2C8-98B6-81F3-50D83C5092CF}"/>
              </a:ext>
            </a:extLst>
          </p:cNvPr>
          <p:cNvSpPr>
            <a:spLocks noGrp="1"/>
          </p:cNvSpPr>
          <p:nvPr>
            <p:ph type="body" sz="quarter" idx="65" hasCustomPrompt="1"/>
          </p:nvPr>
        </p:nvSpPr>
        <p:spPr>
          <a:xfrm>
            <a:off x="12894348" y="10669493"/>
            <a:ext cx="10778652" cy="750359"/>
          </a:xfrm>
          <a:prstGeom prst="rect">
            <a:avLst/>
          </a:prstGeom>
        </p:spPr>
        <p:txBody>
          <a:bodyPr/>
          <a:lstStyle>
            <a:lvl1pPr marL="0" indent="0" algn="ctr">
              <a:spcBef>
                <a:spcPts val="600"/>
              </a:spcBef>
              <a:buFontTx/>
              <a:buNone/>
              <a:defRPr sz="2800" b="0">
                <a:solidFill>
                  <a:schemeClr val="bg1"/>
                </a:solidFill>
                <a:latin typeface="NVIDIA Sans" panose="020B0503020203020204" pitchFamily="34" charset="0"/>
                <a:cs typeface="NVIDIA Sans" panose="020B0503020203020204" pitchFamily="34" charset="0"/>
              </a:defRPr>
            </a:lvl1pPr>
            <a:lvl2pPr marL="2562790" indent="0">
              <a:buFontTx/>
              <a:buNone/>
              <a:defRPr sz="4000" b="1">
                <a:solidFill>
                  <a:schemeClr val="tx1"/>
                </a:solidFill>
                <a:latin typeface="NVIDIA Sans" panose="020B0503020203020204" pitchFamily="34" charset="0"/>
              </a:defRPr>
            </a:lvl2pPr>
            <a:lvl3pPr marL="4883584" indent="0">
              <a:buFontTx/>
              <a:buNone/>
              <a:defRPr sz="4000" b="1">
                <a:solidFill>
                  <a:schemeClr val="tx1"/>
                </a:solidFill>
                <a:latin typeface="NVIDIA Sans" panose="020B0503020203020204" pitchFamily="34" charset="0"/>
              </a:defRPr>
            </a:lvl3pPr>
            <a:lvl4pPr marL="6933729" indent="0">
              <a:buFontTx/>
              <a:buNone/>
              <a:defRPr sz="4000" b="1">
                <a:solidFill>
                  <a:schemeClr val="tx1"/>
                </a:solidFill>
                <a:latin typeface="NVIDIA Sans" panose="020B0503020203020204" pitchFamily="34" charset="0"/>
              </a:defRPr>
            </a:lvl4pPr>
            <a:lvl5pPr marL="8471409" indent="0">
              <a:buFontTx/>
              <a:buNone/>
              <a:defRPr sz="4000" b="1">
                <a:solidFill>
                  <a:schemeClr val="tx1"/>
                </a:solidFill>
                <a:latin typeface="NVIDIA Sans" panose="020B0503020203020204" pitchFamily="34" charset="0"/>
              </a:defRPr>
            </a:lvl5pPr>
          </a:lstStyle>
          <a:p>
            <a:pPr lvl="0"/>
            <a:r>
              <a:rPr lang="en-US" dirty="0"/>
              <a:t>Click to add subtitle</a:t>
            </a:r>
          </a:p>
        </p:txBody>
      </p:sp>
      <p:sp>
        <p:nvSpPr>
          <p:cNvPr id="47" name="Text Placeholder 7">
            <a:extLst>
              <a:ext uri="{FF2B5EF4-FFF2-40B4-BE49-F238E27FC236}">
                <a16:creationId xmlns:a16="http://schemas.microsoft.com/office/drawing/2014/main" id="{F4222A90-C423-A76E-E4A1-DC33CE530C35}"/>
              </a:ext>
            </a:extLst>
          </p:cNvPr>
          <p:cNvSpPr>
            <a:spLocks noGrp="1"/>
          </p:cNvSpPr>
          <p:nvPr>
            <p:ph type="body" sz="quarter" idx="66" hasCustomPrompt="1"/>
          </p:nvPr>
        </p:nvSpPr>
        <p:spPr>
          <a:xfrm>
            <a:off x="24151315" y="9981886"/>
            <a:ext cx="10779102" cy="750359"/>
          </a:xfrm>
          <a:prstGeom prst="rect">
            <a:avLst/>
          </a:prstGeom>
        </p:spPr>
        <p:txBody>
          <a:bodyPr anchor="b"/>
          <a:lstStyle>
            <a:lvl1pPr marL="0" indent="0" algn="ctr">
              <a:spcBef>
                <a:spcPts val="1200"/>
              </a:spcBef>
              <a:buFontTx/>
              <a:buNone/>
              <a:defRPr sz="4000" b="0" cap="none" baseline="0">
                <a:solidFill>
                  <a:schemeClr val="bg1"/>
                </a:solidFill>
                <a:latin typeface="+mj-lt"/>
                <a:cs typeface="NVIDIA Sans" panose="020B0503020203020204" pitchFamily="34" charset="0"/>
              </a:defRPr>
            </a:lvl1pPr>
            <a:lvl2pPr marL="2562790" indent="0">
              <a:buFontTx/>
              <a:buNone/>
              <a:defRPr sz="4000" b="1">
                <a:solidFill>
                  <a:schemeClr val="tx1"/>
                </a:solidFill>
                <a:latin typeface="NVIDIA Sans" panose="020B0503020203020204" pitchFamily="34" charset="0"/>
              </a:defRPr>
            </a:lvl2pPr>
            <a:lvl3pPr marL="4883584" indent="0">
              <a:buFontTx/>
              <a:buNone/>
              <a:defRPr sz="4000" b="1">
                <a:solidFill>
                  <a:schemeClr val="tx1"/>
                </a:solidFill>
                <a:latin typeface="NVIDIA Sans" panose="020B0503020203020204" pitchFamily="34" charset="0"/>
              </a:defRPr>
            </a:lvl3pPr>
            <a:lvl4pPr marL="6933729" indent="0">
              <a:buFontTx/>
              <a:buNone/>
              <a:defRPr sz="4000" b="1">
                <a:solidFill>
                  <a:schemeClr val="tx1"/>
                </a:solidFill>
                <a:latin typeface="NVIDIA Sans" panose="020B0503020203020204" pitchFamily="34" charset="0"/>
              </a:defRPr>
            </a:lvl4pPr>
            <a:lvl5pPr marL="8471409" indent="0">
              <a:buFontTx/>
              <a:buNone/>
              <a:defRPr sz="4000" b="1">
                <a:solidFill>
                  <a:schemeClr val="tx1"/>
                </a:solidFill>
                <a:latin typeface="NVIDIA Sans" panose="020B0503020203020204" pitchFamily="34" charset="0"/>
              </a:defRPr>
            </a:lvl5pPr>
          </a:lstStyle>
          <a:p>
            <a:pPr lvl="0"/>
            <a:r>
              <a:rPr lang="en-US" dirty="0"/>
              <a:t>Click To Add Title</a:t>
            </a:r>
          </a:p>
        </p:txBody>
      </p:sp>
      <p:sp>
        <p:nvSpPr>
          <p:cNvPr id="54" name="Text Placeholder 7">
            <a:extLst>
              <a:ext uri="{FF2B5EF4-FFF2-40B4-BE49-F238E27FC236}">
                <a16:creationId xmlns:a16="http://schemas.microsoft.com/office/drawing/2014/main" id="{4209A868-D6F4-3E49-A6A2-D0B83BADF3A9}"/>
              </a:ext>
            </a:extLst>
          </p:cNvPr>
          <p:cNvSpPr>
            <a:spLocks noGrp="1"/>
          </p:cNvSpPr>
          <p:nvPr>
            <p:ph type="body" sz="quarter" idx="67" hasCustomPrompt="1"/>
          </p:nvPr>
        </p:nvSpPr>
        <p:spPr>
          <a:xfrm>
            <a:off x="24151315" y="10669493"/>
            <a:ext cx="10779102" cy="750359"/>
          </a:xfrm>
          <a:prstGeom prst="rect">
            <a:avLst/>
          </a:prstGeom>
        </p:spPr>
        <p:txBody>
          <a:bodyPr/>
          <a:lstStyle>
            <a:lvl1pPr marL="0" indent="0" algn="ctr">
              <a:spcBef>
                <a:spcPts val="600"/>
              </a:spcBef>
              <a:buFontTx/>
              <a:buNone/>
              <a:defRPr sz="2800" b="0">
                <a:solidFill>
                  <a:schemeClr val="bg1"/>
                </a:solidFill>
                <a:latin typeface="NVIDIA Sans" panose="020B0503020203020204" pitchFamily="34" charset="0"/>
                <a:cs typeface="NVIDIA Sans" panose="020B0503020203020204" pitchFamily="34" charset="0"/>
              </a:defRPr>
            </a:lvl1pPr>
            <a:lvl2pPr marL="2562790" indent="0">
              <a:buFontTx/>
              <a:buNone/>
              <a:defRPr sz="4000" b="1">
                <a:solidFill>
                  <a:schemeClr val="tx1"/>
                </a:solidFill>
                <a:latin typeface="NVIDIA Sans" panose="020B0503020203020204" pitchFamily="34" charset="0"/>
              </a:defRPr>
            </a:lvl2pPr>
            <a:lvl3pPr marL="4883584" indent="0">
              <a:buFontTx/>
              <a:buNone/>
              <a:defRPr sz="4000" b="1">
                <a:solidFill>
                  <a:schemeClr val="tx1"/>
                </a:solidFill>
                <a:latin typeface="NVIDIA Sans" panose="020B0503020203020204" pitchFamily="34" charset="0"/>
              </a:defRPr>
            </a:lvl3pPr>
            <a:lvl4pPr marL="6933729" indent="0">
              <a:buFontTx/>
              <a:buNone/>
              <a:defRPr sz="4000" b="1">
                <a:solidFill>
                  <a:schemeClr val="tx1"/>
                </a:solidFill>
                <a:latin typeface="NVIDIA Sans" panose="020B0503020203020204" pitchFamily="34" charset="0"/>
              </a:defRPr>
            </a:lvl4pPr>
            <a:lvl5pPr marL="8471409" indent="0">
              <a:buFontTx/>
              <a:buNone/>
              <a:defRPr sz="4000" b="1">
                <a:solidFill>
                  <a:schemeClr val="tx1"/>
                </a:solidFill>
                <a:latin typeface="NVIDIA Sans" panose="020B0503020203020204" pitchFamily="34" charset="0"/>
              </a:defRPr>
            </a:lvl5pPr>
          </a:lstStyle>
          <a:p>
            <a:pPr lvl="0"/>
            <a:r>
              <a:rPr lang="en-US" dirty="0"/>
              <a:t>Click to add subtitle</a:t>
            </a:r>
          </a:p>
        </p:txBody>
      </p:sp>
      <p:sp>
        <p:nvSpPr>
          <p:cNvPr id="55" name="Picture Placeholder 2">
            <a:extLst>
              <a:ext uri="{FF2B5EF4-FFF2-40B4-BE49-F238E27FC236}">
                <a16:creationId xmlns:a16="http://schemas.microsoft.com/office/drawing/2014/main" id="{9C37E9B7-863B-6FEB-5E35-885ED1194BFF}"/>
              </a:ext>
            </a:extLst>
          </p:cNvPr>
          <p:cNvSpPr>
            <a:spLocks noGrp="1"/>
          </p:cNvSpPr>
          <p:nvPr>
            <p:ph type="pic" sz="quarter" idx="68"/>
          </p:nvPr>
        </p:nvSpPr>
        <p:spPr>
          <a:xfrm>
            <a:off x="12902654" y="11931889"/>
            <a:ext cx="10789920" cy="4937760"/>
          </a:xfrm>
          <a:prstGeom prst="rect">
            <a:avLst/>
          </a:prstGeom>
          <a:solidFill>
            <a:srgbClr val="151617">
              <a:alpha val="61000"/>
            </a:srgbClr>
          </a:solidFill>
          <a:ln w="9525">
            <a:solidFill>
              <a:schemeClr val="accent5"/>
            </a:solidFill>
          </a:ln>
        </p:spPr>
        <p:txBody>
          <a:bodyPr tIns="2194560" anchor="ctr"/>
          <a:lstStyle>
            <a:lvl1pPr marL="0" indent="0" algn="ctr">
              <a:buNone/>
              <a:defRPr lang="en-US" sz="4000" dirty="0">
                <a:solidFill>
                  <a:schemeClr val="bg2"/>
                </a:solidFill>
                <a:latin typeface="NVIDIA Sans" panose="020B0503020203020204" pitchFamily="34" charset="0"/>
                <a:cs typeface="NVIDIA Sans" panose="020B0503020203020204" pitchFamily="34" charset="0"/>
              </a:defRPr>
            </a:lvl1pPr>
          </a:lstStyle>
          <a:p>
            <a:pPr marL="685800" lvl="0" indent="-685800" algn="ctr"/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56" name="Picture Placeholder 2">
            <a:extLst>
              <a:ext uri="{FF2B5EF4-FFF2-40B4-BE49-F238E27FC236}">
                <a16:creationId xmlns:a16="http://schemas.microsoft.com/office/drawing/2014/main" id="{577FA631-E033-ADBD-0DC9-D0DB5E39C199}"/>
              </a:ext>
            </a:extLst>
          </p:cNvPr>
          <p:cNvSpPr>
            <a:spLocks noGrp="1"/>
          </p:cNvSpPr>
          <p:nvPr>
            <p:ph type="pic" sz="quarter" idx="69"/>
          </p:nvPr>
        </p:nvSpPr>
        <p:spPr>
          <a:xfrm>
            <a:off x="1656844" y="11931889"/>
            <a:ext cx="10789920" cy="4937760"/>
          </a:xfrm>
          <a:prstGeom prst="rect">
            <a:avLst/>
          </a:prstGeom>
          <a:solidFill>
            <a:srgbClr val="151617">
              <a:alpha val="61000"/>
            </a:srgbClr>
          </a:solidFill>
          <a:ln w="9525">
            <a:solidFill>
              <a:schemeClr val="accent5"/>
            </a:solidFill>
          </a:ln>
        </p:spPr>
        <p:txBody>
          <a:bodyPr tIns="2194560" anchor="ctr"/>
          <a:lstStyle>
            <a:lvl1pPr marL="0" indent="0" algn="ctr">
              <a:buNone/>
              <a:defRPr lang="en-US" sz="4000" dirty="0">
                <a:solidFill>
                  <a:schemeClr val="bg2"/>
                </a:solidFill>
                <a:latin typeface="NVIDIA Sans" panose="020B0503020203020204" pitchFamily="34" charset="0"/>
                <a:cs typeface="NVIDIA Sans" panose="020B0503020203020204" pitchFamily="34" charset="0"/>
              </a:defRPr>
            </a:lvl1pPr>
          </a:lstStyle>
          <a:p>
            <a:pPr marL="685800" lvl="0" indent="-685800" algn="ctr"/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57" name="Picture Placeholder 2">
            <a:extLst>
              <a:ext uri="{FF2B5EF4-FFF2-40B4-BE49-F238E27FC236}">
                <a16:creationId xmlns:a16="http://schemas.microsoft.com/office/drawing/2014/main" id="{381881A2-4556-E0E7-4976-CE4CA8B44BD2}"/>
              </a:ext>
            </a:extLst>
          </p:cNvPr>
          <p:cNvSpPr>
            <a:spLocks noGrp="1"/>
          </p:cNvSpPr>
          <p:nvPr>
            <p:ph type="pic" sz="quarter" idx="70"/>
          </p:nvPr>
        </p:nvSpPr>
        <p:spPr>
          <a:xfrm>
            <a:off x="24159734" y="11931889"/>
            <a:ext cx="10789920" cy="4937760"/>
          </a:xfrm>
          <a:prstGeom prst="rect">
            <a:avLst/>
          </a:prstGeom>
          <a:solidFill>
            <a:srgbClr val="151617">
              <a:alpha val="61000"/>
            </a:srgbClr>
          </a:solidFill>
          <a:ln w="9525">
            <a:solidFill>
              <a:schemeClr val="accent5"/>
            </a:solidFill>
          </a:ln>
        </p:spPr>
        <p:txBody>
          <a:bodyPr tIns="2194560" anchor="ctr"/>
          <a:lstStyle>
            <a:lvl1pPr marL="0" indent="0" algn="ctr">
              <a:buNone/>
              <a:defRPr lang="en-US" sz="4000" dirty="0">
                <a:solidFill>
                  <a:schemeClr val="bg2"/>
                </a:solidFill>
                <a:latin typeface="NVIDIA Sans" panose="020B0503020203020204" pitchFamily="34" charset="0"/>
                <a:cs typeface="NVIDIA Sans" panose="020B0503020203020204" pitchFamily="34" charset="0"/>
              </a:defRPr>
            </a:lvl1pPr>
          </a:lstStyle>
          <a:p>
            <a:pPr marL="685800" lvl="0" indent="-685800" algn="ctr"/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58" name="Text Placeholder 7">
            <a:extLst>
              <a:ext uri="{FF2B5EF4-FFF2-40B4-BE49-F238E27FC236}">
                <a16:creationId xmlns:a16="http://schemas.microsoft.com/office/drawing/2014/main" id="{3E8E5407-C49C-0C9D-34F8-F6F0488021F6}"/>
              </a:ext>
            </a:extLst>
          </p:cNvPr>
          <p:cNvSpPr>
            <a:spLocks noGrp="1"/>
          </p:cNvSpPr>
          <p:nvPr>
            <p:ph type="body" sz="quarter" idx="71" hasCustomPrompt="1"/>
          </p:nvPr>
        </p:nvSpPr>
        <p:spPr>
          <a:xfrm>
            <a:off x="1668105" y="17063961"/>
            <a:ext cx="10778652" cy="750359"/>
          </a:xfrm>
          <a:prstGeom prst="rect">
            <a:avLst/>
          </a:prstGeom>
        </p:spPr>
        <p:txBody>
          <a:bodyPr anchor="b"/>
          <a:lstStyle>
            <a:lvl1pPr marL="0" indent="0" algn="ctr">
              <a:spcBef>
                <a:spcPts val="1200"/>
              </a:spcBef>
              <a:buFontTx/>
              <a:buNone/>
              <a:defRPr sz="4000" b="0" cap="none" baseline="0">
                <a:solidFill>
                  <a:schemeClr val="bg1"/>
                </a:solidFill>
                <a:latin typeface="+mj-lt"/>
                <a:cs typeface="NVIDIA Sans" panose="020B0503020203020204" pitchFamily="34" charset="0"/>
              </a:defRPr>
            </a:lvl1pPr>
            <a:lvl2pPr marL="2562790" indent="0">
              <a:buFontTx/>
              <a:buNone/>
              <a:defRPr sz="4000" b="1">
                <a:solidFill>
                  <a:schemeClr val="tx1"/>
                </a:solidFill>
                <a:latin typeface="NVIDIA Sans" panose="020B0503020203020204" pitchFamily="34" charset="0"/>
              </a:defRPr>
            </a:lvl2pPr>
            <a:lvl3pPr marL="4883584" indent="0">
              <a:buFontTx/>
              <a:buNone/>
              <a:defRPr sz="4000" b="1">
                <a:solidFill>
                  <a:schemeClr val="tx1"/>
                </a:solidFill>
                <a:latin typeface="NVIDIA Sans" panose="020B0503020203020204" pitchFamily="34" charset="0"/>
              </a:defRPr>
            </a:lvl3pPr>
            <a:lvl4pPr marL="6933729" indent="0">
              <a:buFontTx/>
              <a:buNone/>
              <a:defRPr sz="4000" b="1">
                <a:solidFill>
                  <a:schemeClr val="tx1"/>
                </a:solidFill>
                <a:latin typeface="NVIDIA Sans" panose="020B0503020203020204" pitchFamily="34" charset="0"/>
              </a:defRPr>
            </a:lvl4pPr>
            <a:lvl5pPr marL="8471409" indent="0">
              <a:buFontTx/>
              <a:buNone/>
              <a:defRPr sz="4000" b="1">
                <a:solidFill>
                  <a:schemeClr val="tx1"/>
                </a:solidFill>
                <a:latin typeface="NVIDIA Sans" panose="020B0503020203020204" pitchFamily="34" charset="0"/>
              </a:defRPr>
            </a:lvl5pPr>
          </a:lstStyle>
          <a:p>
            <a:pPr lvl="0"/>
            <a:r>
              <a:rPr lang="en-US" dirty="0"/>
              <a:t>Click To Add Title</a:t>
            </a:r>
          </a:p>
        </p:txBody>
      </p:sp>
      <p:sp>
        <p:nvSpPr>
          <p:cNvPr id="59" name="Text Placeholder 7">
            <a:extLst>
              <a:ext uri="{FF2B5EF4-FFF2-40B4-BE49-F238E27FC236}">
                <a16:creationId xmlns:a16="http://schemas.microsoft.com/office/drawing/2014/main" id="{22DA5A94-C231-4766-8AC7-EF73C16EBD61}"/>
              </a:ext>
            </a:extLst>
          </p:cNvPr>
          <p:cNvSpPr>
            <a:spLocks noGrp="1"/>
          </p:cNvSpPr>
          <p:nvPr>
            <p:ph type="body" sz="quarter" idx="72" hasCustomPrompt="1"/>
          </p:nvPr>
        </p:nvSpPr>
        <p:spPr>
          <a:xfrm>
            <a:off x="1668105" y="17751568"/>
            <a:ext cx="10778652" cy="750359"/>
          </a:xfrm>
          <a:prstGeom prst="rect">
            <a:avLst/>
          </a:prstGeom>
        </p:spPr>
        <p:txBody>
          <a:bodyPr/>
          <a:lstStyle>
            <a:lvl1pPr marL="0" indent="0" algn="ctr">
              <a:spcBef>
                <a:spcPts val="600"/>
              </a:spcBef>
              <a:buFontTx/>
              <a:buNone/>
              <a:defRPr sz="2800" b="0">
                <a:solidFill>
                  <a:schemeClr val="bg1"/>
                </a:solidFill>
                <a:latin typeface="NVIDIA Sans" panose="020B0503020203020204" pitchFamily="34" charset="0"/>
                <a:cs typeface="NVIDIA Sans" panose="020B0503020203020204" pitchFamily="34" charset="0"/>
              </a:defRPr>
            </a:lvl1pPr>
            <a:lvl2pPr marL="2562790" indent="0">
              <a:buFontTx/>
              <a:buNone/>
              <a:defRPr sz="4000" b="1">
                <a:solidFill>
                  <a:schemeClr val="tx1"/>
                </a:solidFill>
                <a:latin typeface="NVIDIA Sans" panose="020B0503020203020204" pitchFamily="34" charset="0"/>
              </a:defRPr>
            </a:lvl2pPr>
            <a:lvl3pPr marL="4883584" indent="0">
              <a:buFontTx/>
              <a:buNone/>
              <a:defRPr sz="4000" b="1">
                <a:solidFill>
                  <a:schemeClr val="tx1"/>
                </a:solidFill>
                <a:latin typeface="NVIDIA Sans" panose="020B0503020203020204" pitchFamily="34" charset="0"/>
              </a:defRPr>
            </a:lvl3pPr>
            <a:lvl4pPr marL="6933729" indent="0">
              <a:buFontTx/>
              <a:buNone/>
              <a:defRPr sz="4000" b="1">
                <a:solidFill>
                  <a:schemeClr val="tx1"/>
                </a:solidFill>
                <a:latin typeface="NVIDIA Sans" panose="020B0503020203020204" pitchFamily="34" charset="0"/>
              </a:defRPr>
            </a:lvl4pPr>
            <a:lvl5pPr marL="8471409" indent="0">
              <a:buFontTx/>
              <a:buNone/>
              <a:defRPr sz="4000" b="1">
                <a:solidFill>
                  <a:schemeClr val="tx1"/>
                </a:solidFill>
                <a:latin typeface="NVIDIA Sans" panose="020B0503020203020204" pitchFamily="34" charset="0"/>
              </a:defRPr>
            </a:lvl5pPr>
          </a:lstStyle>
          <a:p>
            <a:pPr lvl="0"/>
            <a:r>
              <a:rPr lang="en-US" dirty="0"/>
              <a:t>Click to add subtitle</a:t>
            </a:r>
          </a:p>
        </p:txBody>
      </p:sp>
      <p:sp>
        <p:nvSpPr>
          <p:cNvPr id="60" name="Text Placeholder 7">
            <a:extLst>
              <a:ext uri="{FF2B5EF4-FFF2-40B4-BE49-F238E27FC236}">
                <a16:creationId xmlns:a16="http://schemas.microsoft.com/office/drawing/2014/main" id="{00B4030C-05CF-B466-BA8F-C340617A5787}"/>
              </a:ext>
            </a:extLst>
          </p:cNvPr>
          <p:cNvSpPr>
            <a:spLocks noGrp="1"/>
          </p:cNvSpPr>
          <p:nvPr>
            <p:ph type="body" sz="quarter" idx="73" hasCustomPrompt="1"/>
          </p:nvPr>
        </p:nvSpPr>
        <p:spPr>
          <a:xfrm>
            <a:off x="12905609" y="17063961"/>
            <a:ext cx="10778652" cy="750359"/>
          </a:xfrm>
          <a:prstGeom prst="rect">
            <a:avLst/>
          </a:prstGeom>
        </p:spPr>
        <p:txBody>
          <a:bodyPr anchor="b"/>
          <a:lstStyle>
            <a:lvl1pPr marL="0" indent="0" algn="ctr">
              <a:spcBef>
                <a:spcPts val="1200"/>
              </a:spcBef>
              <a:buFontTx/>
              <a:buNone/>
              <a:defRPr sz="4000" b="0" cap="none" baseline="0">
                <a:solidFill>
                  <a:schemeClr val="bg1"/>
                </a:solidFill>
                <a:latin typeface="+mj-lt"/>
                <a:cs typeface="NVIDIA Sans" panose="020B0503020203020204" pitchFamily="34" charset="0"/>
              </a:defRPr>
            </a:lvl1pPr>
            <a:lvl2pPr marL="2562790" indent="0">
              <a:buFontTx/>
              <a:buNone/>
              <a:defRPr sz="4000" b="1">
                <a:solidFill>
                  <a:schemeClr val="tx1"/>
                </a:solidFill>
                <a:latin typeface="NVIDIA Sans" panose="020B0503020203020204" pitchFamily="34" charset="0"/>
              </a:defRPr>
            </a:lvl2pPr>
            <a:lvl3pPr marL="4883584" indent="0">
              <a:buFontTx/>
              <a:buNone/>
              <a:defRPr sz="4000" b="1">
                <a:solidFill>
                  <a:schemeClr val="tx1"/>
                </a:solidFill>
                <a:latin typeface="NVIDIA Sans" panose="020B0503020203020204" pitchFamily="34" charset="0"/>
              </a:defRPr>
            </a:lvl3pPr>
            <a:lvl4pPr marL="6933729" indent="0">
              <a:buFontTx/>
              <a:buNone/>
              <a:defRPr sz="4000" b="1">
                <a:solidFill>
                  <a:schemeClr val="tx1"/>
                </a:solidFill>
                <a:latin typeface="NVIDIA Sans" panose="020B0503020203020204" pitchFamily="34" charset="0"/>
              </a:defRPr>
            </a:lvl4pPr>
            <a:lvl5pPr marL="8471409" indent="0">
              <a:buFontTx/>
              <a:buNone/>
              <a:defRPr sz="4000" b="1">
                <a:solidFill>
                  <a:schemeClr val="tx1"/>
                </a:solidFill>
                <a:latin typeface="NVIDIA Sans" panose="020B0503020203020204" pitchFamily="34" charset="0"/>
              </a:defRPr>
            </a:lvl5pPr>
          </a:lstStyle>
          <a:p>
            <a:pPr lvl="0"/>
            <a:r>
              <a:rPr lang="en-US" dirty="0"/>
              <a:t>Click To Add Title</a:t>
            </a:r>
          </a:p>
        </p:txBody>
      </p:sp>
      <p:sp>
        <p:nvSpPr>
          <p:cNvPr id="61" name="Text Placeholder 7">
            <a:extLst>
              <a:ext uri="{FF2B5EF4-FFF2-40B4-BE49-F238E27FC236}">
                <a16:creationId xmlns:a16="http://schemas.microsoft.com/office/drawing/2014/main" id="{894CEECC-D038-E547-DC3E-DE08CED8E7DA}"/>
              </a:ext>
            </a:extLst>
          </p:cNvPr>
          <p:cNvSpPr>
            <a:spLocks noGrp="1"/>
          </p:cNvSpPr>
          <p:nvPr>
            <p:ph type="body" sz="quarter" idx="74" hasCustomPrompt="1"/>
          </p:nvPr>
        </p:nvSpPr>
        <p:spPr>
          <a:xfrm>
            <a:off x="12905609" y="17751568"/>
            <a:ext cx="10778652" cy="750359"/>
          </a:xfrm>
          <a:prstGeom prst="rect">
            <a:avLst/>
          </a:prstGeom>
        </p:spPr>
        <p:txBody>
          <a:bodyPr/>
          <a:lstStyle>
            <a:lvl1pPr marL="0" indent="0" algn="ctr">
              <a:spcBef>
                <a:spcPts val="600"/>
              </a:spcBef>
              <a:buFontTx/>
              <a:buNone/>
              <a:defRPr sz="2800" b="0">
                <a:solidFill>
                  <a:schemeClr val="bg1"/>
                </a:solidFill>
                <a:latin typeface="NVIDIA Sans" panose="020B0503020203020204" pitchFamily="34" charset="0"/>
                <a:cs typeface="NVIDIA Sans" panose="020B0503020203020204" pitchFamily="34" charset="0"/>
              </a:defRPr>
            </a:lvl1pPr>
            <a:lvl2pPr marL="2562790" indent="0">
              <a:buFontTx/>
              <a:buNone/>
              <a:defRPr sz="4000" b="1">
                <a:solidFill>
                  <a:schemeClr val="tx1"/>
                </a:solidFill>
                <a:latin typeface="NVIDIA Sans" panose="020B0503020203020204" pitchFamily="34" charset="0"/>
              </a:defRPr>
            </a:lvl2pPr>
            <a:lvl3pPr marL="4883584" indent="0">
              <a:buFontTx/>
              <a:buNone/>
              <a:defRPr sz="4000" b="1">
                <a:solidFill>
                  <a:schemeClr val="tx1"/>
                </a:solidFill>
                <a:latin typeface="NVIDIA Sans" panose="020B0503020203020204" pitchFamily="34" charset="0"/>
              </a:defRPr>
            </a:lvl3pPr>
            <a:lvl4pPr marL="6933729" indent="0">
              <a:buFontTx/>
              <a:buNone/>
              <a:defRPr sz="4000" b="1">
                <a:solidFill>
                  <a:schemeClr val="tx1"/>
                </a:solidFill>
                <a:latin typeface="NVIDIA Sans" panose="020B0503020203020204" pitchFamily="34" charset="0"/>
              </a:defRPr>
            </a:lvl4pPr>
            <a:lvl5pPr marL="8471409" indent="0">
              <a:buFontTx/>
              <a:buNone/>
              <a:defRPr sz="4000" b="1">
                <a:solidFill>
                  <a:schemeClr val="tx1"/>
                </a:solidFill>
                <a:latin typeface="NVIDIA Sans" panose="020B0503020203020204" pitchFamily="34" charset="0"/>
              </a:defRPr>
            </a:lvl5pPr>
          </a:lstStyle>
          <a:p>
            <a:pPr lvl="0"/>
            <a:r>
              <a:rPr lang="en-US" dirty="0"/>
              <a:t>Click to add subtitle</a:t>
            </a:r>
          </a:p>
        </p:txBody>
      </p:sp>
      <p:sp>
        <p:nvSpPr>
          <p:cNvPr id="62" name="Text Placeholder 7">
            <a:extLst>
              <a:ext uri="{FF2B5EF4-FFF2-40B4-BE49-F238E27FC236}">
                <a16:creationId xmlns:a16="http://schemas.microsoft.com/office/drawing/2014/main" id="{194DC10A-126A-4CF6-0FD2-5B6BB2EFDEBD}"/>
              </a:ext>
            </a:extLst>
          </p:cNvPr>
          <p:cNvSpPr>
            <a:spLocks noGrp="1"/>
          </p:cNvSpPr>
          <p:nvPr>
            <p:ph type="body" sz="quarter" idx="75" hasCustomPrompt="1"/>
          </p:nvPr>
        </p:nvSpPr>
        <p:spPr>
          <a:xfrm>
            <a:off x="24162576" y="17063961"/>
            <a:ext cx="10779102" cy="750359"/>
          </a:xfrm>
          <a:prstGeom prst="rect">
            <a:avLst/>
          </a:prstGeom>
        </p:spPr>
        <p:txBody>
          <a:bodyPr anchor="b"/>
          <a:lstStyle>
            <a:lvl1pPr marL="0" indent="0" algn="ctr">
              <a:spcBef>
                <a:spcPts val="1200"/>
              </a:spcBef>
              <a:buFontTx/>
              <a:buNone/>
              <a:defRPr sz="4000" b="0" cap="none" baseline="0">
                <a:solidFill>
                  <a:schemeClr val="bg1"/>
                </a:solidFill>
                <a:latin typeface="+mj-lt"/>
                <a:cs typeface="NVIDIA Sans" panose="020B0503020203020204" pitchFamily="34" charset="0"/>
              </a:defRPr>
            </a:lvl1pPr>
            <a:lvl2pPr marL="2562790" indent="0">
              <a:buFontTx/>
              <a:buNone/>
              <a:defRPr sz="4000" b="1">
                <a:solidFill>
                  <a:schemeClr val="tx1"/>
                </a:solidFill>
                <a:latin typeface="NVIDIA Sans" panose="020B0503020203020204" pitchFamily="34" charset="0"/>
              </a:defRPr>
            </a:lvl2pPr>
            <a:lvl3pPr marL="4883584" indent="0">
              <a:buFontTx/>
              <a:buNone/>
              <a:defRPr sz="4000" b="1">
                <a:solidFill>
                  <a:schemeClr val="tx1"/>
                </a:solidFill>
                <a:latin typeface="NVIDIA Sans" panose="020B0503020203020204" pitchFamily="34" charset="0"/>
              </a:defRPr>
            </a:lvl3pPr>
            <a:lvl4pPr marL="6933729" indent="0">
              <a:buFontTx/>
              <a:buNone/>
              <a:defRPr sz="4000" b="1">
                <a:solidFill>
                  <a:schemeClr val="tx1"/>
                </a:solidFill>
                <a:latin typeface="NVIDIA Sans" panose="020B0503020203020204" pitchFamily="34" charset="0"/>
              </a:defRPr>
            </a:lvl4pPr>
            <a:lvl5pPr marL="8471409" indent="0">
              <a:buFontTx/>
              <a:buNone/>
              <a:defRPr sz="4000" b="1">
                <a:solidFill>
                  <a:schemeClr val="tx1"/>
                </a:solidFill>
                <a:latin typeface="NVIDIA Sans" panose="020B0503020203020204" pitchFamily="34" charset="0"/>
              </a:defRPr>
            </a:lvl5pPr>
          </a:lstStyle>
          <a:p>
            <a:pPr lvl="0"/>
            <a:r>
              <a:rPr lang="en-US" dirty="0"/>
              <a:t>Click To Add Title</a:t>
            </a:r>
          </a:p>
        </p:txBody>
      </p:sp>
      <p:sp>
        <p:nvSpPr>
          <p:cNvPr id="63" name="Text Placeholder 7">
            <a:extLst>
              <a:ext uri="{FF2B5EF4-FFF2-40B4-BE49-F238E27FC236}">
                <a16:creationId xmlns:a16="http://schemas.microsoft.com/office/drawing/2014/main" id="{57F8B789-2F41-F510-798B-CCE7F38AB05B}"/>
              </a:ext>
            </a:extLst>
          </p:cNvPr>
          <p:cNvSpPr>
            <a:spLocks noGrp="1"/>
          </p:cNvSpPr>
          <p:nvPr>
            <p:ph type="body" sz="quarter" idx="76" hasCustomPrompt="1"/>
          </p:nvPr>
        </p:nvSpPr>
        <p:spPr>
          <a:xfrm>
            <a:off x="24162576" y="17751568"/>
            <a:ext cx="10779102" cy="750359"/>
          </a:xfrm>
          <a:prstGeom prst="rect">
            <a:avLst/>
          </a:prstGeom>
        </p:spPr>
        <p:txBody>
          <a:bodyPr/>
          <a:lstStyle>
            <a:lvl1pPr marL="0" indent="0" algn="ctr">
              <a:spcBef>
                <a:spcPts val="600"/>
              </a:spcBef>
              <a:buFontTx/>
              <a:buNone/>
              <a:defRPr sz="2800" b="0">
                <a:solidFill>
                  <a:schemeClr val="bg1"/>
                </a:solidFill>
                <a:latin typeface="NVIDIA Sans" panose="020B0503020203020204" pitchFamily="34" charset="0"/>
                <a:cs typeface="NVIDIA Sans" panose="020B0503020203020204" pitchFamily="34" charset="0"/>
              </a:defRPr>
            </a:lvl1pPr>
            <a:lvl2pPr marL="2562790" indent="0">
              <a:buFontTx/>
              <a:buNone/>
              <a:defRPr sz="4000" b="1">
                <a:solidFill>
                  <a:schemeClr val="tx1"/>
                </a:solidFill>
                <a:latin typeface="NVIDIA Sans" panose="020B0503020203020204" pitchFamily="34" charset="0"/>
              </a:defRPr>
            </a:lvl2pPr>
            <a:lvl3pPr marL="4883584" indent="0">
              <a:buFontTx/>
              <a:buNone/>
              <a:defRPr sz="4000" b="1">
                <a:solidFill>
                  <a:schemeClr val="tx1"/>
                </a:solidFill>
                <a:latin typeface="NVIDIA Sans" panose="020B0503020203020204" pitchFamily="34" charset="0"/>
              </a:defRPr>
            </a:lvl3pPr>
            <a:lvl4pPr marL="6933729" indent="0">
              <a:buFontTx/>
              <a:buNone/>
              <a:defRPr sz="4000" b="1">
                <a:solidFill>
                  <a:schemeClr val="tx1"/>
                </a:solidFill>
                <a:latin typeface="NVIDIA Sans" panose="020B0503020203020204" pitchFamily="34" charset="0"/>
              </a:defRPr>
            </a:lvl4pPr>
            <a:lvl5pPr marL="8471409" indent="0">
              <a:buFontTx/>
              <a:buNone/>
              <a:defRPr sz="4000" b="1">
                <a:solidFill>
                  <a:schemeClr val="tx1"/>
                </a:solidFill>
                <a:latin typeface="NVIDIA Sans" panose="020B0503020203020204" pitchFamily="34" charset="0"/>
              </a:defRPr>
            </a:lvl5pPr>
          </a:lstStyle>
          <a:p>
            <a:pPr lvl="0"/>
            <a:r>
              <a:rPr lang="en-US" dirty="0"/>
              <a:t>Click to add subtitle</a:t>
            </a:r>
          </a:p>
        </p:txBody>
      </p:sp>
      <p:sp>
        <p:nvSpPr>
          <p:cNvPr id="64" name="Title 1">
            <a:extLst>
              <a:ext uri="{FF2B5EF4-FFF2-40B4-BE49-F238E27FC236}">
                <a16:creationId xmlns:a16="http://schemas.microsoft.com/office/drawing/2014/main" id="{01540E5A-2872-4A69-C821-D69B87963A67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2514600" y="0"/>
            <a:ext cx="31546800" cy="2514601"/>
          </a:xfrm>
        </p:spPr>
        <p:txBody>
          <a:bodyPr/>
          <a:lstStyle>
            <a:lvl1pPr>
              <a:defRPr sz="7200" b="1" cap="none">
                <a:latin typeface="NVIDIA Sans" panose="020B0503020203020204" pitchFamily="34" charset="0"/>
                <a:cs typeface="NVIDIA Sans" panose="020B0503020203020204" pitchFamily="34" charset="0"/>
              </a:defRPr>
            </a:lvl1pPr>
          </a:lstStyle>
          <a:p>
            <a:r>
              <a:rPr lang="en-US" dirty="0"/>
              <a:t>Click To Add Title</a:t>
            </a:r>
          </a:p>
        </p:txBody>
      </p:sp>
      <p:sp>
        <p:nvSpPr>
          <p:cNvPr id="65" name="Text Placeholder 7">
            <a:extLst>
              <a:ext uri="{FF2B5EF4-FFF2-40B4-BE49-F238E27FC236}">
                <a16:creationId xmlns:a16="http://schemas.microsoft.com/office/drawing/2014/main" id="{C4FBCAD5-F75E-2024-91A6-AF69090C6A02}"/>
              </a:ext>
            </a:extLst>
          </p:cNvPr>
          <p:cNvSpPr>
            <a:spLocks noGrp="1"/>
          </p:cNvSpPr>
          <p:nvPr>
            <p:ph type="body" sz="quarter" idx="10" hasCustomPrompt="1"/>
          </p:nvPr>
        </p:nvSpPr>
        <p:spPr>
          <a:xfrm>
            <a:off x="2514600" y="2487168"/>
            <a:ext cx="31546800" cy="1408176"/>
          </a:xfrm>
          <a:prstGeom prst="rect">
            <a:avLst/>
          </a:prstGeom>
        </p:spPr>
        <p:txBody>
          <a:bodyPr/>
          <a:lstStyle>
            <a:lvl1pPr marL="0" indent="0" algn="ctr">
              <a:spcBef>
                <a:spcPts val="0"/>
              </a:spcBef>
              <a:buFontTx/>
              <a:buNone/>
              <a:defRPr sz="4800">
                <a:solidFill>
                  <a:schemeClr val="tx2"/>
                </a:solidFill>
                <a:latin typeface="NVIDIA Sans" panose="020B0503020203020204" pitchFamily="34" charset="0"/>
                <a:cs typeface="NVIDIA Sans" panose="020B0503020203020204" pitchFamily="34" charset="0"/>
              </a:defRPr>
            </a:lvl1pPr>
            <a:lvl2pPr marL="1371600" indent="0" algn="ctr">
              <a:buFontTx/>
              <a:buNone/>
              <a:defRPr sz="4400">
                <a:latin typeface="NVIDIA Sans" panose="020B0503020203020204" pitchFamily="34" charset="0"/>
              </a:defRPr>
            </a:lvl2pPr>
            <a:lvl3pPr marL="2743200" indent="0" algn="ctr">
              <a:buFontTx/>
              <a:buNone/>
              <a:defRPr sz="4400">
                <a:latin typeface="NVIDIA Sans" panose="020B0503020203020204" pitchFamily="34" charset="0"/>
              </a:defRPr>
            </a:lvl3pPr>
            <a:lvl4pPr marL="4114800" indent="0" algn="ctr">
              <a:buFontTx/>
              <a:buNone/>
              <a:defRPr sz="4400">
                <a:latin typeface="NVIDIA Sans" panose="020B0503020203020204" pitchFamily="34" charset="0"/>
              </a:defRPr>
            </a:lvl4pPr>
            <a:lvl5pPr marL="5486400" indent="0" algn="ctr">
              <a:buFontTx/>
              <a:buNone/>
              <a:defRPr sz="4400">
                <a:latin typeface="NVIDIA Sans" panose="020B0503020203020204" pitchFamily="34" charset="0"/>
              </a:defRPr>
            </a:lvl5pPr>
          </a:lstStyle>
          <a:p>
            <a:pPr lvl="0"/>
            <a:r>
              <a:rPr lang="en-US" dirty="0"/>
              <a:t>Click to add subtitle</a:t>
            </a:r>
          </a:p>
        </p:txBody>
      </p:sp>
    </p:spTree>
    <p:extLst>
      <p:ext uri="{BB962C8B-B14F-4D97-AF65-F5344CB8AC3E}">
        <p14:creationId xmlns:p14="http://schemas.microsoft.com/office/powerpoint/2010/main" val="2237050608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10"/>
    </mc:Choice>
    <mc:Fallback xmlns:a16="http://schemas.microsoft.com/office/drawing/2014/main" xmlns="">
      <p:transition/>
    </mc:Fallback>
  </mc:AlternateContent>
</p:sldLayout>
</file>

<file path=ppt/slideLayouts/slideLayout2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7-up Imag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" name="Text Placeholder 7">
            <a:extLst>
              <a:ext uri="{FF2B5EF4-FFF2-40B4-BE49-F238E27FC236}">
                <a16:creationId xmlns:a16="http://schemas.microsoft.com/office/drawing/2014/main" id="{544D2068-6849-9B7C-6BC5-5E5F7AA4A629}"/>
              </a:ext>
            </a:extLst>
          </p:cNvPr>
          <p:cNvSpPr>
            <a:spLocks noGrp="1"/>
          </p:cNvSpPr>
          <p:nvPr>
            <p:ph type="body" sz="quarter" idx="37" hasCustomPrompt="1"/>
          </p:nvPr>
        </p:nvSpPr>
        <p:spPr>
          <a:xfrm>
            <a:off x="14335071" y="17059122"/>
            <a:ext cx="7955280" cy="750359"/>
          </a:xfrm>
          <a:prstGeom prst="rect">
            <a:avLst/>
          </a:prstGeom>
        </p:spPr>
        <p:txBody>
          <a:bodyPr anchor="b"/>
          <a:lstStyle>
            <a:lvl1pPr marL="0" indent="0" algn="ctr">
              <a:spcBef>
                <a:spcPts val="1200"/>
              </a:spcBef>
              <a:buFontTx/>
              <a:buNone/>
              <a:defRPr sz="4000" b="0" cap="none" baseline="0">
                <a:solidFill>
                  <a:schemeClr val="bg1"/>
                </a:solidFill>
                <a:latin typeface="+mj-lt"/>
                <a:cs typeface="NVIDIA Sans" panose="020B0503020203020204" pitchFamily="34" charset="0"/>
              </a:defRPr>
            </a:lvl1pPr>
            <a:lvl2pPr marL="2562790" indent="0">
              <a:buFontTx/>
              <a:buNone/>
              <a:defRPr sz="4000" b="1">
                <a:solidFill>
                  <a:schemeClr val="tx1"/>
                </a:solidFill>
                <a:latin typeface="NVIDIA Sans" panose="020B0503020203020204" pitchFamily="34" charset="0"/>
              </a:defRPr>
            </a:lvl2pPr>
            <a:lvl3pPr marL="4883584" indent="0">
              <a:buFontTx/>
              <a:buNone/>
              <a:defRPr sz="4000" b="1">
                <a:solidFill>
                  <a:schemeClr val="tx1"/>
                </a:solidFill>
                <a:latin typeface="NVIDIA Sans" panose="020B0503020203020204" pitchFamily="34" charset="0"/>
              </a:defRPr>
            </a:lvl3pPr>
            <a:lvl4pPr marL="6933729" indent="0">
              <a:buFontTx/>
              <a:buNone/>
              <a:defRPr sz="4000" b="1">
                <a:solidFill>
                  <a:schemeClr val="tx1"/>
                </a:solidFill>
                <a:latin typeface="NVIDIA Sans" panose="020B0503020203020204" pitchFamily="34" charset="0"/>
              </a:defRPr>
            </a:lvl4pPr>
            <a:lvl5pPr marL="8471409" indent="0">
              <a:buFontTx/>
              <a:buNone/>
              <a:defRPr sz="4000" b="1">
                <a:solidFill>
                  <a:schemeClr val="tx1"/>
                </a:solidFill>
                <a:latin typeface="NVIDIA Sans" panose="020B0503020203020204" pitchFamily="34" charset="0"/>
              </a:defRPr>
            </a:lvl5pPr>
          </a:lstStyle>
          <a:p>
            <a:pPr lvl="0"/>
            <a:r>
              <a:rPr lang="en-US" dirty="0"/>
              <a:t>Click To Add Title</a:t>
            </a:r>
          </a:p>
        </p:txBody>
      </p:sp>
      <p:sp>
        <p:nvSpPr>
          <p:cNvPr id="34" name="Text Placeholder 7">
            <a:extLst>
              <a:ext uri="{FF2B5EF4-FFF2-40B4-BE49-F238E27FC236}">
                <a16:creationId xmlns:a16="http://schemas.microsoft.com/office/drawing/2014/main" id="{CBD648D6-A7DD-1281-7F44-26AAC46ED236}"/>
              </a:ext>
            </a:extLst>
          </p:cNvPr>
          <p:cNvSpPr>
            <a:spLocks noGrp="1"/>
          </p:cNvSpPr>
          <p:nvPr>
            <p:ph type="body" sz="quarter" idx="39" hasCustomPrompt="1"/>
          </p:nvPr>
        </p:nvSpPr>
        <p:spPr>
          <a:xfrm>
            <a:off x="5886573" y="17059122"/>
            <a:ext cx="7970338" cy="750359"/>
          </a:xfrm>
          <a:prstGeom prst="rect">
            <a:avLst/>
          </a:prstGeom>
        </p:spPr>
        <p:txBody>
          <a:bodyPr anchor="b"/>
          <a:lstStyle>
            <a:lvl1pPr marL="0" indent="0" algn="ctr">
              <a:spcBef>
                <a:spcPts val="1200"/>
              </a:spcBef>
              <a:buFontTx/>
              <a:buNone/>
              <a:defRPr sz="4000" b="0" cap="none" baseline="0">
                <a:solidFill>
                  <a:schemeClr val="bg1"/>
                </a:solidFill>
                <a:latin typeface="+mj-lt"/>
                <a:cs typeface="NVIDIA Sans" panose="020B0503020203020204" pitchFamily="34" charset="0"/>
              </a:defRPr>
            </a:lvl1pPr>
            <a:lvl2pPr marL="2562790" indent="0">
              <a:buFontTx/>
              <a:buNone/>
              <a:defRPr sz="4000" b="1">
                <a:solidFill>
                  <a:schemeClr val="tx1"/>
                </a:solidFill>
                <a:latin typeface="NVIDIA Sans" panose="020B0503020203020204" pitchFamily="34" charset="0"/>
              </a:defRPr>
            </a:lvl2pPr>
            <a:lvl3pPr marL="4883584" indent="0">
              <a:buFontTx/>
              <a:buNone/>
              <a:defRPr sz="4000" b="1">
                <a:solidFill>
                  <a:schemeClr val="tx1"/>
                </a:solidFill>
                <a:latin typeface="NVIDIA Sans" panose="020B0503020203020204" pitchFamily="34" charset="0"/>
              </a:defRPr>
            </a:lvl3pPr>
            <a:lvl4pPr marL="6933729" indent="0">
              <a:buFontTx/>
              <a:buNone/>
              <a:defRPr sz="4000" b="1">
                <a:solidFill>
                  <a:schemeClr val="tx1"/>
                </a:solidFill>
                <a:latin typeface="NVIDIA Sans" panose="020B0503020203020204" pitchFamily="34" charset="0"/>
              </a:defRPr>
            </a:lvl4pPr>
            <a:lvl5pPr marL="8471409" indent="0">
              <a:buFontTx/>
              <a:buNone/>
              <a:defRPr sz="4000" b="1">
                <a:solidFill>
                  <a:schemeClr val="tx1"/>
                </a:solidFill>
                <a:latin typeface="NVIDIA Sans" panose="020B0503020203020204" pitchFamily="34" charset="0"/>
              </a:defRPr>
            </a:lvl5pPr>
          </a:lstStyle>
          <a:p>
            <a:pPr lvl="0"/>
            <a:r>
              <a:rPr lang="en-US" dirty="0"/>
              <a:t>Click To Add Title</a:t>
            </a:r>
          </a:p>
        </p:txBody>
      </p:sp>
      <p:sp>
        <p:nvSpPr>
          <p:cNvPr id="35" name="Text Placeholder 7">
            <a:extLst>
              <a:ext uri="{FF2B5EF4-FFF2-40B4-BE49-F238E27FC236}">
                <a16:creationId xmlns:a16="http://schemas.microsoft.com/office/drawing/2014/main" id="{CA889FC2-EEE4-383A-34F1-AA6640C2BEE9}"/>
              </a:ext>
            </a:extLst>
          </p:cNvPr>
          <p:cNvSpPr>
            <a:spLocks noGrp="1"/>
          </p:cNvSpPr>
          <p:nvPr>
            <p:ph type="body" sz="quarter" idx="40" hasCustomPrompt="1"/>
          </p:nvPr>
        </p:nvSpPr>
        <p:spPr>
          <a:xfrm>
            <a:off x="14335071" y="17727056"/>
            <a:ext cx="7955280" cy="750359"/>
          </a:xfrm>
          <a:prstGeom prst="rect">
            <a:avLst/>
          </a:prstGeom>
        </p:spPr>
        <p:txBody>
          <a:bodyPr/>
          <a:lstStyle>
            <a:lvl1pPr marL="0" indent="0" algn="ctr">
              <a:spcBef>
                <a:spcPts val="600"/>
              </a:spcBef>
              <a:buFontTx/>
              <a:buNone/>
              <a:defRPr sz="2800" b="0">
                <a:solidFill>
                  <a:schemeClr val="bg1"/>
                </a:solidFill>
                <a:latin typeface="NVIDIA Sans" panose="020B0503020203020204" pitchFamily="34" charset="0"/>
                <a:cs typeface="NVIDIA Sans" panose="020B0503020203020204" pitchFamily="34" charset="0"/>
              </a:defRPr>
            </a:lvl1pPr>
            <a:lvl2pPr marL="2562790" indent="0">
              <a:buFontTx/>
              <a:buNone/>
              <a:defRPr sz="4000" b="1">
                <a:solidFill>
                  <a:schemeClr val="tx1"/>
                </a:solidFill>
                <a:latin typeface="NVIDIA Sans" panose="020B0503020203020204" pitchFamily="34" charset="0"/>
              </a:defRPr>
            </a:lvl2pPr>
            <a:lvl3pPr marL="4883584" indent="0">
              <a:buFontTx/>
              <a:buNone/>
              <a:defRPr sz="4000" b="1">
                <a:solidFill>
                  <a:schemeClr val="tx1"/>
                </a:solidFill>
                <a:latin typeface="NVIDIA Sans" panose="020B0503020203020204" pitchFamily="34" charset="0"/>
              </a:defRPr>
            </a:lvl3pPr>
            <a:lvl4pPr marL="6933729" indent="0">
              <a:buFontTx/>
              <a:buNone/>
              <a:defRPr sz="4000" b="1">
                <a:solidFill>
                  <a:schemeClr val="tx1"/>
                </a:solidFill>
                <a:latin typeface="NVIDIA Sans" panose="020B0503020203020204" pitchFamily="34" charset="0"/>
              </a:defRPr>
            </a:lvl4pPr>
            <a:lvl5pPr marL="8471409" indent="0">
              <a:buFontTx/>
              <a:buNone/>
              <a:defRPr sz="4000" b="1">
                <a:solidFill>
                  <a:schemeClr val="tx1"/>
                </a:solidFill>
                <a:latin typeface="NVIDIA Sans" panose="020B0503020203020204" pitchFamily="34" charset="0"/>
              </a:defRPr>
            </a:lvl5pPr>
          </a:lstStyle>
          <a:p>
            <a:pPr lvl="0"/>
            <a:r>
              <a:rPr lang="en-US" dirty="0"/>
              <a:t>Click to add subtitle</a:t>
            </a:r>
          </a:p>
        </p:txBody>
      </p:sp>
      <p:sp>
        <p:nvSpPr>
          <p:cNvPr id="36" name="Text Placeholder 7">
            <a:extLst>
              <a:ext uri="{FF2B5EF4-FFF2-40B4-BE49-F238E27FC236}">
                <a16:creationId xmlns:a16="http://schemas.microsoft.com/office/drawing/2014/main" id="{97DD1B20-C6FB-A50F-E2B0-453434ECCBAC}"/>
              </a:ext>
            </a:extLst>
          </p:cNvPr>
          <p:cNvSpPr>
            <a:spLocks noGrp="1"/>
          </p:cNvSpPr>
          <p:nvPr>
            <p:ph type="body" sz="quarter" idx="43" hasCustomPrompt="1"/>
          </p:nvPr>
        </p:nvSpPr>
        <p:spPr>
          <a:xfrm>
            <a:off x="5886573" y="17727056"/>
            <a:ext cx="7970338" cy="750359"/>
          </a:xfrm>
          <a:prstGeom prst="rect">
            <a:avLst/>
          </a:prstGeom>
        </p:spPr>
        <p:txBody>
          <a:bodyPr/>
          <a:lstStyle>
            <a:lvl1pPr marL="0" indent="0" algn="ctr">
              <a:spcBef>
                <a:spcPts val="600"/>
              </a:spcBef>
              <a:buFontTx/>
              <a:buNone/>
              <a:defRPr sz="2800" b="0">
                <a:solidFill>
                  <a:schemeClr val="bg1"/>
                </a:solidFill>
                <a:latin typeface="NVIDIA Sans" panose="020B0503020203020204" pitchFamily="34" charset="0"/>
                <a:cs typeface="NVIDIA Sans" panose="020B0503020203020204" pitchFamily="34" charset="0"/>
              </a:defRPr>
            </a:lvl1pPr>
            <a:lvl2pPr marL="2562790" indent="0">
              <a:buFontTx/>
              <a:buNone/>
              <a:defRPr sz="4000" b="1">
                <a:solidFill>
                  <a:schemeClr val="tx1"/>
                </a:solidFill>
                <a:latin typeface="NVIDIA Sans" panose="020B0503020203020204" pitchFamily="34" charset="0"/>
              </a:defRPr>
            </a:lvl2pPr>
            <a:lvl3pPr marL="4883584" indent="0">
              <a:buFontTx/>
              <a:buNone/>
              <a:defRPr sz="4000" b="1">
                <a:solidFill>
                  <a:schemeClr val="tx1"/>
                </a:solidFill>
                <a:latin typeface="NVIDIA Sans" panose="020B0503020203020204" pitchFamily="34" charset="0"/>
              </a:defRPr>
            </a:lvl3pPr>
            <a:lvl4pPr marL="6933729" indent="0">
              <a:buFontTx/>
              <a:buNone/>
              <a:defRPr sz="4000" b="1">
                <a:solidFill>
                  <a:schemeClr val="tx1"/>
                </a:solidFill>
                <a:latin typeface="NVIDIA Sans" panose="020B0503020203020204" pitchFamily="34" charset="0"/>
              </a:defRPr>
            </a:lvl4pPr>
            <a:lvl5pPr marL="8471409" indent="0">
              <a:buFontTx/>
              <a:buNone/>
              <a:defRPr sz="4000" b="1">
                <a:solidFill>
                  <a:schemeClr val="tx1"/>
                </a:solidFill>
                <a:latin typeface="NVIDIA Sans" panose="020B0503020203020204" pitchFamily="34" charset="0"/>
              </a:defRPr>
            </a:lvl5pPr>
          </a:lstStyle>
          <a:p>
            <a:pPr lvl="0"/>
            <a:r>
              <a:rPr lang="en-US" dirty="0"/>
              <a:t>Click to add subtitle</a:t>
            </a:r>
          </a:p>
        </p:txBody>
      </p:sp>
      <p:sp>
        <p:nvSpPr>
          <p:cNvPr id="37" name="Picture Placeholder 2">
            <a:extLst>
              <a:ext uri="{FF2B5EF4-FFF2-40B4-BE49-F238E27FC236}">
                <a16:creationId xmlns:a16="http://schemas.microsoft.com/office/drawing/2014/main" id="{AE5F378B-4650-A769-498F-70E97D832944}"/>
              </a:ext>
            </a:extLst>
          </p:cNvPr>
          <p:cNvSpPr>
            <a:spLocks noGrp="1"/>
          </p:cNvSpPr>
          <p:nvPr>
            <p:ph type="pic" sz="quarter" idx="46"/>
          </p:nvPr>
        </p:nvSpPr>
        <p:spPr>
          <a:xfrm>
            <a:off x="5886573" y="11926198"/>
            <a:ext cx="7955280" cy="4937760"/>
          </a:xfrm>
          <a:prstGeom prst="rect">
            <a:avLst/>
          </a:prstGeom>
          <a:solidFill>
            <a:srgbClr val="151617">
              <a:alpha val="61000"/>
            </a:srgbClr>
          </a:solidFill>
          <a:ln w="9525">
            <a:solidFill>
              <a:schemeClr val="accent5"/>
            </a:solidFill>
          </a:ln>
        </p:spPr>
        <p:txBody>
          <a:bodyPr tIns="2194560" anchor="ctr"/>
          <a:lstStyle>
            <a:lvl1pPr marL="0" indent="0" algn="ctr">
              <a:buNone/>
              <a:defRPr lang="en-US" sz="4000" dirty="0">
                <a:solidFill>
                  <a:schemeClr val="bg2"/>
                </a:solidFill>
                <a:latin typeface="NVIDIA Sans" panose="020B0503020203020204" pitchFamily="34" charset="0"/>
                <a:cs typeface="NVIDIA Sans" panose="020B0503020203020204" pitchFamily="34" charset="0"/>
              </a:defRPr>
            </a:lvl1pPr>
          </a:lstStyle>
          <a:p>
            <a:pPr marL="685800" lvl="0" indent="-685800" algn="ctr"/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38" name="Picture Placeholder 2">
            <a:extLst>
              <a:ext uri="{FF2B5EF4-FFF2-40B4-BE49-F238E27FC236}">
                <a16:creationId xmlns:a16="http://schemas.microsoft.com/office/drawing/2014/main" id="{4D0EBD50-D183-BA46-8F9A-CA94A31E251D}"/>
              </a:ext>
            </a:extLst>
          </p:cNvPr>
          <p:cNvSpPr>
            <a:spLocks noGrp="1"/>
          </p:cNvSpPr>
          <p:nvPr>
            <p:ph type="pic" sz="quarter" idx="47"/>
          </p:nvPr>
        </p:nvSpPr>
        <p:spPr>
          <a:xfrm>
            <a:off x="14335074" y="11926198"/>
            <a:ext cx="7955280" cy="4937760"/>
          </a:xfrm>
          <a:prstGeom prst="rect">
            <a:avLst/>
          </a:prstGeom>
          <a:solidFill>
            <a:srgbClr val="151617">
              <a:alpha val="61000"/>
            </a:srgbClr>
          </a:solidFill>
          <a:ln w="9525">
            <a:solidFill>
              <a:schemeClr val="accent5"/>
            </a:solidFill>
          </a:ln>
        </p:spPr>
        <p:txBody>
          <a:bodyPr tIns="2194560" anchor="ctr"/>
          <a:lstStyle>
            <a:lvl1pPr marL="0" indent="0" algn="ctr">
              <a:buNone/>
              <a:defRPr lang="en-US" sz="4000" dirty="0">
                <a:solidFill>
                  <a:schemeClr val="bg2"/>
                </a:solidFill>
                <a:latin typeface="NVIDIA Sans" panose="020B0503020203020204" pitchFamily="34" charset="0"/>
                <a:cs typeface="NVIDIA Sans" panose="020B0503020203020204" pitchFamily="34" charset="0"/>
              </a:defRPr>
            </a:lvl1pPr>
          </a:lstStyle>
          <a:p>
            <a:pPr marL="685800" lvl="0" indent="-685800" algn="ctr"/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48" name="Picture Placeholder 2">
            <a:extLst>
              <a:ext uri="{FF2B5EF4-FFF2-40B4-BE49-F238E27FC236}">
                <a16:creationId xmlns:a16="http://schemas.microsoft.com/office/drawing/2014/main" id="{B28D2A90-D084-131D-BC81-F32026B9D485}"/>
              </a:ext>
            </a:extLst>
          </p:cNvPr>
          <p:cNvSpPr>
            <a:spLocks noGrp="1"/>
          </p:cNvSpPr>
          <p:nvPr>
            <p:ph type="pic" sz="quarter" idx="48"/>
          </p:nvPr>
        </p:nvSpPr>
        <p:spPr>
          <a:xfrm>
            <a:off x="22783576" y="11926198"/>
            <a:ext cx="7955280" cy="4937760"/>
          </a:xfrm>
          <a:prstGeom prst="rect">
            <a:avLst/>
          </a:prstGeom>
          <a:solidFill>
            <a:srgbClr val="151617">
              <a:alpha val="61000"/>
            </a:srgbClr>
          </a:solidFill>
          <a:ln w="9525">
            <a:solidFill>
              <a:schemeClr val="accent5"/>
            </a:solidFill>
          </a:ln>
        </p:spPr>
        <p:txBody>
          <a:bodyPr tIns="2194560" anchor="ctr"/>
          <a:lstStyle>
            <a:lvl1pPr marL="0" indent="0" algn="ctr">
              <a:buNone/>
              <a:defRPr lang="en-US" sz="4000" dirty="0">
                <a:solidFill>
                  <a:schemeClr val="bg2"/>
                </a:solidFill>
                <a:latin typeface="NVIDIA Sans" panose="020B0503020203020204" pitchFamily="34" charset="0"/>
                <a:cs typeface="NVIDIA Sans" panose="020B0503020203020204" pitchFamily="34" charset="0"/>
              </a:defRPr>
            </a:lvl1pPr>
          </a:lstStyle>
          <a:p>
            <a:pPr marL="685800" lvl="0" indent="-685800" algn="ctr"/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49" name="Text Placeholder 7">
            <a:extLst>
              <a:ext uri="{FF2B5EF4-FFF2-40B4-BE49-F238E27FC236}">
                <a16:creationId xmlns:a16="http://schemas.microsoft.com/office/drawing/2014/main" id="{C31F641B-69D7-D8F7-664B-8DC4432B48D7}"/>
              </a:ext>
            </a:extLst>
          </p:cNvPr>
          <p:cNvSpPr>
            <a:spLocks noGrp="1"/>
          </p:cNvSpPr>
          <p:nvPr>
            <p:ph type="body" sz="quarter" idx="50" hasCustomPrompt="1"/>
          </p:nvPr>
        </p:nvSpPr>
        <p:spPr>
          <a:xfrm>
            <a:off x="22783575" y="17059122"/>
            <a:ext cx="7951467" cy="750359"/>
          </a:xfrm>
          <a:prstGeom prst="rect">
            <a:avLst/>
          </a:prstGeom>
        </p:spPr>
        <p:txBody>
          <a:bodyPr anchor="b"/>
          <a:lstStyle>
            <a:lvl1pPr marL="0" indent="0" algn="ctr">
              <a:spcBef>
                <a:spcPts val="1200"/>
              </a:spcBef>
              <a:buFontTx/>
              <a:buNone/>
              <a:defRPr sz="4000" b="0" cap="none" baseline="0">
                <a:solidFill>
                  <a:schemeClr val="bg1"/>
                </a:solidFill>
                <a:latin typeface="+mj-lt"/>
                <a:cs typeface="NVIDIA Sans" panose="020B0503020203020204" pitchFamily="34" charset="0"/>
              </a:defRPr>
            </a:lvl1pPr>
            <a:lvl2pPr marL="2562790" indent="0">
              <a:buFontTx/>
              <a:buNone/>
              <a:defRPr sz="4000" b="1">
                <a:solidFill>
                  <a:schemeClr val="tx1"/>
                </a:solidFill>
                <a:latin typeface="NVIDIA Sans" panose="020B0503020203020204" pitchFamily="34" charset="0"/>
              </a:defRPr>
            </a:lvl2pPr>
            <a:lvl3pPr marL="4883584" indent="0">
              <a:buFontTx/>
              <a:buNone/>
              <a:defRPr sz="4000" b="1">
                <a:solidFill>
                  <a:schemeClr val="tx1"/>
                </a:solidFill>
                <a:latin typeface="NVIDIA Sans" panose="020B0503020203020204" pitchFamily="34" charset="0"/>
              </a:defRPr>
            </a:lvl3pPr>
            <a:lvl4pPr marL="6933729" indent="0">
              <a:buFontTx/>
              <a:buNone/>
              <a:defRPr sz="4000" b="1">
                <a:solidFill>
                  <a:schemeClr val="tx1"/>
                </a:solidFill>
                <a:latin typeface="NVIDIA Sans" panose="020B0503020203020204" pitchFamily="34" charset="0"/>
              </a:defRPr>
            </a:lvl4pPr>
            <a:lvl5pPr marL="8471409" indent="0">
              <a:buFontTx/>
              <a:buNone/>
              <a:defRPr sz="4000" b="1">
                <a:solidFill>
                  <a:schemeClr val="tx1"/>
                </a:solidFill>
                <a:latin typeface="NVIDIA Sans" panose="020B0503020203020204" pitchFamily="34" charset="0"/>
              </a:defRPr>
            </a:lvl5pPr>
          </a:lstStyle>
          <a:p>
            <a:pPr lvl="0"/>
            <a:r>
              <a:rPr lang="en-US" dirty="0"/>
              <a:t>Click To Add Title</a:t>
            </a:r>
          </a:p>
        </p:txBody>
      </p:sp>
      <p:sp>
        <p:nvSpPr>
          <p:cNvPr id="50" name="Text Placeholder 7">
            <a:extLst>
              <a:ext uri="{FF2B5EF4-FFF2-40B4-BE49-F238E27FC236}">
                <a16:creationId xmlns:a16="http://schemas.microsoft.com/office/drawing/2014/main" id="{523F0B05-8C96-0447-48C6-977D2CE10924}"/>
              </a:ext>
            </a:extLst>
          </p:cNvPr>
          <p:cNvSpPr>
            <a:spLocks noGrp="1"/>
          </p:cNvSpPr>
          <p:nvPr>
            <p:ph type="body" sz="quarter" idx="51" hasCustomPrompt="1"/>
          </p:nvPr>
        </p:nvSpPr>
        <p:spPr>
          <a:xfrm>
            <a:off x="22783575" y="17727056"/>
            <a:ext cx="7951467" cy="750359"/>
          </a:xfrm>
          <a:prstGeom prst="rect">
            <a:avLst/>
          </a:prstGeom>
        </p:spPr>
        <p:txBody>
          <a:bodyPr/>
          <a:lstStyle>
            <a:lvl1pPr marL="0" indent="0" algn="ctr">
              <a:spcBef>
                <a:spcPts val="600"/>
              </a:spcBef>
              <a:buFontTx/>
              <a:buNone/>
              <a:defRPr sz="2800" b="0">
                <a:solidFill>
                  <a:schemeClr val="bg1"/>
                </a:solidFill>
                <a:latin typeface="NVIDIA Sans" panose="020B0503020203020204" pitchFamily="34" charset="0"/>
                <a:cs typeface="NVIDIA Sans" panose="020B0503020203020204" pitchFamily="34" charset="0"/>
              </a:defRPr>
            </a:lvl1pPr>
            <a:lvl2pPr marL="2562790" indent="0">
              <a:buFontTx/>
              <a:buNone/>
              <a:defRPr sz="4000" b="1">
                <a:solidFill>
                  <a:schemeClr val="tx1"/>
                </a:solidFill>
                <a:latin typeface="NVIDIA Sans" panose="020B0503020203020204" pitchFamily="34" charset="0"/>
              </a:defRPr>
            </a:lvl2pPr>
            <a:lvl3pPr marL="4883584" indent="0">
              <a:buFontTx/>
              <a:buNone/>
              <a:defRPr sz="4000" b="1">
                <a:solidFill>
                  <a:schemeClr val="tx1"/>
                </a:solidFill>
                <a:latin typeface="NVIDIA Sans" panose="020B0503020203020204" pitchFamily="34" charset="0"/>
              </a:defRPr>
            </a:lvl3pPr>
            <a:lvl4pPr marL="6933729" indent="0">
              <a:buFontTx/>
              <a:buNone/>
              <a:defRPr sz="4000" b="1">
                <a:solidFill>
                  <a:schemeClr val="tx1"/>
                </a:solidFill>
                <a:latin typeface="NVIDIA Sans" panose="020B0503020203020204" pitchFamily="34" charset="0"/>
              </a:defRPr>
            </a:lvl4pPr>
            <a:lvl5pPr marL="8471409" indent="0">
              <a:buFontTx/>
              <a:buNone/>
              <a:defRPr sz="4000" b="1">
                <a:solidFill>
                  <a:schemeClr val="tx1"/>
                </a:solidFill>
                <a:latin typeface="NVIDIA Sans" panose="020B0503020203020204" pitchFamily="34" charset="0"/>
              </a:defRPr>
            </a:lvl5pPr>
          </a:lstStyle>
          <a:p>
            <a:pPr lvl="0"/>
            <a:r>
              <a:rPr lang="en-US" dirty="0"/>
              <a:t>Click to add subtitle</a:t>
            </a:r>
          </a:p>
        </p:txBody>
      </p:sp>
      <p:sp>
        <p:nvSpPr>
          <p:cNvPr id="51" name="Picture Placeholder 2">
            <a:extLst>
              <a:ext uri="{FF2B5EF4-FFF2-40B4-BE49-F238E27FC236}">
                <a16:creationId xmlns:a16="http://schemas.microsoft.com/office/drawing/2014/main" id="{450F6A7B-55D2-E137-09E7-D5EB0FECCA2C}"/>
              </a:ext>
            </a:extLst>
          </p:cNvPr>
          <p:cNvSpPr>
            <a:spLocks noGrp="1"/>
          </p:cNvSpPr>
          <p:nvPr>
            <p:ph type="pic" sz="quarter" idx="24"/>
          </p:nvPr>
        </p:nvSpPr>
        <p:spPr>
          <a:xfrm>
            <a:off x="18534610" y="4849814"/>
            <a:ext cx="7955280" cy="4937760"/>
          </a:xfrm>
          <a:prstGeom prst="rect">
            <a:avLst/>
          </a:prstGeom>
          <a:solidFill>
            <a:srgbClr val="151617">
              <a:alpha val="61000"/>
            </a:srgbClr>
          </a:solidFill>
          <a:ln w="9525">
            <a:solidFill>
              <a:schemeClr val="accent5"/>
            </a:solidFill>
          </a:ln>
        </p:spPr>
        <p:txBody>
          <a:bodyPr tIns="2194560" anchor="ctr"/>
          <a:lstStyle>
            <a:lvl1pPr marL="0" indent="0" algn="ctr">
              <a:buNone/>
              <a:defRPr lang="en-US" sz="4000" dirty="0">
                <a:solidFill>
                  <a:schemeClr val="bg2"/>
                </a:solidFill>
                <a:latin typeface="NVIDIA Sans" panose="020B0503020203020204" pitchFamily="34" charset="0"/>
                <a:cs typeface="NVIDIA Sans" panose="020B0503020203020204" pitchFamily="34" charset="0"/>
              </a:defRPr>
            </a:lvl1pPr>
          </a:lstStyle>
          <a:p>
            <a:pPr marL="685800" lvl="0" indent="-685800" algn="ctr"/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52" name="Picture Placeholder 2">
            <a:extLst>
              <a:ext uri="{FF2B5EF4-FFF2-40B4-BE49-F238E27FC236}">
                <a16:creationId xmlns:a16="http://schemas.microsoft.com/office/drawing/2014/main" id="{36E7E436-EF57-51FD-A8FB-FDA402DAB660}"/>
              </a:ext>
            </a:extLst>
          </p:cNvPr>
          <p:cNvSpPr>
            <a:spLocks noGrp="1"/>
          </p:cNvSpPr>
          <p:nvPr>
            <p:ph type="pic" sz="quarter" idx="20"/>
          </p:nvPr>
        </p:nvSpPr>
        <p:spPr>
          <a:xfrm>
            <a:off x="10086108" y="4849814"/>
            <a:ext cx="7955280" cy="4937760"/>
          </a:xfrm>
          <a:prstGeom prst="rect">
            <a:avLst/>
          </a:prstGeom>
          <a:solidFill>
            <a:srgbClr val="151617">
              <a:alpha val="61000"/>
            </a:srgbClr>
          </a:solidFill>
          <a:ln w="9525">
            <a:solidFill>
              <a:schemeClr val="accent5"/>
            </a:solidFill>
          </a:ln>
        </p:spPr>
        <p:txBody>
          <a:bodyPr tIns="2194560" anchor="ctr"/>
          <a:lstStyle>
            <a:lvl1pPr marL="0" indent="0" algn="ctr">
              <a:buNone/>
              <a:defRPr lang="en-US" sz="4000" dirty="0">
                <a:solidFill>
                  <a:schemeClr val="bg2"/>
                </a:solidFill>
                <a:latin typeface="NVIDIA Sans" panose="020B0503020203020204" pitchFamily="34" charset="0"/>
                <a:cs typeface="NVIDIA Sans" panose="020B0503020203020204" pitchFamily="34" charset="0"/>
              </a:defRPr>
            </a:lvl1pPr>
          </a:lstStyle>
          <a:p>
            <a:pPr marL="685800" lvl="0" indent="-685800" algn="ctr"/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53" name="Picture Placeholder 2">
            <a:extLst>
              <a:ext uri="{FF2B5EF4-FFF2-40B4-BE49-F238E27FC236}">
                <a16:creationId xmlns:a16="http://schemas.microsoft.com/office/drawing/2014/main" id="{11D06D85-EEB0-0A4E-44A0-04EB0FDA4913}"/>
              </a:ext>
            </a:extLst>
          </p:cNvPr>
          <p:cNvSpPr>
            <a:spLocks noGrp="1"/>
          </p:cNvSpPr>
          <p:nvPr>
            <p:ph type="pic" sz="quarter" idx="52"/>
          </p:nvPr>
        </p:nvSpPr>
        <p:spPr>
          <a:xfrm>
            <a:off x="1637606" y="4849814"/>
            <a:ext cx="7955280" cy="4937760"/>
          </a:xfrm>
          <a:prstGeom prst="rect">
            <a:avLst/>
          </a:prstGeom>
          <a:solidFill>
            <a:srgbClr val="151617">
              <a:alpha val="61000"/>
            </a:srgbClr>
          </a:solidFill>
          <a:ln w="9525">
            <a:solidFill>
              <a:schemeClr val="accent5"/>
            </a:solidFill>
          </a:ln>
        </p:spPr>
        <p:txBody>
          <a:bodyPr tIns="2194560" anchor="ctr"/>
          <a:lstStyle>
            <a:lvl1pPr marL="0" indent="0" algn="ctr">
              <a:buNone/>
              <a:defRPr lang="en-US" sz="4000" dirty="0">
                <a:solidFill>
                  <a:schemeClr val="bg2"/>
                </a:solidFill>
                <a:latin typeface="NVIDIA Sans" panose="020B0503020203020204" pitchFamily="34" charset="0"/>
                <a:cs typeface="NVIDIA Sans" panose="020B0503020203020204" pitchFamily="34" charset="0"/>
              </a:defRPr>
            </a:lvl1pPr>
          </a:lstStyle>
          <a:p>
            <a:pPr marL="685800" lvl="0" indent="-685800" algn="ctr"/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65" name="Picture Placeholder 2">
            <a:extLst>
              <a:ext uri="{FF2B5EF4-FFF2-40B4-BE49-F238E27FC236}">
                <a16:creationId xmlns:a16="http://schemas.microsoft.com/office/drawing/2014/main" id="{9CAB601B-BE03-84B9-C2D3-F9A9DD36F0DA}"/>
              </a:ext>
            </a:extLst>
          </p:cNvPr>
          <p:cNvSpPr>
            <a:spLocks noGrp="1"/>
          </p:cNvSpPr>
          <p:nvPr>
            <p:ph type="pic" sz="quarter" idx="28"/>
          </p:nvPr>
        </p:nvSpPr>
        <p:spPr>
          <a:xfrm>
            <a:off x="26983113" y="4849814"/>
            <a:ext cx="7955280" cy="4937760"/>
          </a:xfrm>
          <a:prstGeom prst="rect">
            <a:avLst/>
          </a:prstGeom>
          <a:solidFill>
            <a:srgbClr val="151617">
              <a:alpha val="61000"/>
            </a:srgbClr>
          </a:solidFill>
          <a:ln w="9525">
            <a:solidFill>
              <a:schemeClr val="accent5"/>
            </a:solidFill>
          </a:ln>
        </p:spPr>
        <p:txBody>
          <a:bodyPr tIns="2194560" anchor="ctr"/>
          <a:lstStyle>
            <a:lvl1pPr marL="0" indent="0" algn="ctr">
              <a:buNone/>
              <a:defRPr lang="en-US" sz="4000" dirty="0">
                <a:solidFill>
                  <a:schemeClr val="bg2"/>
                </a:solidFill>
                <a:latin typeface="NVIDIA Sans" panose="020B0503020203020204" pitchFamily="34" charset="0"/>
                <a:cs typeface="NVIDIA Sans" panose="020B0503020203020204" pitchFamily="34" charset="0"/>
              </a:defRPr>
            </a:lvl1pPr>
          </a:lstStyle>
          <a:p>
            <a:pPr marL="685800" lvl="0" indent="-685800" algn="ctr"/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66" name="Text Placeholder 7">
            <a:extLst>
              <a:ext uri="{FF2B5EF4-FFF2-40B4-BE49-F238E27FC236}">
                <a16:creationId xmlns:a16="http://schemas.microsoft.com/office/drawing/2014/main" id="{2901EEFF-A05E-86EF-2959-BEBE7506CE37}"/>
              </a:ext>
            </a:extLst>
          </p:cNvPr>
          <p:cNvSpPr>
            <a:spLocks noGrp="1"/>
          </p:cNvSpPr>
          <p:nvPr>
            <p:ph type="body" sz="quarter" idx="59" hasCustomPrompt="1"/>
          </p:nvPr>
        </p:nvSpPr>
        <p:spPr>
          <a:xfrm>
            <a:off x="10094409" y="9981886"/>
            <a:ext cx="7946972" cy="750359"/>
          </a:xfrm>
          <a:prstGeom prst="rect">
            <a:avLst/>
          </a:prstGeom>
        </p:spPr>
        <p:txBody>
          <a:bodyPr anchor="b"/>
          <a:lstStyle>
            <a:lvl1pPr marL="0" indent="0" algn="ctr">
              <a:spcBef>
                <a:spcPts val="1200"/>
              </a:spcBef>
              <a:buFontTx/>
              <a:buNone/>
              <a:defRPr sz="4000" b="0" cap="none" baseline="0">
                <a:solidFill>
                  <a:schemeClr val="bg1"/>
                </a:solidFill>
                <a:latin typeface="+mj-lt"/>
                <a:cs typeface="NVIDIA Sans" panose="020B0503020203020204" pitchFamily="34" charset="0"/>
              </a:defRPr>
            </a:lvl1pPr>
            <a:lvl2pPr marL="2562790" indent="0">
              <a:buFontTx/>
              <a:buNone/>
              <a:defRPr sz="4000" b="1">
                <a:solidFill>
                  <a:schemeClr val="tx1"/>
                </a:solidFill>
                <a:latin typeface="NVIDIA Sans" panose="020B0503020203020204" pitchFamily="34" charset="0"/>
              </a:defRPr>
            </a:lvl2pPr>
            <a:lvl3pPr marL="4883584" indent="0">
              <a:buFontTx/>
              <a:buNone/>
              <a:defRPr sz="4000" b="1">
                <a:solidFill>
                  <a:schemeClr val="tx1"/>
                </a:solidFill>
                <a:latin typeface="NVIDIA Sans" panose="020B0503020203020204" pitchFamily="34" charset="0"/>
              </a:defRPr>
            </a:lvl3pPr>
            <a:lvl4pPr marL="6933729" indent="0">
              <a:buFontTx/>
              <a:buNone/>
              <a:defRPr sz="4000" b="1">
                <a:solidFill>
                  <a:schemeClr val="tx1"/>
                </a:solidFill>
                <a:latin typeface="NVIDIA Sans" panose="020B0503020203020204" pitchFamily="34" charset="0"/>
              </a:defRPr>
            </a:lvl4pPr>
            <a:lvl5pPr marL="8471409" indent="0">
              <a:buFontTx/>
              <a:buNone/>
              <a:defRPr sz="4000" b="1">
                <a:solidFill>
                  <a:schemeClr val="tx1"/>
                </a:solidFill>
                <a:latin typeface="NVIDIA Sans" panose="020B0503020203020204" pitchFamily="34" charset="0"/>
              </a:defRPr>
            </a:lvl5pPr>
          </a:lstStyle>
          <a:p>
            <a:pPr lvl="0"/>
            <a:r>
              <a:rPr lang="en-US" dirty="0"/>
              <a:t>Click To Add Title</a:t>
            </a:r>
          </a:p>
        </p:txBody>
      </p:sp>
      <p:sp>
        <p:nvSpPr>
          <p:cNvPr id="67" name="Text Placeholder 7">
            <a:extLst>
              <a:ext uri="{FF2B5EF4-FFF2-40B4-BE49-F238E27FC236}">
                <a16:creationId xmlns:a16="http://schemas.microsoft.com/office/drawing/2014/main" id="{CA5DE0BE-2247-E600-19F8-62852DE95A34}"/>
              </a:ext>
            </a:extLst>
          </p:cNvPr>
          <p:cNvSpPr>
            <a:spLocks noGrp="1"/>
          </p:cNvSpPr>
          <p:nvPr>
            <p:ph type="body" sz="quarter" idx="60" hasCustomPrompt="1"/>
          </p:nvPr>
        </p:nvSpPr>
        <p:spPr>
          <a:xfrm>
            <a:off x="1637603" y="9981886"/>
            <a:ext cx="7946970" cy="750359"/>
          </a:xfrm>
          <a:prstGeom prst="rect">
            <a:avLst/>
          </a:prstGeom>
        </p:spPr>
        <p:txBody>
          <a:bodyPr anchor="b"/>
          <a:lstStyle>
            <a:lvl1pPr marL="0" indent="0" algn="ctr">
              <a:spcBef>
                <a:spcPts val="1200"/>
              </a:spcBef>
              <a:buFontTx/>
              <a:buNone/>
              <a:defRPr sz="4000" b="0" cap="none" baseline="0">
                <a:solidFill>
                  <a:schemeClr val="bg1"/>
                </a:solidFill>
                <a:latin typeface="+mj-lt"/>
                <a:cs typeface="NVIDIA Sans" panose="020B0503020203020204" pitchFamily="34" charset="0"/>
              </a:defRPr>
            </a:lvl1pPr>
            <a:lvl2pPr marL="2562790" indent="0">
              <a:buFontTx/>
              <a:buNone/>
              <a:defRPr sz="4000" b="1">
                <a:solidFill>
                  <a:schemeClr val="tx1"/>
                </a:solidFill>
                <a:latin typeface="NVIDIA Sans" panose="020B0503020203020204" pitchFamily="34" charset="0"/>
              </a:defRPr>
            </a:lvl2pPr>
            <a:lvl3pPr marL="4883584" indent="0">
              <a:buFontTx/>
              <a:buNone/>
              <a:defRPr sz="4000" b="1">
                <a:solidFill>
                  <a:schemeClr val="tx1"/>
                </a:solidFill>
                <a:latin typeface="NVIDIA Sans" panose="020B0503020203020204" pitchFamily="34" charset="0"/>
              </a:defRPr>
            </a:lvl3pPr>
            <a:lvl4pPr marL="6933729" indent="0">
              <a:buFontTx/>
              <a:buNone/>
              <a:defRPr sz="4000" b="1">
                <a:solidFill>
                  <a:schemeClr val="tx1"/>
                </a:solidFill>
                <a:latin typeface="NVIDIA Sans" panose="020B0503020203020204" pitchFamily="34" charset="0"/>
              </a:defRPr>
            </a:lvl4pPr>
            <a:lvl5pPr marL="8471409" indent="0">
              <a:buFontTx/>
              <a:buNone/>
              <a:defRPr sz="4000" b="1">
                <a:solidFill>
                  <a:schemeClr val="tx1"/>
                </a:solidFill>
                <a:latin typeface="NVIDIA Sans" panose="020B0503020203020204" pitchFamily="34" charset="0"/>
              </a:defRPr>
            </a:lvl5pPr>
          </a:lstStyle>
          <a:p>
            <a:pPr lvl="0"/>
            <a:r>
              <a:rPr lang="en-US" dirty="0"/>
              <a:t>Click To Add Title</a:t>
            </a:r>
          </a:p>
        </p:txBody>
      </p:sp>
      <p:sp>
        <p:nvSpPr>
          <p:cNvPr id="68" name="Text Placeholder 7">
            <a:extLst>
              <a:ext uri="{FF2B5EF4-FFF2-40B4-BE49-F238E27FC236}">
                <a16:creationId xmlns:a16="http://schemas.microsoft.com/office/drawing/2014/main" id="{7D33E875-82FA-EFBA-E610-7A1BB8D8E0D0}"/>
              </a:ext>
            </a:extLst>
          </p:cNvPr>
          <p:cNvSpPr>
            <a:spLocks noGrp="1"/>
          </p:cNvSpPr>
          <p:nvPr>
            <p:ph type="body" sz="quarter" idx="61" hasCustomPrompt="1"/>
          </p:nvPr>
        </p:nvSpPr>
        <p:spPr>
          <a:xfrm>
            <a:off x="10094409" y="10669493"/>
            <a:ext cx="7946972" cy="750359"/>
          </a:xfrm>
          <a:prstGeom prst="rect">
            <a:avLst/>
          </a:prstGeom>
        </p:spPr>
        <p:txBody>
          <a:bodyPr/>
          <a:lstStyle>
            <a:lvl1pPr marL="0" indent="0" algn="ctr">
              <a:spcBef>
                <a:spcPts val="600"/>
              </a:spcBef>
              <a:buFontTx/>
              <a:buNone/>
              <a:defRPr sz="2800" b="0">
                <a:solidFill>
                  <a:schemeClr val="bg1"/>
                </a:solidFill>
                <a:latin typeface="NVIDIA Sans" panose="020B0503020203020204" pitchFamily="34" charset="0"/>
                <a:cs typeface="NVIDIA Sans" panose="020B0503020203020204" pitchFamily="34" charset="0"/>
              </a:defRPr>
            </a:lvl1pPr>
            <a:lvl2pPr marL="2562790" indent="0">
              <a:buFontTx/>
              <a:buNone/>
              <a:defRPr sz="4000" b="1">
                <a:solidFill>
                  <a:schemeClr val="tx1"/>
                </a:solidFill>
                <a:latin typeface="NVIDIA Sans" panose="020B0503020203020204" pitchFamily="34" charset="0"/>
              </a:defRPr>
            </a:lvl2pPr>
            <a:lvl3pPr marL="4883584" indent="0">
              <a:buFontTx/>
              <a:buNone/>
              <a:defRPr sz="4000" b="1">
                <a:solidFill>
                  <a:schemeClr val="tx1"/>
                </a:solidFill>
                <a:latin typeface="NVIDIA Sans" panose="020B0503020203020204" pitchFamily="34" charset="0"/>
              </a:defRPr>
            </a:lvl3pPr>
            <a:lvl4pPr marL="6933729" indent="0">
              <a:buFontTx/>
              <a:buNone/>
              <a:defRPr sz="4000" b="1">
                <a:solidFill>
                  <a:schemeClr val="tx1"/>
                </a:solidFill>
                <a:latin typeface="NVIDIA Sans" panose="020B0503020203020204" pitchFamily="34" charset="0"/>
              </a:defRPr>
            </a:lvl4pPr>
            <a:lvl5pPr marL="8471409" indent="0">
              <a:buFontTx/>
              <a:buNone/>
              <a:defRPr sz="4000" b="1">
                <a:solidFill>
                  <a:schemeClr val="tx1"/>
                </a:solidFill>
                <a:latin typeface="NVIDIA Sans" panose="020B0503020203020204" pitchFamily="34" charset="0"/>
              </a:defRPr>
            </a:lvl5pPr>
          </a:lstStyle>
          <a:p>
            <a:pPr lvl="0"/>
            <a:r>
              <a:rPr lang="en-US" dirty="0"/>
              <a:t>Click to add subtitle</a:t>
            </a:r>
          </a:p>
        </p:txBody>
      </p:sp>
      <p:sp>
        <p:nvSpPr>
          <p:cNvPr id="69" name="Text Placeholder 7">
            <a:extLst>
              <a:ext uri="{FF2B5EF4-FFF2-40B4-BE49-F238E27FC236}">
                <a16:creationId xmlns:a16="http://schemas.microsoft.com/office/drawing/2014/main" id="{16E04D83-5D56-3ED0-0106-291190FF16C1}"/>
              </a:ext>
            </a:extLst>
          </p:cNvPr>
          <p:cNvSpPr>
            <a:spLocks noGrp="1"/>
          </p:cNvSpPr>
          <p:nvPr>
            <p:ph type="body" sz="quarter" idx="62" hasCustomPrompt="1"/>
          </p:nvPr>
        </p:nvSpPr>
        <p:spPr>
          <a:xfrm>
            <a:off x="1637603" y="10669493"/>
            <a:ext cx="7946970" cy="750359"/>
          </a:xfrm>
          <a:prstGeom prst="rect">
            <a:avLst/>
          </a:prstGeom>
        </p:spPr>
        <p:txBody>
          <a:bodyPr/>
          <a:lstStyle>
            <a:lvl1pPr marL="0" indent="0" algn="ctr">
              <a:spcBef>
                <a:spcPts val="600"/>
              </a:spcBef>
              <a:buFontTx/>
              <a:buNone/>
              <a:defRPr sz="2800" b="0">
                <a:solidFill>
                  <a:schemeClr val="bg1"/>
                </a:solidFill>
                <a:latin typeface="NVIDIA Sans" panose="020B0503020203020204" pitchFamily="34" charset="0"/>
                <a:cs typeface="NVIDIA Sans" panose="020B0503020203020204" pitchFamily="34" charset="0"/>
              </a:defRPr>
            </a:lvl1pPr>
            <a:lvl2pPr marL="2562790" indent="0">
              <a:buFontTx/>
              <a:buNone/>
              <a:defRPr sz="4000" b="1">
                <a:solidFill>
                  <a:schemeClr val="tx1"/>
                </a:solidFill>
                <a:latin typeface="NVIDIA Sans" panose="020B0503020203020204" pitchFamily="34" charset="0"/>
              </a:defRPr>
            </a:lvl2pPr>
            <a:lvl3pPr marL="4883584" indent="0">
              <a:buFontTx/>
              <a:buNone/>
              <a:defRPr sz="4000" b="1">
                <a:solidFill>
                  <a:schemeClr val="tx1"/>
                </a:solidFill>
                <a:latin typeface="NVIDIA Sans" panose="020B0503020203020204" pitchFamily="34" charset="0"/>
              </a:defRPr>
            </a:lvl3pPr>
            <a:lvl4pPr marL="6933729" indent="0">
              <a:buFontTx/>
              <a:buNone/>
              <a:defRPr sz="4000" b="1">
                <a:solidFill>
                  <a:schemeClr val="tx1"/>
                </a:solidFill>
                <a:latin typeface="NVIDIA Sans" panose="020B0503020203020204" pitchFamily="34" charset="0"/>
              </a:defRPr>
            </a:lvl4pPr>
            <a:lvl5pPr marL="8471409" indent="0">
              <a:buFontTx/>
              <a:buNone/>
              <a:defRPr sz="4000" b="1">
                <a:solidFill>
                  <a:schemeClr val="tx1"/>
                </a:solidFill>
                <a:latin typeface="NVIDIA Sans" panose="020B0503020203020204" pitchFamily="34" charset="0"/>
              </a:defRPr>
            </a:lvl5pPr>
          </a:lstStyle>
          <a:p>
            <a:pPr lvl="0"/>
            <a:r>
              <a:rPr lang="en-US" dirty="0"/>
              <a:t>Click to add subtitle</a:t>
            </a:r>
          </a:p>
        </p:txBody>
      </p:sp>
      <p:sp>
        <p:nvSpPr>
          <p:cNvPr id="70" name="Text Placeholder 7">
            <a:extLst>
              <a:ext uri="{FF2B5EF4-FFF2-40B4-BE49-F238E27FC236}">
                <a16:creationId xmlns:a16="http://schemas.microsoft.com/office/drawing/2014/main" id="{B72D7370-4F41-FFA7-2106-37908325FCCD}"/>
              </a:ext>
            </a:extLst>
          </p:cNvPr>
          <p:cNvSpPr>
            <a:spLocks noGrp="1"/>
          </p:cNvSpPr>
          <p:nvPr>
            <p:ph type="body" sz="quarter" idx="63" hasCustomPrompt="1"/>
          </p:nvPr>
        </p:nvSpPr>
        <p:spPr>
          <a:xfrm>
            <a:off x="18534605" y="9981886"/>
            <a:ext cx="7946972" cy="750359"/>
          </a:xfrm>
          <a:prstGeom prst="rect">
            <a:avLst/>
          </a:prstGeom>
        </p:spPr>
        <p:txBody>
          <a:bodyPr anchor="b"/>
          <a:lstStyle>
            <a:lvl1pPr marL="0" indent="0" algn="ctr">
              <a:spcBef>
                <a:spcPts val="1200"/>
              </a:spcBef>
              <a:buFontTx/>
              <a:buNone/>
              <a:defRPr sz="4000" b="0" cap="none" baseline="0">
                <a:solidFill>
                  <a:schemeClr val="bg1"/>
                </a:solidFill>
                <a:latin typeface="+mj-lt"/>
                <a:cs typeface="NVIDIA Sans" panose="020B0503020203020204" pitchFamily="34" charset="0"/>
              </a:defRPr>
            </a:lvl1pPr>
            <a:lvl2pPr marL="2562790" indent="0">
              <a:buFontTx/>
              <a:buNone/>
              <a:defRPr sz="4000" b="1">
                <a:solidFill>
                  <a:schemeClr val="tx1"/>
                </a:solidFill>
                <a:latin typeface="NVIDIA Sans" panose="020B0503020203020204" pitchFamily="34" charset="0"/>
              </a:defRPr>
            </a:lvl2pPr>
            <a:lvl3pPr marL="4883584" indent="0">
              <a:buFontTx/>
              <a:buNone/>
              <a:defRPr sz="4000" b="1">
                <a:solidFill>
                  <a:schemeClr val="tx1"/>
                </a:solidFill>
                <a:latin typeface="NVIDIA Sans" panose="020B0503020203020204" pitchFamily="34" charset="0"/>
              </a:defRPr>
            </a:lvl3pPr>
            <a:lvl4pPr marL="6933729" indent="0">
              <a:buFontTx/>
              <a:buNone/>
              <a:defRPr sz="4000" b="1">
                <a:solidFill>
                  <a:schemeClr val="tx1"/>
                </a:solidFill>
                <a:latin typeface="NVIDIA Sans" panose="020B0503020203020204" pitchFamily="34" charset="0"/>
              </a:defRPr>
            </a:lvl4pPr>
            <a:lvl5pPr marL="8471409" indent="0">
              <a:buFontTx/>
              <a:buNone/>
              <a:defRPr sz="4000" b="1">
                <a:solidFill>
                  <a:schemeClr val="tx1"/>
                </a:solidFill>
                <a:latin typeface="NVIDIA Sans" panose="020B0503020203020204" pitchFamily="34" charset="0"/>
              </a:defRPr>
            </a:lvl5pPr>
          </a:lstStyle>
          <a:p>
            <a:pPr lvl="0"/>
            <a:r>
              <a:rPr lang="en-US" dirty="0"/>
              <a:t>Click To Add Title</a:t>
            </a:r>
          </a:p>
        </p:txBody>
      </p:sp>
      <p:sp>
        <p:nvSpPr>
          <p:cNvPr id="71" name="Text Placeholder 7">
            <a:extLst>
              <a:ext uri="{FF2B5EF4-FFF2-40B4-BE49-F238E27FC236}">
                <a16:creationId xmlns:a16="http://schemas.microsoft.com/office/drawing/2014/main" id="{AFF43D71-DEF4-2B0C-C6B4-BCAFBD852717}"/>
              </a:ext>
            </a:extLst>
          </p:cNvPr>
          <p:cNvSpPr>
            <a:spLocks noGrp="1"/>
          </p:cNvSpPr>
          <p:nvPr>
            <p:ph type="body" sz="quarter" idx="64" hasCustomPrompt="1"/>
          </p:nvPr>
        </p:nvSpPr>
        <p:spPr>
          <a:xfrm>
            <a:off x="18534605" y="10669493"/>
            <a:ext cx="7946972" cy="750359"/>
          </a:xfrm>
          <a:prstGeom prst="rect">
            <a:avLst/>
          </a:prstGeom>
        </p:spPr>
        <p:txBody>
          <a:bodyPr/>
          <a:lstStyle>
            <a:lvl1pPr marL="0" indent="0" algn="ctr">
              <a:spcBef>
                <a:spcPts val="600"/>
              </a:spcBef>
              <a:buFontTx/>
              <a:buNone/>
              <a:defRPr sz="2800" b="0">
                <a:solidFill>
                  <a:schemeClr val="bg1"/>
                </a:solidFill>
                <a:latin typeface="NVIDIA Sans" panose="020B0503020203020204" pitchFamily="34" charset="0"/>
                <a:cs typeface="NVIDIA Sans" panose="020B0503020203020204" pitchFamily="34" charset="0"/>
              </a:defRPr>
            </a:lvl1pPr>
            <a:lvl2pPr marL="2562790" indent="0">
              <a:buFontTx/>
              <a:buNone/>
              <a:defRPr sz="4000" b="1">
                <a:solidFill>
                  <a:schemeClr val="tx1"/>
                </a:solidFill>
                <a:latin typeface="NVIDIA Sans" panose="020B0503020203020204" pitchFamily="34" charset="0"/>
              </a:defRPr>
            </a:lvl2pPr>
            <a:lvl3pPr marL="4883584" indent="0">
              <a:buFontTx/>
              <a:buNone/>
              <a:defRPr sz="4000" b="1">
                <a:solidFill>
                  <a:schemeClr val="tx1"/>
                </a:solidFill>
                <a:latin typeface="NVIDIA Sans" panose="020B0503020203020204" pitchFamily="34" charset="0"/>
              </a:defRPr>
            </a:lvl3pPr>
            <a:lvl4pPr marL="6933729" indent="0">
              <a:buFontTx/>
              <a:buNone/>
              <a:defRPr sz="4000" b="1">
                <a:solidFill>
                  <a:schemeClr val="tx1"/>
                </a:solidFill>
                <a:latin typeface="NVIDIA Sans" panose="020B0503020203020204" pitchFamily="34" charset="0"/>
              </a:defRPr>
            </a:lvl4pPr>
            <a:lvl5pPr marL="8471409" indent="0">
              <a:buFontTx/>
              <a:buNone/>
              <a:defRPr sz="4000" b="1">
                <a:solidFill>
                  <a:schemeClr val="tx1"/>
                </a:solidFill>
                <a:latin typeface="NVIDIA Sans" panose="020B0503020203020204" pitchFamily="34" charset="0"/>
              </a:defRPr>
            </a:lvl5pPr>
          </a:lstStyle>
          <a:p>
            <a:pPr lvl="0"/>
            <a:r>
              <a:rPr lang="en-US" dirty="0"/>
              <a:t>Click to add subtitle</a:t>
            </a:r>
          </a:p>
        </p:txBody>
      </p:sp>
      <p:sp>
        <p:nvSpPr>
          <p:cNvPr id="72" name="Text Placeholder 7">
            <a:extLst>
              <a:ext uri="{FF2B5EF4-FFF2-40B4-BE49-F238E27FC236}">
                <a16:creationId xmlns:a16="http://schemas.microsoft.com/office/drawing/2014/main" id="{F818D8AD-CFB5-A8CB-CABB-19C1B1AFE5BA}"/>
              </a:ext>
            </a:extLst>
          </p:cNvPr>
          <p:cNvSpPr>
            <a:spLocks noGrp="1"/>
          </p:cNvSpPr>
          <p:nvPr>
            <p:ph type="body" sz="quarter" idx="65" hasCustomPrompt="1"/>
          </p:nvPr>
        </p:nvSpPr>
        <p:spPr>
          <a:xfrm>
            <a:off x="26983113" y="9981886"/>
            <a:ext cx="7947304" cy="750359"/>
          </a:xfrm>
          <a:prstGeom prst="rect">
            <a:avLst/>
          </a:prstGeom>
        </p:spPr>
        <p:txBody>
          <a:bodyPr anchor="b"/>
          <a:lstStyle>
            <a:lvl1pPr marL="0" indent="0" algn="ctr">
              <a:spcBef>
                <a:spcPts val="1200"/>
              </a:spcBef>
              <a:buFontTx/>
              <a:buNone/>
              <a:defRPr sz="4000" b="0" cap="none" baseline="0">
                <a:solidFill>
                  <a:schemeClr val="bg1"/>
                </a:solidFill>
                <a:latin typeface="+mj-lt"/>
                <a:cs typeface="NVIDIA Sans" panose="020B0503020203020204" pitchFamily="34" charset="0"/>
              </a:defRPr>
            </a:lvl1pPr>
            <a:lvl2pPr marL="2562790" indent="0">
              <a:buFontTx/>
              <a:buNone/>
              <a:defRPr sz="4000" b="1">
                <a:solidFill>
                  <a:schemeClr val="tx1"/>
                </a:solidFill>
                <a:latin typeface="NVIDIA Sans" panose="020B0503020203020204" pitchFamily="34" charset="0"/>
              </a:defRPr>
            </a:lvl2pPr>
            <a:lvl3pPr marL="4883584" indent="0">
              <a:buFontTx/>
              <a:buNone/>
              <a:defRPr sz="4000" b="1">
                <a:solidFill>
                  <a:schemeClr val="tx1"/>
                </a:solidFill>
                <a:latin typeface="NVIDIA Sans" panose="020B0503020203020204" pitchFamily="34" charset="0"/>
              </a:defRPr>
            </a:lvl3pPr>
            <a:lvl4pPr marL="6933729" indent="0">
              <a:buFontTx/>
              <a:buNone/>
              <a:defRPr sz="4000" b="1">
                <a:solidFill>
                  <a:schemeClr val="tx1"/>
                </a:solidFill>
                <a:latin typeface="NVIDIA Sans" panose="020B0503020203020204" pitchFamily="34" charset="0"/>
              </a:defRPr>
            </a:lvl4pPr>
            <a:lvl5pPr marL="8471409" indent="0">
              <a:buFontTx/>
              <a:buNone/>
              <a:defRPr sz="4000" b="1">
                <a:solidFill>
                  <a:schemeClr val="tx1"/>
                </a:solidFill>
                <a:latin typeface="NVIDIA Sans" panose="020B0503020203020204" pitchFamily="34" charset="0"/>
              </a:defRPr>
            </a:lvl5pPr>
          </a:lstStyle>
          <a:p>
            <a:pPr lvl="0"/>
            <a:r>
              <a:rPr lang="en-US" dirty="0"/>
              <a:t>Click To Add Title</a:t>
            </a:r>
          </a:p>
        </p:txBody>
      </p:sp>
      <p:sp>
        <p:nvSpPr>
          <p:cNvPr id="73" name="Text Placeholder 7">
            <a:extLst>
              <a:ext uri="{FF2B5EF4-FFF2-40B4-BE49-F238E27FC236}">
                <a16:creationId xmlns:a16="http://schemas.microsoft.com/office/drawing/2014/main" id="{23409FA5-2A41-C5C8-6575-A607630F90FC}"/>
              </a:ext>
            </a:extLst>
          </p:cNvPr>
          <p:cNvSpPr>
            <a:spLocks noGrp="1"/>
          </p:cNvSpPr>
          <p:nvPr>
            <p:ph type="body" sz="quarter" idx="66" hasCustomPrompt="1"/>
          </p:nvPr>
        </p:nvSpPr>
        <p:spPr>
          <a:xfrm>
            <a:off x="26983113" y="10669493"/>
            <a:ext cx="7947304" cy="750359"/>
          </a:xfrm>
          <a:prstGeom prst="rect">
            <a:avLst/>
          </a:prstGeom>
        </p:spPr>
        <p:txBody>
          <a:bodyPr/>
          <a:lstStyle>
            <a:lvl1pPr marL="0" indent="0" algn="ctr">
              <a:spcBef>
                <a:spcPts val="600"/>
              </a:spcBef>
              <a:buFontTx/>
              <a:buNone/>
              <a:defRPr sz="2800" b="0">
                <a:solidFill>
                  <a:schemeClr val="bg1"/>
                </a:solidFill>
                <a:latin typeface="NVIDIA Sans" panose="020B0503020203020204" pitchFamily="34" charset="0"/>
                <a:cs typeface="NVIDIA Sans" panose="020B0503020203020204" pitchFamily="34" charset="0"/>
              </a:defRPr>
            </a:lvl1pPr>
            <a:lvl2pPr marL="2562790" indent="0">
              <a:buFontTx/>
              <a:buNone/>
              <a:defRPr sz="4000" b="1">
                <a:solidFill>
                  <a:schemeClr val="tx1"/>
                </a:solidFill>
                <a:latin typeface="NVIDIA Sans" panose="020B0503020203020204" pitchFamily="34" charset="0"/>
              </a:defRPr>
            </a:lvl2pPr>
            <a:lvl3pPr marL="4883584" indent="0">
              <a:buFontTx/>
              <a:buNone/>
              <a:defRPr sz="4000" b="1">
                <a:solidFill>
                  <a:schemeClr val="tx1"/>
                </a:solidFill>
                <a:latin typeface="NVIDIA Sans" panose="020B0503020203020204" pitchFamily="34" charset="0"/>
              </a:defRPr>
            </a:lvl3pPr>
            <a:lvl4pPr marL="6933729" indent="0">
              <a:buFontTx/>
              <a:buNone/>
              <a:defRPr sz="4000" b="1">
                <a:solidFill>
                  <a:schemeClr val="tx1"/>
                </a:solidFill>
                <a:latin typeface="NVIDIA Sans" panose="020B0503020203020204" pitchFamily="34" charset="0"/>
              </a:defRPr>
            </a:lvl4pPr>
            <a:lvl5pPr marL="8471409" indent="0">
              <a:buFontTx/>
              <a:buNone/>
              <a:defRPr sz="4000" b="1">
                <a:solidFill>
                  <a:schemeClr val="tx1"/>
                </a:solidFill>
                <a:latin typeface="NVIDIA Sans" panose="020B0503020203020204" pitchFamily="34" charset="0"/>
              </a:defRPr>
            </a:lvl5pPr>
          </a:lstStyle>
          <a:p>
            <a:pPr lvl="0"/>
            <a:r>
              <a:rPr lang="en-US" dirty="0"/>
              <a:t>Click to add subtitle</a:t>
            </a:r>
          </a:p>
        </p:txBody>
      </p:sp>
      <p:sp>
        <p:nvSpPr>
          <p:cNvPr id="74" name="Title 1">
            <a:extLst>
              <a:ext uri="{FF2B5EF4-FFF2-40B4-BE49-F238E27FC236}">
                <a16:creationId xmlns:a16="http://schemas.microsoft.com/office/drawing/2014/main" id="{3B193957-7130-A79D-273C-851474BDCDC0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2514600" y="0"/>
            <a:ext cx="31546800" cy="2514601"/>
          </a:xfrm>
        </p:spPr>
        <p:txBody>
          <a:bodyPr/>
          <a:lstStyle>
            <a:lvl1pPr>
              <a:defRPr sz="7200" b="1" cap="none">
                <a:latin typeface="NVIDIA Sans" panose="020B0503020203020204" pitchFamily="34" charset="0"/>
                <a:cs typeface="NVIDIA Sans" panose="020B0503020203020204" pitchFamily="34" charset="0"/>
              </a:defRPr>
            </a:lvl1pPr>
          </a:lstStyle>
          <a:p>
            <a:r>
              <a:rPr lang="en-US" dirty="0"/>
              <a:t>Click To Add Title</a:t>
            </a:r>
          </a:p>
        </p:txBody>
      </p:sp>
      <p:sp>
        <p:nvSpPr>
          <p:cNvPr id="75" name="Text Placeholder 7">
            <a:extLst>
              <a:ext uri="{FF2B5EF4-FFF2-40B4-BE49-F238E27FC236}">
                <a16:creationId xmlns:a16="http://schemas.microsoft.com/office/drawing/2014/main" id="{DA822B21-EE98-CD37-EC99-C8836B3004D5}"/>
              </a:ext>
            </a:extLst>
          </p:cNvPr>
          <p:cNvSpPr>
            <a:spLocks noGrp="1"/>
          </p:cNvSpPr>
          <p:nvPr>
            <p:ph type="body" sz="quarter" idx="10" hasCustomPrompt="1"/>
          </p:nvPr>
        </p:nvSpPr>
        <p:spPr>
          <a:xfrm>
            <a:off x="2514600" y="2487168"/>
            <a:ext cx="31546800" cy="1408176"/>
          </a:xfrm>
          <a:prstGeom prst="rect">
            <a:avLst/>
          </a:prstGeom>
        </p:spPr>
        <p:txBody>
          <a:bodyPr/>
          <a:lstStyle>
            <a:lvl1pPr marL="0" indent="0" algn="ctr">
              <a:spcBef>
                <a:spcPts val="0"/>
              </a:spcBef>
              <a:buFontTx/>
              <a:buNone/>
              <a:defRPr sz="4800">
                <a:solidFill>
                  <a:schemeClr val="tx2"/>
                </a:solidFill>
                <a:latin typeface="NVIDIA Sans" panose="020B0503020203020204" pitchFamily="34" charset="0"/>
                <a:cs typeface="NVIDIA Sans" panose="020B0503020203020204" pitchFamily="34" charset="0"/>
              </a:defRPr>
            </a:lvl1pPr>
            <a:lvl2pPr marL="1371600" indent="0" algn="ctr">
              <a:buFontTx/>
              <a:buNone/>
              <a:defRPr sz="4400">
                <a:latin typeface="NVIDIA Sans" panose="020B0503020203020204" pitchFamily="34" charset="0"/>
              </a:defRPr>
            </a:lvl2pPr>
            <a:lvl3pPr marL="2743200" indent="0" algn="ctr">
              <a:buFontTx/>
              <a:buNone/>
              <a:defRPr sz="4400">
                <a:latin typeface="NVIDIA Sans" panose="020B0503020203020204" pitchFamily="34" charset="0"/>
              </a:defRPr>
            </a:lvl3pPr>
            <a:lvl4pPr marL="4114800" indent="0" algn="ctr">
              <a:buFontTx/>
              <a:buNone/>
              <a:defRPr sz="4400">
                <a:latin typeface="NVIDIA Sans" panose="020B0503020203020204" pitchFamily="34" charset="0"/>
              </a:defRPr>
            </a:lvl4pPr>
            <a:lvl5pPr marL="5486400" indent="0" algn="ctr">
              <a:buFontTx/>
              <a:buNone/>
              <a:defRPr sz="4400">
                <a:latin typeface="NVIDIA Sans" panose="020B0503020203020204" pitchFamily="34" charset="0"/>
              </a:defRPr>
            </a:lvl5pPr>
          </a:lstStyle>
          <a:p>
            <a:pPr lvl="0"/>
            <a:r>
              <a:rPr lang="en-US" dirty="0"/>
              <a:t>Click to add subtitle</a:t>
            </a:r>
          </a:p>
        </p:txBody>
      </p:sp>
    </p:spTree>
    <p:extLst>
      <p:ext uri="{BB962C8B-B14F-4D97-AF65-F5344CB8AC3E}">
        <p14:creationId xmlns:p14="http://schemas.microsoft.com/office/powerpoint/2010/main" val="3590059090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10"/>
    </mc:Choice>
    <mc:Fallback xmlns:a16="http://schemas.microsoft.com/office/drawing/2014/main" xmlns="">
      <p:transition/>
    </mc:Fallback>
  </mc:AlternateContent>
</p:sldLayout>
</file>

<file path=ppt/slideLayouts/slideLayout2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8-up Imag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1" name="Picture Placeholder 2">
            <a:extLst>
              <a:ext uri="{FF2B5EF4-FFF2-40B4-BE49-F238E27FC236}">
                <a16:creationId xmlns:a16="http://schemas.microsoft.com/office/drawing/2014/main" id="{5EA57D4F-DD4C-CA06-8F17-B354B7AF0AE5}"/>
              </a:ext>
            </a:extLst>
          </p:cNvPr>
          <p:cNvSpPr>
            <a:spLocks noGrp="1"/>
          </p:cNvSpPr>
          <p:nvPr>
            <p:ph type="pic" sz="quarter" idx="46"/>
          </p:nvPr>
        </p:nvSpPr>
        <p:spPr>
          <a:xfrm>
            <a:off x="1637603" y="11926198"/>
            <a:ext cx="7955280" cy="4937760"/>
          </a:xfrm>
          <a:prstGeom prst="rect">
            <a:avLst/>
          </a:prstGeom>
          <a:solidFill>
            <a:srgbClr val="151617">
              <a:alpha val="61000"/>
            </a:srgbClr>
          </a:solidFill>
          <a:ln w="9525">
            <a:solidFill>
              <a:schemeClr val="accent5"/>
            </a:solidFill>
          </a:ln>
        </p:spPr>
        <p:txBody>
          <a:bodyPr tIns="2194560" anchor="ctr"/>
          <a:lstStyle>
            <a:lvl1pPr marL="0" indent="0" algn="ctr">
              <a:buNone/>
              <a:defRPr lang="en-US" sz="4000" dirty="0">
                <a:solidFill>
                  <a:schemeClr val="bg2"/>
                </a:solidFill>
                <a:latin typeface="NVIDIA Sans" panose="020B0503020203020204" pitchFamily="34" charset="0"/>
                <a:cs typeface="NVIDIA Sans" panose="020B0503020203020204" pitchFamily="34" charset="0"/>
              </a:defRPr>
            </a:lvl1pPr>
          </a:lstStyle>
          <a:p>
            <a:pPr marL="685800" lvl="0" indent="-685800" algn="ctr"/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42" name="Picture Placeholder 2">
            <a:extLst>
              <a:ext uri="{FF2B5EF4-FFF2-40B4-BE49-F238E27FC236}">
                <a16:creationId xmlns:a16="http://schemas.microsoft.com/office/drawing/2014/main" id="{06F88D93-EC5D-0F4F-2D03-D40CFF157D49}"/>
              </a:ext>
            </a:extLst>
          </p:cNvPr>
          <p:cNvSpPr>
            <a:spLocks noGrp="1"/>
          </p:cNvSpPr>
          <p:nvPr>
            <p:ph type="pic" sz="quarter" idx="47"/>
          </p:nvPr>
        </p:nvSpPr>
        <p:spPr>
          <a:xfrm>
            <a:off x="10086104" y="11926198"/>
            <a:ext cx="7955280" cy="4937760"/>
          </a:xfrm>
          <a:prstGeom prst="rect">
            <a:avLst/>
          </a:prstGeom>
          <a:solidFill>
            <a:srgbClr val="151617">
              <a:alpha val="61000"/>
            </a:srgbClr>
          </a:solidFill>
          <a:ln w="9525">
            <a:solidFill>
              <a:schemeClr val="accent5"/>
            </a:solidFill>
          </a:ln>
        </p:spPr>
        <p:txBody>
          <a:bodyPr tIns="2194560" anchor="ctr"/>
          <a:lstStyle>
            <a:lvl1pPr marL="0" indent="0" algn="ctr">
              <a:buNone/>
              <a:defRPr lang="en-US" sz="4000" dirty="0">
                <a:solidFill>
                  <a:schemeClr val="bg2"/>
                </a:solidFill>
                <a:latin typeface="NVIDIA Sans" panose="020B0503020203020204" pitchFamily="34" charset="0"/>
                <a:cs typeface="NVIDIA Sans" panose="020B0503020203020204" pitchFamily="34" charset="0"/>
              </a:defRPr>
            </a:lvl1pPr>
          </a:lstStyle>
          <a:p>
            <a:pPr marL="685800" lvl="0" indent="-685800" algn="ctr"/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43" name="Picture Placeholder 2">
            <a:extLst>
              <a:ext uri="{FF2B5EF4-FFF2-40B4-BE49-F238E27FC236}">
                <a16:creationId xmlns:a16="http://schemas.microsoft.com/office/drawing/2014/main" id="{E2460103-C7AD-1E73-A79D-2130A59BA43E}"/>
              </a:ext>
            </a:extLst>
          </p:cNvPr>
          <p:cNvSpPr>
            <a:spLocks noGrp="1"/>
          </p:cNvSpPr>
          <p:nvPr>
            <p:ph type="pic" sz="quarter" idx="48"/>
          </p:nvPr>
        </p:nvSpPr>
        <p:spPr>
          <a:xfrm>
            <a:off x="18534606" y="11926198"/>
            <a:ext cx="7955280" cy="4937760"/>
          </a:xfrm>
          <a:prstGeom prst="rect">
            <a:avLst/>
          </a:prstGeom>
          <a:solidFill>
            <a:srgbClr val="151617">
              <a:alpha val="61000"/>
            </a:srgbClr>
          </a:solidFill>
          <a:ln w="9525">
            <a:solidFill>
              <a:schemeClr val="accent5"/>
            </a:solidFill>
          </a:ln>
        </p:spPr>
        <p:txBody>
          <a:bodyPr tIns="2194560" anchor="ctr"/>
          <a:lstStyle>
            <a:lvl1pPr marL="0" indent="0" algn="ctr">
              <a:buNone/>
              <a:defRPr lang="en-US" sz="4000" dirty="0">
                <a:solidFill>
                  <a:schemeClr val="bg2"/>
                </a:solidFill>
                <a:latin typeface="NVIDIA Sans" panose="020B0503020203020204" pitchFamily="34" charset="0"/>
                <a:cs typeface="NVIDIA Sans" panose="020B0503020203020204" pitchFamily="34" charset="0"/>
              </a:defRPr>
            </a:lvl1pPr>
          </a:lstStyle>
          <a:p>
            <a:pPr marL="685800" lvl="0" indent="-685800" algn="ctr"/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44" name="Picture Placeholder 2">
            <a:extLst>
              <a:ext uri="{FF2B5EF4-FFF2-40B4-BE49-F238E27FC236}">
                <a16:creationId xmlns:a16="http://schemas.microsoft.com/office/drawing/2014/main" id="{CB4626F4-FF48-A6FD-42A0-87CB9D35E8BB}"/>
              </a:ext>
            </a:extLst>
          </p:cNvPr>
          <p:cNvSpPr>
            <a:spLocks noGrp="1"/>
          </p:cNvSpPr>
          <p:nvPr>
            <p:ph type="pic" sz="quarter" idx="24"/>
          </p:nvPr>
        </p:nvSpPr>
        <p:spPr>
          <a:xfrm>
            <a:off x="18534610" y="4849814"/>
            <a:ext cx="7955280" cy="4937760"/>
          </a:xfrm>
          <a:prstGeom prst="rect">
            <a:avLst/>
          </a:prstGeom>
          <a:solidFill>
            <a:srgbClr val="151617">
              <a:alpha val="61000"/>
            </a:srgbClr>
          </a:solidFill>
          <a:ln w="9525">
            <a:solidFill>
              <a:schemeClr val="accent5"/>
            </a:solidFill>
          </a:ln>
        </p:spPr>
        <p:txBody>
          <a:bodyPr tIns="2194560" anchor="ctr"/>
          <a:lstStyle>
            <a:lvl1pPr marL="0" indent="0" algn="ctr">
              <a:buNone/>
              <a:defRPr lang="en-US" sz="4000" dirty="0">
                <a:solidFill>
                  <a:schemeClr val="bg2"/>
                </a:solidFill>
                <a:latin typeface="NVIDIA Sans" panose="020B0503020203020204" pitchFamily="34" charset="0"/>
                <a:cs typeface="NVIDIA Sans" panose="020B0503020203020204" pitchFamily="34" charset="0"/>
              </a:defRPr>
            </a:lvl1pPr>
          </a:lstStyle>
          <a:p>
            <a:pPr marL="685800" lvl="0" indent="-685800" algn="ctr"/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45" name="Picture Placeholder 2">
            <a:extLst>
              <a:ext uri="{FF2B5EF4-FFF2-40B4-BE49-F238E27FC236}">
                <a16:creationId xmlns:a16="http://schemas.microsoft.com/office/drawing/2014/main" id="{EBBF469D-EB9A-C1CD-A4E0-EFCD4EF63ED8}"/>
              </a:ext>
            </a:extLst>
          </p:cNvPr>
          <p:cNvSpPr>
            <a:spLocks noGrp="1"/>
          </p:cNvSpPr>
          <p:nvPr>
            <p:ph type="pic" sz="quarter" idx="20"/>
          </p:nvPr>
        </p:nvSpPr>
        <p:spPr>
          <a:xfrm>
            <a:off x="10086108" y="4849814"/>
            <a:ext cx="7955280" cy="4937760"/>
          </a:xfrm>
          <a:prstGeom prst="rect">
            <a:avLst/>
          </a:prstGeom>
          <a:solidFill>
            <a:srgbClr val="151617">
              <a:alpha val="61000"/>
            </a:srgbClr>
          </a:solidFill>
          <a:ln w="9525">
            <a:solidFill>
              <a:schemeClr val="accent5"/>
            </a:solidFill>
          </a:ln>
        </p:spPr>
        <p:txBody>
          <a:bodyPr tIns="2194560" anchor="ctr"/>
          <a:lstStyle>
            <a:lvl1pPr marL="0" indent="0" algn="ctr">
              <a:buNone/>
              <a:defRPr lang="en-US" sz="4000" dirty="0">
                <a:solidFill>
                  <a:schemeClr val="bg2"/>
                </a:solidFill>
                <a:latin typeface="NVIDIA Sans" panose="020B0503020203020204" pitchFamily="34" charset="0"/>
                <a:cs typeface="NVIDIA Sans" panose="020B0503020203020204" pitchFamily="34" charset="0"/>
              </a:defRPr>
            </a:lvl1pPr>
          </a:lstStyle>
          <a:p>
            <a:pPr marL="685800" lvl="0" indent="-685800" algn="ctr"/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46" name="Picture Placeholder 2">
            <a:extLst>
              <a:ext uri="{FF2B5EF4-FFF2-40B4-BE49-F238E27FC236}">
                <a16:creationId xmlns:a16="http://schemas.microsoft.com/office/drawing/2014/main" id="{398E7A27-AB90-AE4B-9C41-537061139935}"/>
              </a:ext>
            </a:extLst>
          </p:cNvPr>
          <p:cNvSpPr>
            <a:spLocks noGrp="1"/>
          </p:cNvSpPr>
          <p:nvPr>
            <p:ph type="pic" sz="quarter" idx="52"/>
          </p:nvPr>
        </p:nvSpPr>
        <p:spPr>
          <a:xfrm>
            <a:off x="1637606" y="4849814"/>
            <a:ext cx="7955280" cy="4937760"/>
          </a:xfrm>
          <a:prstGeom prst="rect">
            <a:avLst/>
          </a:prstGeom>
          <a:solidFill>
            <a:srgbClr val="151617">
              <a:alpha val="61000"/>
            </a:srgbClr>
          </a:solidFill>
          <a:ln w="9525">
            <a:solidFill>
              <a:schemeClr val="accent5"/>
            </a:solidFill>
          </a:ln>
        </p:spPr>
        <p:txBody>
          <a:bodyPr tIns="2194560" anchor="ctr"/>
          <a:lstStyle>
            <a:lvl1pPr marL="0" indent="0" algn="ctr">
              <a:buNone/>
              <a:defRPr lang="en-US" sz="4000" dirty="0">
                <a:solidFill>
                  <a:schemeClr val="bg2"/>
                </a:solidFill>
                <a:latin typeface="NVIDIA Sans" panose="020B0503020203020204" pitchFamily="34" charset="0"/>
                <a:cs typeface="NVIDIA Sans" panose="020B0503020203020204" pitchFamily="34" charset="0"/>
              </a:defRPr>
            </a:lvl1pPr>
          </a:lstStyle>
          <a:p>
            <a:pPr marL="685800" lvl="0" indent="-685800" algn="ctr"/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47" name="Picture Placeholder 2">
            <a:extLst>
              <a:ext uri="{FF2B5EF4-FFF2-40B4-BE49-F238E27FC236}">
                <a16:creationId xmlns:a16="http://schemas.microsoft.com/office/drawing/2014/main" id="{375CDD23-925E-31A1-C3FF-2D6ED9D05AAB}"/>
              </a:ext>
            </a:extLst>
          </p:cNvPr>
          <p:cNvSpPr>
            <a:spLocks noGrp="1"/>
          </p:cNvSpPr>
          <p:nvPr>
            <p:ph type="pic" sz="quarter" idx="28"/>
          </p:nvPr>
        </p:nvSpPr>
        <p:spPr>
          <a:xfrm>
            <a:off x="26983113" y="4849814"/>
            <a:ext cx="7955280" cy="4937760"/>
          </a:xfrm>
          <a:prstGeom prst="rect">
            <a:avLst/>
          </a:prstGeom>
          <a:solidFill>
            <a:srgbClr val="151617">
              <a:alpha val="61000"/>
            </a:srgbClr>
          </a:solidFill>
          <a:ln w="9525">
            <a:solidFill>
              <a:schemeClr val="accent5"/>
            </a:solidFill>
          </a:ln>
        </p:spPr>
        <p:txBody>
          <a:bodyPr tIns="2194560" anchor="ctr"/>
          <a:lstStyle>
            <a:lvl1pPr marL="0" indent="0" algn="ctr">
              <a:buNone/>
              <a:defRPr lang="en-US" sz="4000" dirty="0">
                <a:solidFill>
                  <a:schemeClr val="bg2"/>
                </a:solidFill>
                <a:latin typeface="NVIDIA Sans" panose="020B0503020203020204" pitchFamily="34" charset="0"/>
                <a:cs typeface="NVIDIA Sans" panose="020B0503020203020204" pitchFamily="34" charset="0"/>
              </a:defRPr>
            </a:lvl1pPr>
          </a:lstStyle>
          <a:p>
            <a:pPr marL="685800" lvl="0" indent="-685800" algn="ctr"/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54" name="Picture Placeholder 2">
            <a:extLst>
              <a:ext uri="{FF2B5EF4-FFF2-40B4-BE49-F238E27FC236}">
                <a16:creationId xmlns:a16="http://schemas.microsoft.com/office/drawing/2014/main" id="{15BDAD05-3EAC-DFAA-EDD1-1D9E9C002116}"/>
              </a:ext>
            </a:extLst>
          </p:cNvPr>
          <p:cNvSpPr>
            <a:spLocks noGrp="1"/>
          </p:cNvSpPr>
          <p:nvPr>
            <p:ph type="pic" sz="quarter" idx="53"/>
          </p:nvPr>
        </p:nvSpPr>
        <p:spPr>
          <a:xfrm>
            <a:off x="26968061" y="11926198"/>
            <a:ext cx="7955280" cy="4937760"/>
          </a:xfrm>
          <a:prstGeom prst="rect">
            <a:avLst/>
          </a:prstGeom>
          <a:solidFill>
            <a:srgbClr val="151617">
              <a:alpha val="61000"/>
            </a:srgbClr>
          </a:solidFill>
          <a:ln w="9525">
            <a:solidFill>
              <a:schemeClr val="accent5"/>
            </a:solidFill>
          </a:ln>
        </p:spPr>
        <p:txBody>
          <a:bodyPr tIns="2194560" anchor="ctr"/>
          <a:lstStyle>
            <a:lvl1pPr marL="0" indent="0" algn="ctr">
              <a:buNone/>
              <a:defRPr lang="en-US" sz="4000" dirty="0">
                <a:solidFill>
                  <a:schemeClr val="bg2"/>
                </a:solidFill>
                <a:latin typeface="NVIDIA Sans" panose="020B0503020203020204" pitchFamily="34" charset="0"/>
                <a:cs typeface="NVIDIA Sans" panose="020B0503020203020204" pitchFamily="34" charset="0"/>
              </a:defRPr>
            </a:lvl1pPr>
          </a:lstStyle>
          <a:p>
            <a:pPr marL="685800" lvl="0" indent="-685800" algn="ctr"/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55" name="Text Placeholder 7">
            <a:extLst>
              <a:ext uri="{FF2B5EF4-FFF2-40B4-BE49-F238E27FC236}">
                <a16:creationId xmlns:a16="http://schemas.microsoft.com/office/drawing/2014/main" id="{2360B2E4-D618-5423-3E76-F376EBCA0102}"/>
              </a:ext>
            </a:extLst>
          </p:cNvPr>
          <p:cNvSpPr>
            <a:spLocks noGrp="1"/>
          </p:cNvSpPr>
          <p:nvPr>
            <p:ph type="body" sz="quarter" idx="59" hasCustomPrompt="1"/>
          </p:nvPr>
        </p:nvSpPr>
        <p:spPr>
          <a:xfrm>
            <a:off x="10094409" y="9981886"/>
            <a:ext cx="7946972" cy="750359"/>
          </a:xfrm>
          <a:prstGeom prst="rect">
            <a:avLst/>
          </a:prstGeom>
        </p:spPr>
        <p:txBody>
          <a:bodyPr anchor="b"/>
          <a:lstStyle>
            <a:lvl1pPr marL="0" indent="0" algn="ctr">
              <a:spcBef>
                <a:spcPts val="1200"/>
              </a:spcBef>
              <a:buFontTx/>
              <a:buNone/>
              <a:defRPr sz="4000" b="0" cap="none" baseline="0">
                <a:solidFill>
                  <a:schemeClr val="bg1"/>
                </a:solidFill>
                <a:latin typeface="+mj-lt"/>
                <a:cs typeface="NVIDIA Sans" panose="020B0503020203020204" pitchFamily="34" charset="0"/>
              </a:defRPr>
            </a:lvl1pPr>
            <a:lvl2pPr marL="2562790" indent="0">
              <a:buFontTx/>
              <a:buNone/>
              <a:defRPr sz="4000" b="1">
                <a:solidFill>
                  <a:schemeClr val="tx1"/>
                </a:solidFill>
                <a:latin typeface="NVIDIA Sans" panose="020B0503020203020204" pitchFamily="34" charset="0"/>
              </a:defRPr>
            </a:lvl2pPr>
            <a:lvl3pPr marL="4883584" indent="0">
              <a:buFontTx/>
              <a:buNone/>
              <a:defRPr sz="4000" b="1">
                <a:solidFill>
                  <a:schemeClr val="tx1"/>
                </a:solidFill>
                <a:latin typeface="NVIDIA Sans" panose="020B0503020203020204" pitchFamily="34" charset="0"/>
              </a:defRPr>
            </a:lvl3pPr>
            <a:lvl4pPr marL="6933729" indent="0">
              <a:buFontTx/>
              <a:buNone/>
              <a:defRPr sz="4000" b="1">
                <a:solidFill>
                  <a:schemeClr val="tx1"/>
                </a:solidFill>
                <a:latin typeface="NVIDIA Sans" panose="020B0503020203020204" pitchFamily="34" charset="0"/>
              </a:defRPr>
            </a:lvl4pPr>
            <a:lvl5pPr marL="8471409" indent="0">
              <a:buFontTx/>
              <a:buNone/>
              <a:defRPr sz="4000" b="1">
                <a:solidFill>
                  <a:schemeClr val="tx1"/>
                </a:solidFill>
                <a:latin typeface="NVIDIA Sans" panose="020B0503020203020204" pitchFamily="34" charset="0"/>
              </a:defRPr>
            </a:lvl5pPr>
          </a:lstStyle>
          <a:p>
            <a:pPr lvl="0"/>
            <a:r>
              <a:rPr lang="en-US" dirty="0"/>
              <a:t>Click To Add Title</a:t>
            </a:r>
          </a:p>
        </p:txBody>
      </p:sp>
      <p:sp>
        <p:nvSpPr>
          <p:cNvPr id="56" name="Text Placeholder 7">
            <a:extLst>
              <a:ext uri="{FF2B5EF4-FFF2-40B4-BE49-F238E27FC236}">
                <a16:creationId xmlns:a16="http://schemas.microsoft.com/office/drawing/2014/main" id="{AD06D986-4434-AF51-6805-3B97BBB76942}"/>
              </a:ext>
            </a:extLst>
          </p:cNvPr>
          <p:cNvSpPr>
            <a:spLocks noGrp="1"/>
          </p:cNvSpPr>
          <p:nvPr>
            <p:ph type="body" sz="quarter" idx="60" hasCustomPrompt="1"/>
          </p:nvPr>
        </p:nvSpPr>
        <p:spPr>
          <a:xfrm>
            <a:off x="1637603" y="9981886"/>
            <a:ext cx="7946970" cy="750359"/>
          </a:xfrm>
          <a:prstGeom prst="rect">
            <a:avLst/>
          </a:prstGeom>
        </p:spPr>
        <p:txBody>
          <a:bodyPr anchor="b"/>
          <a:lstStyle>
            <a:lvl1pPr marL="0" indent="0" algn="ctr">
              <a:spcBef>
                <a:spcPts val="1200"/>
              </a:spcBef>
              <a:buFontTx/>
              <a:buNone/>
              <a:defRPr sz="4000" b="0" cap="none" baseline="0">
                <a:solidFill>
                  <a:schemeClr val="bg1"/>
                </a:solidFill>
                <a:latin typeface="+mj-lt"/>
                <a:cs typeface="NVIDIA Sans" panose="020B0503020203020204" pitchFamily="34" charset="0"/>
              </a:defRPr>
            </a:lvl1pPr>
            <a:lvl2pPr marL="2562790" indent="0">
              <a:buFontTx/>
              <a:buNone/>
              <a:defRPr sz="4000" b="1">
                <a:solidFill>
                  <a:schemeClr val="tx1"/>
                </a:solidFill>
                <a:latin typeface="NVIDIA Sans" panose="020B0503020203020204" pitchFamily="34" charset="0"/>
              </a:defRPr>
            </a:lvl2pPr>
            <a:lvl3pPr marL="4883584" indent="0">
              <a:buFontTx/>
              <a:buNone/>
              <a:defRPr sz="4000" b="1">
                <a:solidFill>
                  <a:schemeClr val="tx1"/>
                </a:solidFill>
                <a:latin typeface="NVIDIA Sans" panose="020B0503020203020204" pitchFamily="34" charset="0"/>
              </a:defRPr>
            </a:lvl3pPr>
            <a:lvl4pPr marL="6933729" indent="0">
              <a:buFontTx/>
              <a:buNone/>
              <a:defRPr sz="4000" b="1">
                <a:solidFill>
                  <a:schemeClr val="tx1"/>
                </a:solidFill>
                <a:latin typeface="NVIDIA Sans" panose="020B0503020203020204" pitchFamily="34" charset="0"/>
              </a:defRPr>
            </a:lvl4pPr>
            <a:lvl5pPr marL="8471409" indent="0">
              <a:buFontTx/>
              <a:buNone/>
              <a:defRPr sz="4000" b="1">
                <a:solidFill>
                  <a:schemeClr val="tx1"/>
                </a:solidFill>
                <a:latin typeface="NVIDIA Sans" panose="020B0503020203020204" pitchFamily="34" charset="0"/>
              </a:defRPr>
            </a:lvl5pPr>
          </a:lstStyle>
          <a:p>
            <a:pPr lvl="0"/>
            <a:r>
              <a:rPr lang="en-US" dirty="0"/>
              <a:t>Click To Add Title</a:t>
            </a:r>
          </a:p>
        </p:txBody>
      </p:sp>
      <p:sp>
        <p:nvSpPr>
          <p:cNvPr id="57" name="Text Placeholder 7">
            <a:extLst>
              <a:ext uri="{FF2B5EF4-FFF2-40B4-BE49-F238E27FC236}">
                <a16:creationId xmlns:a16="http://schemas.microsoft.com/office/drawing/2014/main" id="{1F515353-8B00-746C-A2DE-32E93A0F1A02}"/>
              </a:ext>
            </a:extLst>
          </p:cNvPr>
          <p:cNvSpPr>
            <a:spLocks noGrp="1"/>
          </p:cNvSpPr>
          <p:nvPr>
            <p:ph type="body" sz="quarter" idx="61" hasCustomPrompt="1"/>
          </p:nvPr>
        </p:nvSpPr>
        <p:spPr>
          <a:xfrm>
            <a:off x="10094409" y="10669493"/>
            <a:ext cx="7946972" cy="750359"/>
          </a:xfrm>
          <a:prstGeom prst="rect">
            <a:avLst/>
          </a:prstGeom>
        </p:spPr>
        <p:txBody>
          <a:bodyPr/>
          <a:lstStyle>
            <a:lvl1pPr marL="0" indent="0" algn="ctr">
              <a:spcBef>
                <a:spcPts val="600"/>
              </a:spcBef>
              <a:buFontTx/>
              <a:buNone/>
              <a:defRPr sz="2800" b="0">
                <a:solidFill>
                  <a:schemeClr val="bg1"/>
                </a:solidFill>
                <a:latin typeface="NVIDIA Sans" panose="020B0503020203020204" pitchFamily="34" charset="0"/>
                <a:cs typeface="NVIDIA Sans" panose="020B0503020203020204" pitchFamily="34" charset="0"/>
              </a:defRPr>
            </a:lvl1pPr>
            <a:lvl2pPr marL="2562790" indent="0">
              <a:buFontTx/>
              <a:buNone/>
              <a:defRPr sz="4000" b="1">
                <a:solidFill>
                  <a:schemeClr val="tx1"/>
                </a:solidFill>
                <a:latin typeface="NVIDIA Sans" panose="020B0503020203020204" pitchFamily="34" charset="0"/>
              </a:defRPr>
            </a:lvl2pPr>
            <a:lvl3pPr marL="4883584" indent="0">
              <a:buFontTx/>
              <a:buNone/>
              <a:defRPr sz="4000" b="1">
                <a:solidFill>
                  <a:schemeClr val="tx1"/>
                </a:solidFill>
                <a:latin typeface="NVIDIA Sans" panose="020B0503020203020204" pitchFamily="34" charset="0"/>
              </a:defRPr>
            </a:lvl3pPr>
            <a:lvl4pPr marL="6933729" indent="0">
              <a:buFontTx/>
              <a:buNone/>
              <a:defRPr sz="4000" b="1">
                <a:solidFill>
                  <a:schemeClr val="tx1"/>
                </a:solidFill>
                <a:latin typeface="NVIDIA Sans" panose="020B0503020203020204" pitchFamily="34" charset="0"/>
              </a:defRPr>
            </a:lvl4pPr>
            <a:lvl5pPr marL="8471409" indent="0">
              <a:buFontTx/>
              <a:buNone/>
              <a:defRPr sz="4000" b="1">
                <a:solidFill>
                  <a:schemeClr val="tx1"/>
                </a:solidFill>
                <a:latin typeface="NVIDIA Sans" panose="020B0503020203020204" pitchFamily="34" charset="0"/>
              </a:defRPr>
            </a:lvl5pPr>
          </a:lstStyle>
          <a:p>
            <a:pPr lvl="0"/>
            <a:r>
              <a:rPr lang="en-US" dirty="0"/>
              <a:t>Click to add subtitle</a:t>
            </a:r>
          </a:p>
        </p:txBody>
      </p:sp>
      <p:sp>
        <p:nvSpPr>
          <p:cNvPr id="58" name="Text Placeholder 7">
            <a:extLst>
              <a:ext uri="{FF2B5EF4-FFF2-40B4-BE49-F238E27FC236}">
                <a16:creationId xmlns:a16="http://schemas.microsoft.com/office/drawing/2014/main" id="{5744BB22-B21A-41F1-3AC0-E5405D3F38B9}"/>
              </a:ext>
            </a:extLst>
          </p:cNvPr>
          <p:cNvSpPr>
            <a:spLocks noGrp="1"/>
          </p:cNvSpPr>
          <p:nvPr>
            <p:ph type="body" sz="quarter" idx="62" hasCustomPrompt="1"/>
          </p:nvPr>
        </p:nvSpPr>
        <p:spPr>
          <a:xfrm>
            <a:off x="1637603" y="10669493"/>
            <a:ext cx="7946970" cy="750359"/>
          </a:xfrm>
          <a:prstGeom prst="rect">
            <a:avLst/>
          </a:prstGeom>
        </p:spPr>
        <p:txBody>
          <a:bodyPr/>
          <a:lstStyle>
            <a:lvl1pPr marL="0" indent="0" algn="ctr">
              <a:spcBef>
                <a:spcPts val="600"/>
              </a:spcBef>
              <a:buFontTx/>
              <a:buNone/>
              <a:defRPr sz="2800" b="0">
                <a:solidFill>
                  <a:schemeClr val="bg1"/>
                </a:solidFill>
                <a:latin typeface="NVIDIA Sans" panose="020B0503020203020204" pitchFamily="34" charset="0"/>
                <a:cs typeface="NVIDIA Sans" panose="020B0503020203020204" pitchFamily="34" charset="0"/>
              </a:defRPr>
            </a:lvl1pPr>
            <a:lvl2pPr marL="2562790" indent="0">
              <a:buFontTx/>
              <a:buNone/>
              <a:defRPr sz="4000" b="1">
                <a:solidFill>
                  <a:schemeClr val="tx1"/>
                </a:solidFill>
                <a:latin typeface="NVIDIA Sans" panose="020B0503020203020204" pitchFamily="34" charset="0"/>
              </a:defRPr>
            </a:lvl2pPr>
            <a:lvl3pPr marL="4883584" indent="0">
              <a:buFontTx/>
              <a:buNone/>
              <a:defRPr sz="4000" b="1">
                <a:solidFill>
                  <a:schemeClr val="tx1"/>
                </a:solidFill>
                <a:latin typeface="NVIDIA Sans" panose="020B0503020203020204" pitchFamily="34" charset="0"/>
              </a:defRPr>
            </a:lvl3pPr>
            <a:lvl4pPr marL="6933729" indent="0">
              <a:buFontTx/>
              <a:buNone/>
              <a:defRPr sz="4000" b="1">
                <a:solidFill>
                  <a:schemeClr val="tx1"/>
                </a:solidFill>
                <a:latin typeface="NVIDIA Sans" panose="020B0503020203020204" pitchFamily="34" charset="0"/>
              </a:defRPr>
            </a:lvl4pPr>
            <a:lvl5pPr marL="8471409" indent="0">
              <a:buFontTx/>
              <a:buNone/>
              <a:defRPr sz="4000" b="1">
                <a:solidFill>
                  <a:schemeClr val="tx1"/>
                </a:solidFill>
                <a:latin typeface="NVIDIA Sans" panose="020B0503020203020204" pitchFamily="34" charset="0"/>
              </a:defRPr>
            </a:lvl5pPr>
          </a:lstStyle>
          <a:p>
            <a:pPr lvl="0"/>
            <a:r>
              <a:rPr lang="en-US" dirty="0"/>
              <a:t>Click to add subtitle</a:t>
            </a:r>
          </a:p>
        </p:txBody>
      </p:sp>
      <p:sp>
        <p:nvSpPr>
          <p:cNvPr id="59" name="Text Placeholder 7">
            <a:extLst>
              <a:ext uri="{FF2B5EF4-FFF2-40B4-BE49-F238E27FC236}">
                <a16:creationId xmlns:a16="http://schemas.microsoft.com/office/drawing/2014/main" id="{8435F4BE-979D-A31E-822F-BE5B89134C2E}"/>
              </a:ext>
            </a:extLst>
          </p:cNvPr>
          <p:cNvSpPr>
            <a:spLocks noGrp="1"/>
          </p:cNvSpPr>
          <p:nvPr>
            <p:ph type="body" sz="quarter" idx="63" hasCustomPrompt="1"/>
          </p:nvPr>
        </p:nvSpPr>
        <p:spPr>
          <a:xfrm>
            <a:off x="18534605" y="9981886"/>
            <a:ext cx="7946972" cy="750359"/>
          </a:xfrm>
          <a:prstGeom prst="rect">
            <a:avLst/>
          </a:prstGeom>
        </p:spPr>
        <p:txBody>
          <a:bodyPr anchor="b"/>
          <a:lstStyle>
            <a:lvl1pPr marL="0" indent="0" algn="ctr">
              <a:spcBef>
                <a:spcPts val="1200"/>
              </a:spcBef>
              <a:buFontTx/>
              <a:buNone/>
              <a:defRPr sz="4000" b="0" cap="none" baseline="0">
                <a:solidFill>
                  <a:schemeClr val="bg1"/>
                </a:solidFill>
                <a:latin typeface="+mj-lt"/>
                <a:cs typeface="NVIDIA Sans" panose="020B0503020203020204" pitchFamily="34" charset="0"/>
              </a:defRPr>
            </a:lvl1pPr>
            <a:lvl2pPr marL="2562790" indent="0">
              <a:buFontTx/>
              <a:buNone/>
              <a:defRPr sz="4000" b="1">
                <a:solidFill>
                  <a:schemeClr val="tx1"/>
                </a:solidFill>
                <a:latin typeface="NVIDIA Sans" panose="020B0503020203020204" pitchFamily="34" charset="0"/>
              </a:defRPr>
            </a:lvl2pPr>
            <a:lvl3pPr marL="4883584" indent="0">
              <a:buFontTx/>
              <a:buNone/>
              <a:defRPr sz="4000" b="1">
                <a:solidFill>
                  <a:schemeClr val="tx1"/>
                </a:solidFill>
                <a:latin typeface="NVIDIA Sans" panose="020B0503020203020204" pitchFamily="34" charset="0"/>
              </a:defRPr>
            </a:lvl3pPr>
            <a:lvl4pPr marL="6933729" indent="0">
              <a:buFontTx/>
              <a:buNone/>
              <a:defRPr sz="4000" b="1">
                <a:solidFill>
                  <a:schemeClr val="tx1"/>
                </a:solidFill>
                <a:latin typeface="NVIDIA Sans" panose="020B0503020203020204" pitchFamily="34" charset="0"/>
              </a:defRPr>
            </a:lvl4pPr>
            <a:lvl5pPr marL="8471409" indent="0">
              <a:buFontTx/>
              <a:buNone/>
              <a:defRPr sz="4000" b="1">
                <a:solidFill>
                  <a:schemeClr val="tx1"/>
                </a:solidFill>
                <a:latin typeface="NVIDIA Sans" panose="020B0503020203020204" pitchFamily="34" charset="0"/>
              </a:defRPr>
            </a:lvl5pPr>
          </a:lstStyle>
          <a:p>
            <a:pPr lvl="0"/>
            <a:r>
              <a:rPr lang="en-US" dirty="0"/>
              <a:t>Click To Add Title</a:t>
            </a:r>
          </a:p>
        </p:txBody>
      </p:sp>
      <p:sp>
        <p:nvSpPr>
          <p:cNvPr id="60" name="Text Placeholder 7">
            <a:extLst>
              <a:ext uri="{FF2B5EF4-FFF2-40B4-BE49-F238E27FC236}">
                <a16:creationId xmlns:a16="http://schemas.microsoft.com/office/drawing/2014/main" id="{677BC232-CE11-33FD-E959-01E1784345E8}"/>
              </a:ext>
            </a:extLst>
          </p:cNvPr>
          <p:cNvSpPr>
            <a:spLocks noGrp="1"/>
          </p:cNvSpPr>
          <p:nvPr>
            <p:ph type="body" sz="quarter" idx="64" hasCustomPrompt="1"/>
          </p:nvPr>
        </p:nvSpPr>
        <p:spPr>
          <a:xfrm>
            <a:off x="18534605" y="10669493"/>
            <a:ext cx="7946972" cy="750359"/>
          </a:xfrm>
          <a:prstGeom prst="rect">
            <a:avLst/>
          </a:prstGeom>
        </p:spPr>
        <p:txBody>
          <a:bodyPr/>
          <a:lstStyle>
            <a:lvl1pPr marL="0" indent="0" algn="ctr">
              <a:spcBef>
                <a:spcPts val="600"/>
              </a:spcBef>
              <a:buFontTx/>
              <a:buNone/>
              <a:defRPr sz="2800" b="0">
                <a:solidFill>
                  <a:schemeClr val="bg1"/>
                </a:solidFill>
                <a:latin typeface="NVIDIA Sans" panose="020B0503020203020204" pitchFamily="34" charset="0"/>
                <a:cs typeface="NVIDIA Sans" panose="020B0503020203020204" pitchFamily="34" charset="0"/>
              </a:defRPr>
            </a:lvl1pPr>
            <a:lvl2pPr marL="2562790" indent="0">
              <a:buFontTx/>
              <a:buNone/>
              <a:defRPr sz="4000" b="1">
                <a:solidFill>
                  <a:schemeClr val="tx1"/>
                </a:solidFill>
                <a:latin typeface="NVIDIA Sans" panose="020B0503020203020204" pitchFamily="34" charset="0"/>
              </a:defRPr>
            </a:lvl2pPr>
            <a:lvl3pPr marL="4883584" indent="0">
              <a:buFontTx/>
              <a:buNone/>
              <a:defRPr sz="4000" b="1">
                <a:solidFill>
                  <a:schemeClr val="tx1"/>
                </a:solidFill>
                <a:latin typeface="NVIDIA Sans" panose="020B0503020203020204" pitchFamily="34" charset="0"/>
              </a:defRPr>
            </a:lvl3pPr>
            <a:lvl4pPr marL="6933729" indent="0">
              <a:buFontTx/>
              <a:buNone/>
              <a:defRPr sz="4000" b="1">
                <a:solidFill>
                  <a:schemeClr val="tx1"/>
                </a:solidFill>
                <a:latin typeface="NVIDIA Sans" panose="020B0503020203020204" pitchFamily="34" charset="0"/>
              </a:defRPr>
            </a:lvl4pPr>
            <a:lvl5pPr marL="8471409" indent="0">
              <a:buFontTx/>
              <a:buNone/>
              <a:defRPr sz="4000" b="1">
                <a:solidFill>
                  <a:schemeClr val="tx1"/>
                </a:solidFill>
                <a:latin typeface="NVIDIA Sans" panose="020B0503020203020204" pitchFamily="34" charset="0"/>
              </a:defRPr>
            </a:lvl5pPr>
          </a:lstStyle>
          <a:p>
            <a:pPr lvl="0"/>
            <a:r>
              <a:rPr lang="en-US" dirty="0"/>
              <a:t>Click to add subtitle</a:t>
            </a:r>
          </a:p>
        </p:txBody>
      </p:sp>
      <p:sp>
        <p:nvSpPr>
          <p:cNvPr id="61" name="Text Placeholder 7">
            <a:extLst>
              <a:ext uri="{FF2B5EF4-FFF2-40B4-BE49-F238E27FC236}">
                <a16:creationId xmlns:a16="http://schemas.microsoft.com/office/drawing/2014/main" id="{44F4CD93-1747-0EB8-E78A-72E497AAB234}"/>
              </a:ext>
            </a:extLst>
          </p:cNvPr>
          <p:cNvSpPr>
            <a:spLocks noGrp="1"/>
          </p:cNvSpPr>
          <p:nvPr>
            <p:ph type="body" sz="quarter" idx="65" hasCustomPrompt="1"/>
          </p:nvPr>
        </p:nvSpPr>
        <p:spPr>
          <a:xfrm>
            <a:off x="26983113" y="9981886"/>
            <a:ext cx="7947304" cy="750359"/>
          </a:xfrm>
          <a:prstGeom prst="rect">
            <a:avLst/>
          </a:prstGeom>
        </p:spPr>
        <p:txBody>
          <a:bodyPr anchor="b"/>
          <a:lstStyle>
            <a:lvl1pPr marL="0" indent="0" algn="ctr">
              <a:spcBef>
                <a:spcPts val="1200"/>
              </a:spcBef>
              <a:buFontTx/>
              <a:buNone/>
              <a:defRPr sz="4000" b="0" cap="none" baseline="0">
                <a:solidFill>
                  <a:schemeClr val="bg1"/>
                </a:solidFill>
                <a:latin typeface="+mj-lt"/>
                <a:cs typeface="NVIDIA Sans" panose="020B0503020203020204" pitchFamily="34" charset="0"/>
              </a:defRPr>
            </a:lvl1pPr>
            <a:lvl2pPr marL="2562790" indent="0">
              <a:buFontTx/>
              <a:buNone/>
              <a:defRPr sz="4000" b="1">
                <a:solidFill>
                  <a:schemeClr val="tx1"/>
                </a:solidFill>
                <a:latin typeface="NVIDIA Sans" panose="020B0503020203020204" pitchFamily="34" charset="0"/>
              </a:defRPr>
            </a:lvl2pPr>
            <a:lvl3pPr marL="4883584" indent="0">
              <a:buFontTx/>
              <a:buNone/>
              <a:defRPr sz="4000" b="1">
                <a:solidFill>
                  <a:schemeClr val="tx1"/>
                </a:solidFill>
                <a:latin typeface="NVIDIA Sans" panose="020B0503020203020204" pitchFamily="34" charset="0"/>
              </a:defRPr>
            </a:lvl3pPr>
            <a:lvl4pPr marL="6933729" indent="0">
              <a:buFontTx/>
              <a:buNone/>
              <a:defRPr sz="4000" b="1">
                <a:solidFill>
                  <a:schemeClr val="tx1"/>
                </a:solidFill>
                <a:latin typeface="NVIDIA Sans" panose="020B0503020203020204" pitchFamily="34" charset="0"/>
              </a:defRPr>
            </a:lvl4pPr>
            <a:lvl5pPr marL="8471409" indent="0">
              <a:buFontTx/>
              <a:buNone/>
              <a:defRPr sz="4000" b="1">
                <a:solidFill>
                  <a:schemeClr val="tx1"/>
                </a:solidFill>
                <a:latin typeface="NVIDIA Sans" panose="020B0503020203020204" pitchFamily="34" charset="0"/>
              </a:defRPr>
            </a:lvl5pPr>
          </a:lstStyle>
          <a:p>
            <a:pPr lvl="0"/>
            <a:r>
              <a:rPr lang="en-US" dirty="0"/>
              <a:t>Click To Add Title</a:t>
            </a:r>
          </a:p>
        </p:txBody>
      </p:sp>
      <p:sp>
        <p:nvSpPr>
          <p:cNvPr id="62" name="Text Placeholder 7">
            <a:extLst>
              <a:ext uri="{FF2B5EF4-FFF2-40B4-BE49-F238E27FC236}">
                <a16:creationId xmlns:a16="http://schemas.microsoft.com/office/drawing/2014/main" id="{1A697863-003A-44B9-586E-527F58EF7822}"/>
              </a:ext>
            </a:extLst>
          </p:cNvPr>
          <p:cNvSpPr>
            <a:spLocks noGrp="1"/>
          </p:cNvSpPr>
          <p:nvPr>
            <p:ph type="body" sz="quarter" idx="66" hasCustomPrompt="1"/>
          </p:nvPr>
        </p:nvSpPr>
        <p:spPr>
          <a:xfrm>
            <a:off x="26983113" y="10669493"/>
            <a:ext cx="7947304" cy="750359"/>
          </a:xfrm>
          <a:prstGeom prst="rect">
            <a:avLst/>
          </a:prstGeom>
        </p:spPr>
        <p:txBody>
          <a:bodyPr/>
          <a:lstStyle>
            <a:lvl1pPr marL="0" indent="0" algn="ctr">
              <a:spcBef>
                <a:spcPts val="600"/>
              </a:spcBef>
              <a:buFontTx/>
              <a:buNone/>
              <a:defRPr sz="2800" b="0">
                <a:solidFill>
                  <a:schemeClr val="bg1"/>
                </a:solidFill>
                <a:latin typeface="NVIDIA Sans" panose="020B0503020203020204" pitchFamily="34" charset="0"/>
                <a:cs typeface="NVIDIA Sans" panose="020B0503020203020204" pitchFamily="34" charset="0"/>
              </a:defRPr>
            </a:lvl1pPr>
            <a:lvl2pPr marL="2562790" indent="0">
              <a:buFontTx/>
              <a:buNone/>
              <a:defRPr sz="4000" b="1">
                <a:solidFill>
                  <a:schemeClr val="tx1"/>
                </a:solidFill>
                <a:latin typeface="NVIDIA Sans" panose="020B0503020203020204" pitchFamily="34" charset="0"/>
              </a:defRPr>
            </a:lvl2pPr>
            <a:lvl3pPr marL="4883584" indent="0">
              <a:buFontTx/>
              <a:buNone/>
              <a:defRPr sz="4000" b="1">
                <a:solidFill>
                  <a:schemeClr val="tx1"/>
                </a:solidFill>
                <a:latin typeface="NVIDIA Sans" panose="020B0503020203020204" pitchFamily="34" charset="0"/>
              </a:defRPr>
            </a:lvl3pPr>
            <a:lvl4pPr marL="6933729" indent="0">
              <a:buFontTx/>
              <a:buNone/>
              <a:defRPr sz="4000" b="1">
                <a:solidFill>
                  <a:schemeClr val="tx1"/>
                </a:solidFill>
                <a:latin typeface="NVIDIA Sans" panose="020B0503020203020204" pitchFamily="34" charset="0"/>
              </a:defRPr>
            </a:lvl4pPr>
            <a:lvl5pPr marL="8471409" indent="0">
              <a:buFontTx/>
              <a:buNone/>
              <a:defRPr sz="4000" b="1">
                <a:solidFill>
                  <a:schemeClr val="tx1"/>
                </a:solidFill>
                <a:latin typeface="NVIDIA Sans" panose="020B0503020203020204" pitchFamily="34" charset="0"/>
              </a:defRPr>
            </a:lvl5pPr>
          </a:lstStyle>
          <a:p>
            <a:pPr lvl="0"/>
            <a:r>
              <a:rPr lang="en-US" dirty="0"/>
              <a:t>Click to add subtitle</a:t>
            </a:r>
          </a:p>
        </p:txBody>
      </p:sp>
      <p:sp>
        <p:nvSpPr>
          <p:cNvPr id="63" name="Text Placeholder 7">
            <a:extLst>
              <a:ext uri="{FF2B5EF4-FFF2-40B4-BE49-F238E27FC236}">
                <a16:creationId xmlns:a16="http://schemas.microsoft.com/office/drawing/2014/main" id="{F51F4D18-0362-FD9E-AC25-A4A81A8B19E3}"/>
              </a:ext>
            </a:extLst>
          </p:cNvPr>
          <p:cNvSpPr>
            <a:spLocks noGrp="1"/>
          </p:cNvSpPr>
          <p:nvPr>
            <p:ph type="body" sz="quarter" idx="67" hasCustomPrompt="1"/>
          </p:nvPr>
        </p:nvSpPr>
        <p:spPr>
          <a:xfrm>
            <a:off x="10087333" y="17059122"/>
            <a:ext cx="7946972" cy="750359"/>
          </a:xfrm>
          <a:prstGeom prst="rect">
            <a:avLst/>
          </a:prstGeom>
        </p:spPr>
        <p:txBody>
          <a:bodyPr anchor="b"/>
          <a:lstStyle>
            <a:lvl1pPr marL="0" indent="0" algn="ctr">
              <a:spcBef>
                <a:spcPts val="1200"/>
              </a:spcBef>
              <a:buFontTx/>
              <a:buNone/>
              <a:defRPr sz="4000" b="0" cap="none" baseline="0">
                <a:solidFill>
                  <a:schemeClr val="bg1"/>
                </a:solidFill>
                <a:latin typeface="+mj-lt"/>
                <a:cs typeface="NVIDIA Sans" panose="020B0503020203020204" pitchFamily="34" charset="0"/>
              </a:defRPr>
            </a:lvl1pPr>
            <a:lvl2pPr marL="2562790" indent="0">
              <a:buFontTx/>
              <a:buNone/>
              <a:defRPr sz="4000" b="1">
                <a:solidFill>
                  <a:schemeClr val="tx1"/>
                </a:solidFill>
                <a:latin typeface="NVIDIA Sans" panose="020B0503020203020204" pitchFamily="34" charset="0"/>
              </a:defRPr>
            </a:lvl2pPr>
            <a:lvl3pPr marL="4883584" indent="0">
              <a:buFontTx/>
              <a:buNone/>
              <a:defRPr sz="4000" b="1">
                <a:solidFill>
                  <a:schemeClr val="tx1"/>
                </a:solidFill>
                <a:latin typeface="NVIDIA Sans" panose="020B0503020203020204" pitchFamily="34" charset="0"/>
              </a:defRPr>
            </a:lvl3pPr>
            <a:lvl4pPr marL="6933729" indent="0">
              <a:buFontTx/>
              <a:buNone/>
              <a:defRPr sz="4000" b="1">
                <a:solidFill>
                  <a:schemeClr val="tx1"/>
                </a:solidFill>
                <a:latin typeface="NVIDIA Sans" panose="020B0503020203020204" pitchFamily="34" charset="0"/>
              </a:defRPr>
            </a:lvl4pPr>
            <a:lvl5pPr marL="8471409" indent="0">
              <a:buFontTx/>
              <a:buNone/>
              <a:defRPr sz="4000" b="1">
                <a:solidFill>
                  <a:schemeClr val="tx1"/>
                </a:solidFill>
                <a:latin typeface="NVIDIA Sans" panose="020B0503020203020204" pitchFamily="34" charset="0"/>
              </a:defRPr>
            </a:lvl5pPr>
          </a:lstStyle>
          <a:p>
            <a:pPr lvl="0"/>
            <a:r>
              <a:rPr lang="en-US" dirty="0"/>
              <a:t>Click To Add Title</a:t>
            </a:r>
          </a:p>
        </p:txBody>
      </p:sp>
      <p:sp>
        <p:nvSpPr>
          <p:cNvPr id="64" name="Text Placeholder 7">
            <a:extLst>
              <a:ext uri="{FF2B5EF4-FFF2-40B4-BE49-F238E27FC236}">
                <a16:creationId xmlns:a16="http://schemas.microsoft.com/office/drawing/2014/main" id="{53B0CD77-A671-31CB-AC75-0C7EC845BB12}"/>
              </a:ext>
            </a:extLst>
          </p:cNvPr>
          <p:cNvSpPr>
            <a:spLocks noGrp="1"/>
          </p:cNvSpPr>
          <p:nvPr>
            <p:ph type="body" sz="quarter" idx="68" hasCustomPrompt="1"/>
          </p:nvPr>
        </p:nvSpPr>
        <p:spPr>
          <a:xfrm>
            <a:off x="1630527" y="17059122"/>
            <a:ext cx="7946970" cy="750359"/>
          </a:xfrm>
          <a:prstGeom prst="rect">
            <a:avLst/>
          </a:prstGeom>
        </p:spPr>
        <p:txBody>
          <a:bodyPr anchor="b"/>
          <a:lstStyle>
            <a:lvl1pPr marL="0" indent="0" algn="ctr">
              <a:spcBef>
                <a:spcPts val="1200"/>
              </a:spcBef>
              <a:buFontTx/>
              <a:buNone/>
              <a:defRPr sz="4000" b="0" cap="none" baseline="0">
                <a:solidFill>
                  <a:schemeClr val="bg1"/>
                </a:solidFill>
                <a:latin typeface="+mj-lt"/>
                <a:cs typeface="NVIDIA Sans" panose="020B0503020203020204" pitchFamily="34" charset="0"/>
              </a:defRPr>
            </a:lvl1pPr>
            <a:lvl2pPr marL="2562790" indent="0">
              <a:buFontTx/>
              <a:buNone/>
              <a:defRPr sz="4000" b="1">
                <a:solidFill>
                  <a:schemeClr val="tx1"/>
                </a:solidFill>
                <a:latin typeface="NVIDIA Sans" panose="020B0503020203020204" pitchFamily="34" charset="0"/>
              </a:defRPr>
            </a:lvl2pPr>
            <a:lvl3pPr marL="4883584" indent="0">
              <a:buFontTx/>
              <a:buNone/>
              <a:defRPr sz="4000" b="1">
                <a:solidFill>
                  <a:schemeClr val="tx1"/>
                </a:solidFill>
                <a:latin typeface="NVIDIA Sans" panose="020B0503020203020204" pitchFamily="34" charset="0"/>
              </a:defRPr>
            </a:lvl3pPr>
            <a:lvl4pPr marL="6933729" indent="0">
              <a:buFontTx/>
              <a:buNone/>
              <a:defRPr sz="4000" b="1">
                <a:solidFill>
                  <a:schemeClr val="tx1"/>
                </a:solidFill>
                <a:latin typeface="NVIDIA Sans" panose="020B0503020203020204" pitchFamily="34" charset="0"/>
              </a:defRPr>
            </a:lvl4pPr>
            <a:lvl5pPr marL="8471409" indent="0">
              <a:buFontTx/>
              <a:buNone/>
              <a:defRPr sz="4000" b="1">
                <a:solidFill>
                  <a:schemeClr val="tx1"/>
                </a:solidFill>
                <a:latin typeface="NVIDIA Sans" panose="020B0503020203020204" pitchFamily="34" charset="0"/>
              </a:defRPr>
            </a:lvl5pPr>
          </a:lstStyle>
          <a:p>
            <a:pPr lvl="0"/>
            <a:r>
              <a:rPr lang="en-US" dirty="0"/>
              <a:t>Click To Add Title</a:t>
            </a:r>
          </a:p>
        </p:txBody>
      </p:sp>
      <p:sp>
        <p:nvSpPr>
          <p:cNvPr id="75" name="Text Placeholder 7">
            <a:extLst>
              <a:ext uri="{FF2B5EF4-FFF2-40B4-BE49-F238E27FC236}">
                <a16:creationId xmlns:a16="http://schemas.microsoft.com/office/drawing/2014/main" id="{D5373FC8-B0DB-5978-E125-CA5A68C02573}"/>
              </a:ext>
            </a:extLst>
          </p:cNvPr>
          <p:cNvSpPr>
            <a:spLocks noGrp="1"/>
          </p:cNvSpPr>
          <p:nvPr>
            <p:ph type="body" sz="quarter" idx="69" hasCustomPrompt="1"/>
          </p:nvPr>
        </p:nvSpPr>
        <p:spPr>
          <a:xfrm>
            <a:off x="10087333" y="17746729"/>
            <a:ext cx="7946972" cy="750359"/>
          </a:xfrm>
          <a:prstGeom prst="rect">
            <a:avLst/>
          </a:prstGeom>
        </p:spPr>
        <p:txBody>
          <a:bodyPr/>
          <a:lstStyle>
            <a:lvl1pPr marL="0" indent="0" algn="ctr">
              <a:spcBef>
                <a:spcPts val="600"/>
              </a:spcBef>
              <a:buFontTx/>
              <a:buNone/>
              <a:defRPr sz="2800" b="0">
                <a:solidFill>
                  <a:schemeClr val="bg1"/>
                </a:solidFill>
                <a:latin typeface="NVIDIA Sans" panose="020B0503020203020204" pitchFamily="34" charset="0"/>
                <a:cs typeface="NVIDIA Sans" panose="020B0503020203020204" pitchFamily="34" charset="0"/>
              </a:defRPr>
            </a:lvl1pPr>
            <a:lvl2pPr marL="2562790" indent="0">
              <a:buFontTx/>
              <a:buNone/>
              <a:defRPr sz="4000" b="1">
                <a:solidFill>
                  <a:schemeClr val="tx1"/>
                </a:solidFill>
                <a:latin typeface="NVIDIA Sans" panose="020B0503020203020204" pitchFamily="34" charset="0"/>
              </a:defRPr>
            </a:lvl2pPr>
            <a:lvl3pPr marL="4883584" indent="0">
              <a:buFontTx/>
              <a:buNone/>
              <a:defRPr sz="4000" b="1">
                <a:solidFill>
                  <a:schemeClr val="tx1"/>
                </a:solidFill>
                <a:latin typeface="NVIDIA Sans" panose="020B0503020203020204" pitchFamily="34" charset="0"/>
              </a:defRPr>
            </a:lvl3pPr>
            <a:lvl4pPr marL="6933729" indent="0">
              <a:buFontTx/>
              <a:buNone/>
              <a:defRPr sz="4000" b="1">
                <a:solidFill>
                  <a:schemeClr val="tx1"/>
                </a:solidFill>
                <a:latin typeface="NVIDIA Sans" panose="020B0503020203020204" pitchFamily="34" charset="0"/>
              </a:defRPr>
            </a:lvl4pPr>
            <a:lvl5pPr marL="8471409" indent="0">
              <a:buFontTx/>
              <a:buNone/>
              <a:defRPr sz="4000" b="1">
                <a:solidFill>
                  <a:schemeClr val="tx1"/>
                </a:solidFill>
                <a:latin typeface="NVIDIA Sans" panose="020B0503020203020204" pitchFamily="34" charset="0"/>
              </a:defRPr>
            </a:lvl5pPr>
          </a:lstStyle>
          <a:p>
            <a:pPr lvl="0"/>
            <a:r>
              <a:rPr lang="en-US" dirty="0"/>
              <a:t>Click to add subtitle</a:t>
            </a:r>
          </a:p>
        </p:txBody>
      </p:sp>
      <p:sp>
        <p:nvSpPr>
          <p:cNvPr id="76" name="Text Placeholder 7">
            <a:extLst>
              <a:ext uri="{FF2B5EF4-FFF2-40B4-BE49-F238E27FC236}">
                <a16:creationId xmlns:a16="http://schemas.microsoft.com/office/drawing/2014/main" id="{E6B03167-9698-83DC-3B32-0493773EDDC2}"/>
              </a:ext>
            </a:extLst>
          </p:cNvPr>
          <p:cNvSpPr>
            <a:spLocks noGrp="1"/>
          </p:cNvSpPr>
          <p:nvPr>
            <p:ph type="body" sz="quarter" idx="70" hasCustomPrompt="1"/>
          </p:nvPr>
        </p:nvSpPr>
        <p:spPr>
          <a:xfrm>
            <a:off x="1630527" y="17746729"/>
            <a:ext cx="7946970" cy="750359"/>
          </a:xfrm>
          <a:prstGeom prst="rect">
            <a:avLst/>
          </a:prstGeom>
        </p:spPr>
        <p:txBody>
          <a:bodyPr/>
          <a:lstStyle>
            <a:lvl1pPr marL="0" indent="0" algn="ctr">
              <a:spcBef>
                <a:spcPts val="600"/>
              </a:spcBef>
              <a:buFontTx/>
              <a:buNone/>
              <a:defRPr sz="2800" b="0">
                <a:solidFill>
                  <a:schemeClr val="bg1"/>
                </a:solidFill>
                <a:latin typeface="NVIDIA Sans" panose="020B0503020203020204" pitchFamily="34" charset="0"/>
                <a:cs typeface="NVIDIA Sans" panose="020B0503020203020204" pitchFamily="34" charset="0"/>
              </a:defRPr>
            </a:lvl1pPr>
            <a:lvl2pPr marL="2562790" indent="0">
              <a:buFontTx/>
              <a:buNone/>
              <a:defRPr sz="4000" b="1">
                <a:solidFill>
                  <a:schemeClr val="tx1"/>
                </a:solidFill>
                <a:latin typeface="NVIDIA Sans" panose="020B0503020203020204" pitchFamily="34" charset="0"/>
              </a:defRPr>
            </a:lvl2pPr>
            <a:lvl3pPr marL="4883584" indent="0">
              <a:buFontTx/>
              <a:buNone/>
              <a:defRPr sz="4000" b="1">
                <a:solidFill>
                  <a:schemeClr val="tx1"/>
                </a:solidFill>
                <a:latin typeface="NVIDIA Sans" panose="020B0503020203020204" pitchFamily="34" charset="0"/>
              </a:defRPr>
            </a:lvl3pPr>
            <a:lvl4pPr marL="6933729" indent="0">
              <a:buFontTx/>
              <a:buNone/>
              <a:defRPr sz="4000" b="1">
                <a:solidFill>
                  <a:schemeClr val="tx1"/>
                </a:solidFill>
                <a:latin typeface="NVIDIA Sans" panose="020B0503020203020204" pitchFamily="34" charset="0"/>
              </a:defRPr>
            </a:lvl4pPr>
            <a:lvl5pPr marL="8471409" indent="0">
              <a:buFontTx/>
              <a:buNone/>
              <a:defRPr sz="4000" b="1">
                <a:solidFill>
                  <a:schemeClr val="tx1"/>
                </a:solidFill>
                <a:latin typeface="NVIDIA Sans" panose="020B0503020203020204" pitchFamily="34" charset="0"/>
              </a:defRPr>
            </a:lvl5pPr>
          </a:lstStyle>
          <a:p>
            <a:pPr lvl="0"/>
            <a:r>
              <a:rPr lang="en-US" dirty="0"/>
              <a:t>Click to add subtitle</a:t>
            </a:r>
          </a:p>
        </p:txBody>
      </p:sp>
      <p:sp>
        <p:nvSpPr>
          <p:cNvPr id="77" name="Text Placeholder 7">
            <a:extLst>
              <a:ext uri="{FF2B5EF4-FFF2-40B4-BE49-F238E27FC236}">
                <a16:creationId xmlns:a16="http://schemas.microsoft.com/office/drawing/2014/main" id="{A6B7D653-72EF-B0B1-6654-9E4D6E8DCA75}"/>
              </a:ext>
            </a:extLst>
          </p:cNvPr>
          <p:cNvSpPr>
            <a:spLocks noGrp="1"/>
          </p:cNvSpPr>
          <p:nvPr>
            <p:ph type="body" sz="quarter" idx="71" hasCustomPrompt="1"/>
          </p:nvPr>
        </p:nvSpPr>
        <p:spPr>
          <a:xfrm>
            <a:off x="18527529" y="17059122"/>
            <a:ext cx="7946972" cy="750359"/>
          </a:xfrm>
          <a:prstGeom prst="rect">
            <a:avLst/>
          </a:prstGeom>
        </p:spPr>
        <p:txBody>
          <a:bodyPr anchor="b"/>
          <a:lstStyle>
            <a:lvl1pPr marL="0" indent="0" algn="ctr">
              <a:spcBef>
                <a:spcPts val="1200"/>
              </a:spcBef>
              <a:buFontTx/>
              <a:buNone/>
              <a:defRPr sz="4000" b="0" cap="none" baseline="0">
                <a:solidFill>
                  <a:schemeClr val="bg1"/>
                </a:solidFill>
                <a:latin typeface="+mj-lt"/>
                <a:cs typeface="NVIDIA Sans" panose="020B0503020203020204" pitchFamily="34" charset="0"/>
              </a:defRPr>
            </a:lvl1pPr>
            <a:lvl2pPr marL="2562790" indent="0">
              <a:buFontTx/>
              <a:buNone/>
              <a:defRPr sz="4000" b="1">
                <a:solidFill>
                  <a:schemeClr val="tx1"/>
                </a:solidFill>
                <a:latin typeface="NVIDIA Sans" panose="020B0503020203020204" pitchFamily="34" charset="0"/>
              </a:defRPr>
            </a:lvl2pPr>
            <a:lvl3pPr marL="4883584" indent="0">
              <a:buFontTx/>
              <a:buNone/>
              <a:defRPr sz="4000" b="1">
                <a:solidFill>
                  <a:schemeClr val="tx1"/>
                </a:solidFill>
                <a:latin typeface="NVIDIA Sans" panose="020B0503020203020204" pitchFamily="34" charset="0"/>
              </a:defRPr>
            </a:lvl3pPr>
            <a:lvl4pPr marL="6933729" indent="0">
              <a:buFontTx/>
              <a:buNone/>
              <a:defRPr sz="4000" b="1">
                <a:solidFill>
                  <a:schemeClr val="tx1"/>
                </a:solidFill>
                <a:latin typeface="NVIDIA Sans" panose="020B0503020203020204" pitchFamily="34" charset="0"/>
              </a:defRPr>
            </a:lvl4pPr>
            <a:lvl5pPr marL="8471409" indent="0">
              <a:buFontTx/>
              <a:buNone/>
              <a:defRPr sz="4000" b="1">
                <a:solidFill>
                  <a:schemeClr val="tx1"/>
                </a:solidFill>
                <a:latin typeface="NVIDIA Sans" panose="020B0503020203020204" pitchFamily="34" charset="0"/>
              </a:defRPr>
            </a:lvl5pPr>
          </a:lstStyle>
          <a:p>
            <a:pPr lvl="0"/>
            <a:r>
              <a:rPr lang="en-US" dirty="0"/>
              <a:t>Click To Add Title</a:t>
            </a:r>
          </a:p>
        </p:txBody>
      </p:sp>
      <p:sp>
        <p:nvSpPr>
          <p:cNvPr id="78" name="Text Placeholder 7">
            <a:extLst>
              <a:ext uri="{FF2B5EF4-FFF2-40B4-BE49-F238E27FC236}">
                <a16:creationId xmlns:a16="http://schemas.microsoft.com/office/drawing/2014/main" id="{68246EB6-5778-F487-E211-E6E38EDCBD39}"/>
              </a:ext>
            </a:extLst>
          </p:cNvPr>
          <p:cNvSpPr>
            <a:spLocks noGrp="1"/>
          </p:cNvSpPr>
          <p:nvPr>
            <p:ph type="body" sz="quarter" idx="72" hasCustomPrompt="1"/>
          </p:nvPr>
        </p:nvSpPr>
        <p:spPr>
          <a:xfrm>
            <a:off x="18527529" y="17746729"/>
            <a:ext cx="7946972" cy="750359"/>
          </a:xfrm>
          <a:prstGeom prst="rect">
            <a:avLst/>
          </a:prstGeom>
        </p:spPr>
        <p:txBody>
          <a:bodyPr/>
          <a:lstStyle>
            <a:lvl1pPr marL="0" indent="0" algn="ctr">
              <a:spcBef>
                <a:spcPts val="600"/>
              </a:spcBef>
              <a:buFontTx/>
              <a:buNone/>
              <a:defRPr sz="2800" b="0">
                <a:solidFill>
                  <a:schemeClr val="bg1"/>
                </a:solidFill>
                <a:latin typeface="NVIDIA Sans" panose="020B0503020203020204" pitchFamily="34" charset="0"/>
                <a:cs typeface="NVIDIA Sans" panose="020B0503020203020204" pitchFamily="34" charset="0"/>
              </a:defRPr>
            </a:lvl1pPr>
            <a:lvl2pPr marL="2562790" indent="0">
              <a:buFontTx/>
              <a:buNone/>
              <a:defRPr sz="4000" b="1">
                <a:solidFill>
                  <a:schemeClr val="tx1"/>
                </a:solidFill>
                <a:latin typeface="NVIDIA Sans" panose="020B0503020203020204" pitchFamily="34" charset="0"/>
              </a:defRPr>
            </a:lvl2pPr>
            <a:lvl3pPr marL="4883584" indent="0">
              <a:buFontTx/>
              <a:buNone/>
              <a:defRPr sz="4000" b="1">
                <a:solidFill>
                  <a:schemeClr val="tx1"/>
                </a:solidFill>
                <a:latin typeface="NVIDIA Sans" panose="020B0503020203020204" pitchFamily="34" charset="0"/>
              </a:defRPr>
            </a:lvl3pPr>
            <a:lvl4pPr marL="6933729" indent="0">
              <a:buFontTx/>
              <a:buNone/>
              <a:defRPr sz="4000" b="1">
                <a:solidFill>
                  <a:schemeClr val="tx1"/>
                </a:solidFill>
                <a:latin typeface="NVIDIA Sans" panose="020B0503020203020204" pitchFamily="34" charset="0"/>
              </a:defRPr>
            </a:lvl4pPr>
            <a:lvl5pPr marL="8471409" indent="0">
              <a:buFontTx/>
              <a:buNone/>
              <a:defRPr sz="4000" b="1">
                <a:solidFill>
                  <a:schemeClr val="tx1"/>
                </a:solidFill>
                <a:latin typeface="NVIDIA Sans" panose="020B0503020203020204" pitchFamily="34" charset="0"/>
              </a:defRPr>
            </a:lvl5pPr>
          </a:lstStyle>
          <a:p>
            <a:pPr lvl="0"/>
            <a:r>
              <a:rPr lang="en-US" dirty="0"/>
              <a:t>Click to add subtitle</a:t>
            </a:r>
          </a:p>
        </p:txBody>
      </p:sp>
      <p:sp>
        <p:nvSpPr>
          <p:cNvPr id="79" name="Text Placeholder 7">
            <a:extLst>
              <a:ext uri="{FF2B5EF4-FFF2-40B4-BE49-F238E27FC236}">
                <a16:creationId xmlns:a16="http://schemas.microsoft.com/office/drawing/2014/main" id="{46E19FE0-274C-8D86-A257-C3C9C6050C55}"/>
              </a:ext>
            </a:extLst>
          </p:cNvPr>
          <p:cNvSpPr>
            <a:spLocks noGrp="1"/>
          </p:cNvSpPr>
          <p:nvPr>
            <p:ph type="body" sz="quarter" idx="73" hasCustomPrompt="1"/>
          </p:nvPr>
        </p:nvSpPr>
        <p:spPr>
          <a:xfrm>
            <a:off x="26976037" y="17059122"/>
            <a:ext cx="7947304" cy="750359"/>
          </a:xfrm>
          <a:prstGeom prst="rect">
            <a:avLst/>
          </a:prstGeom>
        </p:spPr>
        <p:txBody>
          <a:bodyPr anchor="b"/>
          <a:lstStyle>
            <a:lvl1pPr marL="0" indent="0" algn="ctr">
              <a:spcBef>
                <a:spcPts val="1200"/>
              </a:spcBef>
              <a:buFontTx/>
              <a:buNone/>
              <a:defRPr sz="4000" b="0" cap="none" baseline="0">
                <a:solidFill>
                  <a:schemeClr val="bg1"/>
                </a:solidFill>
                <a:latin typeface="+mj-lt"/>
                <a:cs typeface="NVIDIA Sans" panose="020B0503020203020204" pitchFamily="34" charset="0"/>
              </a:defRPr>
            </a:lvl1pPr>
            <a:lvl2pPr marL="2562790" indent="0">
              <a:buFontTx/>
              <a:buNone/>
              <a:defRPr sz="4000" b="1">
                <a:solidFill>
                  <a:schemeClr val="tx1"/>
                </a:solidFill>
                <a:latin typeface="NVIDIA Sans" panose="020B0503020203020204" pitchFamily="34" charset="0"/>
              </a:defRPr>
            </a:lvl2pPr>
            <a:lvl3pPr marL="4883584" indent="0">
              <a:buFontTx/>
              <a:buNone/>
              <a:defRPr sz="4000" b="1">
                <a:solidFill>
                  <a:schemeClr val="tx1"/>
                </a:solidFill>
                <a:latin typeface="NVIDIA Sans" panose="020B0503020203020204" pitchFamily="34" charset="0"/>
              </a:defRPr>
            </a:lvl3pPr>
            <a:lvl4pPr marL="6933729" indent="0">
              <a:buFontTx/>
              <a:buNone/>
              <a:defRPr sz="4000" b="1">
                <a:solidFill>
                  <a:schemeClr val="tx1"/>
                </a:solidFill>
                <a:latin typeface="NVIDIA Sans" panose="020B0503020203020204" pitchFamily="34" charset="0"/>
              </a:defRPr>
            </a:lvl4pPr>
            <a:lvl5pPr marL="8471409" indent="0">
              <a:buFontTx/>
              <a:buNone/>
              <a:defRPr sz="4000" b="1">
                <a:solidFill>
                  <a:schemeClr val="tx1"/>
                </a:solidFill>
                <a:latin typeface="NVIDIA Sans" panose="020B0503020203020204" pitchFamily="34" charset="0"/>
              </a:defRPr>
            </a:lvl5pPr>
          </a:lstStyle>
          <a:p>
            <a:pPr lvl="0"/>
            <a:r>
              <a:rPr lang="en-US" dirty="0"/>
              <a:t>Click To Add Title</a:t>
            </a:r>
          </a:p>
        </p:txBody>
      </p:sp>
      <p:sp>
        <p:nvSpPr>
          <p:cNvPr id="80" name="Text Placeholder 7">
            <a:extLst>
              <a:ext uri="{FF2B5EF4-FFF2-40B4-BE49-F238E27FC236}">
                <a16:creationId xmlns:a16="http://schemas.microsoft.com/office/drawing/2014/main" id="{6EE28B31-BBFD-198B-6E2A-89E9C4CCFA8B}"/>
              </a:ext>
            </a:extLst>
          </p:cNvPr>
          <p:cNvSpPr>
            <a:spLocks noGrp="1"/>
          </p:cNvSpPr>
          <p:nvPr>
            <p:ph type="body" sz="quarter" idx="74" hasCustomPrompt="1"/>
          </p:nvPr>
        </p:nvSpPr>
        <p:spPr>
          <a:xfrm>
            <a:off x="26976037" y="17746729"/>
            <a:ext cx="7947304" cy="750359"/>
          </a:xfrm>
          <a:prstGeom prst="rect">
            <a:avLst/>
          </a:prstGeom>
        </p:spPr>
        <p:txBody>
          <a:bodyPr/>
          <a:lstStyle>
            <a:lvl1pPr marL="0" indent="0" algn="ctr">
              <a:spcBef>
                <a:spcPts val="600"/>
              </a:spcBef>
              <a:buFontTx/>
              <a:buNone/>
              <a:defRPr sz="2800" b="0">
                <a:solidFill>
                  <a:schemeClr val="bg1"/>
                </a:solidFill>
                <a:latin typeface="NVIDIA Sans" panose="020B0503020203020204" pitchFamily="34" charset="0"/>
                <a:cs typeface="NVIDIA Sans" panose="020B0503020203020204" pitchFamily="34" charset="0"/>
              </a:defRPr>
            </a:lvl1pPr>
            <a:lvl2pPr marL="2562790" indent="0">
              <a:buFontTx/>
              <a:buNone/>
              <a:defRPr sz="4000" b="1">
                <a:solidFill>
                  <a:schemeClr val="tx1"/>
                </a:solidFill>
                <a:latin typeface="NVIDIA Sans" panose="020B0503020203020204" pitchFamily="34" charset="0"/>
              </a:defRPr>
            </a:lvl2pPr>
            <a:lvl3pPr marL="4883584" indent="0">
              <a:buFontTx/>
              <a:buNone/>
              <a:defRPr sz="4000" b="1">
                <a:solidFill>
                  <a:schemeClr val="tx1"/>
                </a:solidFill>
                <a:latin typeface="NVIDIA Sans" panose="020B0503020203020204" pitchFamily="34" charset="0"/>
              </a:defRPr>
            </a:lvl3pPr>
            <a:lvl4pPr marL="6933729" indent="0">
              <a:buFontTx/>
              <a:buNone/>
              <a:defRPr sz="4000" b="1">
                <a:solidFill>
                  <a:schemeClr val="tx1"/>
                </a:solidFill>
                <a:latin typeface="NVIDIA Sans" panose="020B0503020203020204" pitchFamily="34" charset="0"/>
              </a:defRPr>
            </a:lvl4pPr>
            <a:lvl5pPr marL="8471409" indent="0">
              <a:buFontTx/>
              <a:buNone/>
              <a:defRPr sz="4000" b="1">
                <a:solidFill>
                  <a:schemeClr val="tx1"/>
                </a:solidFill>
                <a:latin typeface="NVIDIA Sans" panose="020B0503020203020204" pitchFamily="34" charset="0"/>
              </a:defRPr>
            </a:lvl5pPr>
          </a:lstStyle>
          <a:p>
            <a:pPr lvl="0"/>
            <a:r>
              <a:rPr lang="en-US" dirty="0"/>
              <a:t>Click to add subtitle</a:t>
            </a:r>
          </a:p>
        </p:txBody>
      </p:sp>
      <p:sp>
        <p:nvSpPr>
          <p:cNvPr id="81" name="Title 1">
            <a:extLst>
              <a:ext uri="{FF2B5EF4-FFF2-40B4-BE49-F238E27FC236}">
                <a16:creationId xmlns:a16="http://schemas.microsoft.com/office/drawing/2014/main" id="{7782373E-DEA5-D3FA-DF0B-FC71246BA41C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2514600" y="0"/>
            <a:ext cx="31546800" cy="2514601"/>
          </a:xfrm>
        </p:spPr>
        <p:txBody>
          <a:bodyPr/>
          <a:lstStyle>
            <a:lvl1pPr>
              <a:defRPr sz="7200" b="1" cap="none">
                <a:latin typeface="NVIDIA Sans" panose="020B0503020203020204" pitchFamily="34" charset="0"/>
                <a:cs typeface="NVIDIA Sans" panose="020B0503020203020204" pitchFamily="34" charset="0"/>
              </a:defRPr>
            </a:lvl1pPr>
          </a:lstStyle>
          <a:p>
            <a:r>
              <a:rPr lang="en-US" dirty="0"/>
              <a:t>Click To Add Title</a:t>
            </a:r>
          </a:p>
        </p:txBody>
      </p:sp>
      <p:sp>
        <p:nvSpPr>
          <p:cNvPr id="82" name="Text Placeholder 7">
            <a:extLst>
              <a:ext uri="{FF2B5EF4-FFF2-40B4-BE49-F238E27FC236}">
                <a16:creationId xmlns:a16="http://schemas.microsoft.com/office/drawing/2014/main" id="{66E4B878-2BFA-C852-759E-04F4BD4E4538}"/>
              </a:ext>
            </a:extLst>
          </p:cNvPr>
          <p:cNvSpPr>
            <a:spLocks noGrp="1"/>
          </p:cNvSpPr>
          <p:nvPr>
            <p:ph type="body" sz="quarter" idx="10" hasCustomPrompt="1"/>
          </p:nvPr>
        </p:nvSpPr>
        <p:spPr>
          <a:xfrm>
            <a:off x="2514600" y="2487168"/>
            <a:ext cx="31546800" cy="1408176"/>
          </a:xfrm>
          <a:prstGeom prst="rect">
            <a:avLst/>
          </a:prstGeom>
        </p:spPr>
        <p:txBody>
          <a:bodyPr/>
          <a:lstStyle>
            <a:lvl1pPr marL="0" indent="0" algn="ctr">
              <a:spcBef>
                <a:spcPts val="0"/>
              </a:spcBef>
              <a:buFontTx/>
              <a:buNone/>
              <a:defRPr sz="4800">
                <a:solidFill>
                  <a:schemeClr val="tx2"/>
                </a:solidFill>
                <a:latin typeface="NVIDIA Sans" panose="020B0503020203020204" pitchFamily="34" charset="0"/>
                <a:cs typeface="NVIDIA Sans" panose="020B0503020203020204" pitchFamily="34" charset="0"/>
              </a:defRPr>
            </a:lvl1pPr>
            <a:lvl2pPr marL="1371600" indent="0" algn="ctr">
              <a:buFontTx/>
              <a:buNone/>
              <a:defRPr sz="4400">
                <a:latin typeface="NVIDIA Sans" panose="020B0503020203020204" pitchFamily="34" charset="0"/>
              </a:defRPr>
            </a:lvl2pPr>
            <a:lvl3pPr marL="2743200" indent="0" algn="ctr">
              <a:buFontTx/>
              <a:buNone/>
              <a:defRPr sz="4400">
                <a:latin typeface="NVIDIA Sans" panose="020B0503020203020204" pitchFamily="34" charset="0"/>
              </a:defRPr>
            </a:lvl3pPr>
            <a:lvl4pPr marL="4114800" indent="0" algn="ctr">
              <a:buFontTx/>
              <a:buNone/>
              <a:defRPr sz="4400">
                <a:latin typeface="NVIDIA Sans" panose="020B0503020203020204" pitchFamily="34" charset="0"/>
              </a:defRPr>
            </a:lvl4pPr>
            <a:lvl5pPr marL="5486400" indent="0" algn="ctr">
              <a:buFontTx/>
              <a:buNone/>
              <a:defRPr sz="4400">
                <a:latin typeface="NVIDIA Sans" panose="020B0503020203020204" pitchFamily="34" charset="0"/>
              </a:defRPr>
            </a:lvl5pPr>
          </a:lstStyle>
          <a:p>
            <a:pPr lvl="0"/>
            <a:r>
              <a:rPr lang="en-US" dirty="0"/>
              <a:t>Click to add subtitle</a:t>
            </a:r>
          </a:p>
        </p:txBody>
      </p:sp>
    </p:spTree>
    <p:extLst>
      <p:ext uri="{BB962C8B-B14F-4D97-AF65-F5344CB8AC3E}">
        <p14:creationId xmlns:p14="http://schemas.microsoft.com/office/powerpoint/2010/main" val="2959063998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10"/>
    </mc:Choice>
    <mc:Fallback xmlns:a16="http://schemas.microsoft.com/office/drawing/2014/main" xmlns="">
      <p:transition/>
    </mc:Fallback>
  </mc:AlternateContent>
</p:sldLayout>
</file>

<file path=ppt/slideLayouts/slideLayout2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9-up Imag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7" name="Text Placeholder 7">
            <a:extLst>
              <a:ext uri="{FF2B5EF4-FFF2-40B4-BE49-F238E27FC236}">
                <a16:creationId xmlns:a16="http://schemas.microsoft.com/office/drawing/2014/main" id="{AC8872D6-E3D9-128D-6975-7E43AE049DD0}"/>
              </a:ext>
            </a:extLst>
          </p:cNvPr>
          <p:cNvSpPr>
            <a:spLocks noGrp="1"/>
          </p:cNvSpPr>
          <p:nvPr>
            <p:ph type="body" sz="quarter" idx="37" hasCustomPrompt="1"/>
          </p:nvPr>
        </p:nvSpPr>
        <p:spPr>
          <a:xfrm>
            <a:off x="11782110" y="17059122"/>
            <a:ext cx="6261482" cy="750359"/>
          </a:xfrm>
          <a:prstGeom prst="rect">
            <a:avLst/>
          </a:prstGeom>
        </p:spPr>
        <p:txBody>
          <a:bodyPr anchor="b"/>
          <a:lstStyle>
            <a:lvl1pPr marL="0" indent="0" algn="ctr">
              <a:spcBef>
                <a:spcPts val="1200"/>
              </a:spcBef>
              <a:buFontTx/>
              <a:buNone/>
              <a:defRPr sz="4000" b="0" cap="none" baseline="0">
                <a:solidFill>
                  <a:schemeClr val="bg1"/>
                </a:solidFill>
                <a:latin typeface="+mj-lt"/>
                <a:cs typeface="NVIDIA Sans" panose="020B0503020203020204" pitchFamily="34" charset="0"/>
              </a:defRPr>
            </a:lvl1pPr>
            <a:lvl2pPr marL="2562790" indent="0">
              <a:buFontTx/>
              <a:buNone/>
              <a:defRPr sz="4000" b="1">
                <a:solidFill>
                  <a:schemeClr val="tx1"/>
                </a:solidFill>
                <a:latin typeface="NVIDIA Sans" panose="020B0503020203020204" pitchFamily="34" charset="0"/>
              </a:defRPr>
            </a:lvl2pPr>
            <a:lvl3pPr marL="4883584" indent="0">
              <a:buFontTx/>
              <a:buNone/>
              <a:defRPr sz="4000" b="1">
                <a:solidFill>
                  <a:schemeClr val="tx1"/>
                </a:solidFill>
                <a:latin typeface="NVIDIA Sans" panose="020B0503020203020204" pitchFamily="34" charset="0"/>
              </a:defRPr>
            </a:lvl3pPr>
            <a:lvl4pPr marL="6933729" indent="0">
              <a:buFontTx/>
              <a:buNone/>
              <a:defRPr sz="4000" b="1">
                <a:solidFill>
                  <a:schemeClr val="tx1"/>
                </a:solidFill>
                <a:latin typeface="NVIDIA Sans" panose="020B0503020203020204" pitchFamily="34" charset="0"/>
              </a:defRPr>
            </a:lvl4pPr>
            <a:lvl5pPr marL="8471409" indent="0">
              <a:buFontTx/>
              <a:buNone/>
              <a:defRPr sz="4000" b="1">
                <a:solidFill>
                  <a:schemeClr val="tx1"/>
                </a:solidFill>
                <a:latin typeface="NVIDIA Sans" panose="020B0503020203020204" pitchFamily="34" charset="0"/>
              </a:defRPr>
            </a:lvl5pPr>
          </a:lstStyle>
          <a:p>
            <a:pPr lvl="0"/>
            <a:r>
              <a:rPr lang="en-US" dirty="0"/>
              <a:t>Click To Add Title</a:t>
            </a:r>
          </a:p>
        </p:txBody>
      </p:sp>
      <p:sp>
        <p:nvSpPr>
          <p:cNvPr id="38" name="Text Placeholder 7">
            <a:extLst>
              <a:ext uri="{FF2B5EF4-FFF2-40B4-BE49-F238E27FC236}">
                <a16:creationId xmlns:a16="http://schemas.microsoft.com/office/drawing/2014/main" id="{124D63DA-1ECC-62E5-3223-DD9853116B97}"/>
              </a:ext>
            </a:extLst>
          </p:cNvPr>
          <p:cNvSpPr>
            <a:spLocks noGrp="1"/>
          </p:cNvSpPr>
          <p:nvPr>
            <p:ph type="body" sz="quarter" idx="39" hasCustomPrompt="1"/>
          </p:nvPr>
        </p:nvSpPr>
        <p:spPr>
          <a:xfrm>
            <a:off x="5037420" y="17059122"/>
            <a:ext cx="6254842" cy="750359"/>
          </a:xfrm>
          <a:prstGeom prst="rect">
            <a:avLst/>
          </a:prstGeom>
        </p:spPr>
        <p:txBody>
          <a:bodyPr anchor="b"/>
          <a:lstStyle>
            <a:lvl1pPr marL="0" indent="0" algn="ctr">
              <a:spcBef>
                <a:spcPts val="1200"/>
              </a:spcBef>
              <a:buFontTx/>
              <a:buNone/>
              <a:defRPr sz="4000" b="0" cap="none" baseline="0">
                <a:solidFill>
                  <a:schemeClr val="bg1"/>
                </a:solidFill>
                <a:latin typeface="+mj-lt"/>
                <a:cs typeface="NVIDIA Sans" panose="020B0503020203020204" pitchFamily="34" charset="0"/>
              </a:defRPr>
            </a:lvl1pPr>
            <a:lvl2pPr marL="2562790" indent="0">
              <a:buFontTx/>
              <a:buNone/>
              <a:defRPr sz="4000" b="1">
                <a:solidFill>
                  <a:schemeClr val="tx1"/>
                </a:solidFill>
                <a:latin typeface="NVIDIA Sans" panose="020B0503020203020204" pitchFamily="34" charset="0"/>
              </a:defRPr>
            </a:lvl2pPr>
            <a:lvl3pPr marL="4883584" indent="0">
              <a:buFontTx/>
              <a:buNone/>
              <a:defRPr sz="4000" b="1">
                <a:solidFill>
                  <a:schemeClr val="tx1"/>
                </a:solidFill>
                <a:latin typeface="NVIDIA Sans" panose="020B0503020203020204" pitchFamily="34" charset="0"/>
              </a:defRPr>
            </a:lvl3pPr>
            <a:lvl4pPr marL="6933729" indent="0">
              <a:buFontTx/>
              <a:buNone/>
              <a:defRPr sz="4000" b="1">
                <a:solidFill>
                  <a:schemeClr val="tx1"/>
                </a:solidFill>
                <a:latin typeface="NVIDIA Sans" panose="020B0503020203020204" pitchFamily="34" charset="0"/>
              </a:defRPr>
            </a:lvl4pPr>
            <a:lvl5pPr marL="8471409" indent="0">
              <a:buFontTx/>
              <a:buNone/>
              <a:defRPr sz="4000" b="1">
                <a:solidFill>
                  <a:schemeClr val="tx1"/>
                </a:solidFill>
                <a:latin typeface="NVIDIA Sans" panose="020B0503020203020204" pitchFamily="34" charset="0"/>
              </a:defRPr>
            </a:lvl5pPr>
          </a:lstStyle>
          <a:p>
            <a:pPr lvl="0"/>
            <a:r>
              <a:rPr lang="en-US" dirty="0"/>
              <a:t>Click To Add Title</a:t>
            </a:r>
          </a:p>
        </p:txBody>
      </p:sp>
      <p:sp>
        <p:nvSpPr>
          <p:cNvPr id="48" name="Text Placeholder 7">
            <a:extLst>
              <a:ext uri="{FF2B5EF4-FFF2-40B4-BE49-F238E27FC236}">
                <a16:creationId xmlns:a16="http://schemas.microsoft.com/office/drawing/2014/main" id="{4296C6CE-75C2-58D3-2077-098855EC5071}"/>
              </a:ext>
            </a:extLst>
          </p:cNvPr>
          <p:cNvSpPr>
            <a:spLocks noGrp="1"/>
          </p:cNvSpPr>
          <p:nvPr>
            <p:ph type="body" sz="quarter" idx="40" hasCustomPrompt="1"/>
          </p:nvPr>
        </p:nvSpPr>
        <p:spPr>
          <a:xfrm>
            <a:off x="11782110" y="17727056"/>
            <a:ext cx="6261482" cy="750359"/>
          </a:xfrm>
          <a:prstGeom prst="rect">
            <a:avLst/>
          </a:prstGeom>
        </p:spPr>
        <p:txBody>
          <a:bodyPr/>
          <a:lstStyle>
            <a:lvl1pPr marL="0" indent="0" algn="ctr">
              <a:spcBef>
                <a:spcPts val="600"/>
              </a:spcBef>
              <a:buFontTx/>
              <a:buNone/>
              <a:defRPr sz="2800" b="0">
                <a:solidFill>
                  <a:schemeClr val="bg1"/>
                </a:solidFill>
                <a:latin typeface="NVIDIA Sans" panose="020B0503020203020204" pitchFamily="34" charset="0"/>
                <a:cs typeface="NVIDIA Sans" panose="020B0503020203020204" pitchFamily="34" charset="0"/>
              </a:defRPr>
            </a:lvl1pPr>
            <a:lvl2pPr marL="2562790" indent="0">
              <a:buFontTx/>
              <a:buNone/>
              <a:defRPr sz="4000" b="1">
                <a:solidFill>
                  <a:schemeClr val="tx1"/>
                </a:solidFill>
                <a:latin typeface="NVIDIA Sans" panose="020B0503020203020204" pitchFamily="34" charset="0"/>
              </a:defRPr>
            </a:lvl2pPr>
            <a:lvl3pPr marL="4883584" indent="0">
              <a:buFontTx/>
              <a:buNone/>
              <a:defRPr sz="4000" b="1">
                <a:solidFill>
                  <a:schemeClr val="tx1"/>
                </a:solidFill>
                <a:latin typeface="NVIDIA Sans" panose="020B0503020203020204" pitchFamily="34" charset="0"/>
              </a:defRPr>
            </a:lvl3pPr>
            <a:lvl4pPr marL="6933729" indent="0">
              <a:buFontTx/>
              <a:buNone/>
              <a:defRPr sz="4000" b="1">
                <a:solidFill>
                  <a:schemeClr val="tx1"/>
                </a:solidFill>
                <a:latin typeface="NVIDIA Sans" panose="020B0503020203020204" pitchFamily="34" charset="0"/>
              </a:defRPr>
            </a:lvl4pPr>
            <a:lvl5pPr marL="8471409" indent="0">
              <a:buFontTx/>
              <a:buNone/>
              <a:defRPr sz="4000" b="1">
                <a:solidFill>
                  <a:schemeClr val="tx1"/>
                </a:solidFill>
                <a:latin typeface="NVIDIA Sans" panose="020B0503020203020204" pitchFamily="34" charset="0"/>
              </a:defRPr>
            </a:lvl5pPr>
          </a:lstStyle>
          <a:p>
            <a:pPr lvl="0"/>
            <a:r>
              <a:rPr lang="en-US" dirty="0"/>
              <a:t>Click to add subtitle</a:t>
            </a:r>
          </a:p>
        </p:txBody>
      </p:sp>
      <p:sp>
        <p:nvSpPr>
          <p:cNvPr id="49" name="Text Placeholder 7">
            <a:extLst>
              <a:ext uri="{FF2B5EF4-FFF2-40B4-BE49-F238E27FC236}">
                <a16:creationId xmlns:a16="http://schemas.microsoft.com/office/drawing/2014/main" id="{CB889168-9CA5-7858-11A4-7E282071DDD1}"/>
              </a:ext>
            </a:extLst>
          </p:cNvPr>
          <p:cNvSpPr>
            <a:spLocks noGrp="1"/>
          </p:cNvSpPr>
          <p:nvPr>
            <p:ph type="body" sz="quarter" idx="43" hasCustomPrompt="1"/>
          </p:nvPr>
        </p:nvSpPr>
        <p:spPr>
          <a:xfrm>
            <a:off x="5037420" y="17727056"/>
            <a:ext cx="6254842" cy="750359"/>
          </a:xfrm>
          <a:prstGeom prst="rect">
            <a:avLst/>
          </a:prstGeom>
        </p:spPr>
        <p:txBody>
          <a:bodyPr/>
          <a:lstStyle>
            <a:lvl1pPr marL="0" indent="0" algn="ctr">
              <a:spcBef>
                <a:spcPts val="600"/>
              </a:spcBef>
              <a:buFontTx/>
              <a:buNone/>
              <a:defRPr sz="2800" b="0">
                <a:solidFill>
                  <a:schemeClr val="bg1"/>
                </a:solidFill>
                <a:latin typeface="NVIDIA Sans" panose="020B0503020203020204" pitchFamily="34" charset="0"/>
                <a:cs typeface="NVIDIA Sans" panose="020B0503020203020204" pitchFamily="34" charset="0"/>
              </a:defRPr>
            </a:lvl1pPr>
            <a:lvl2pPr marL="2562790" indent="0">
              <a:buFontTx/>
              <a:buNone/>
              <a:defRPr sz="4000" b="1">
                <a:solidFill>
                  <a:schemeClr val="tx1"/>
                </a:solidFill>
                <a:latin typeface="NVIDIA Sans" panose="020B0503020203020204" pitchFamily="34" charset="0"/>
              </a:defRPr>
            </a:lvl2pPr>
            <a:lvl3pPr marL="4883584" indent="0">
              <a:buFontTx/>
              <a:buNone/>
              <a:defRPr sz="4000" b="1">
                <a:solidFill>
                  <a:schemeClr val="tx1"/>
                </a:solidFill>
                <a:latin typeface="NVIDIA Sans" panose="020B0503020203020204" pitchFamily="34" charset="0"/>
              </a:defRPr>
            </a:lvl3pPr>
            <a:lvl4pPr marL="6933729" indent="0">
              <a:buFontTx/>
              <a:buNone/>
              <a:defRPr sz="4000" b="1">
                <a:solidFill>
                  <a:schemeClr val="tx1"/>
                </a:solidFill>
                <a:latin typeface="NVIDIA Sans" panose="020B0503020203020204" pitchFamily="34" charset="0"/>
              </a:defRPr>
            </a:lvl4pPr>
            <a:lvl5pPr marL="8471409" indent="0">
              <a:buFontTx/>
              <a:buNone/>
              <a:defRPr sz="4000" b="1">
                <a:solidFill>
                  <a:schemeClr val="tx1"/>
                </a:solidFill>
                <a:latin typeface="NVIDIA Sans" panose="020B0503020203020204" pitchFamily="34" charset="0"/>
              </a:defRPr>
            </a:lvl5pPr>
          </a:lstStyle>
          <a:p>
            <a:pPr lvl="0"/>
            <a:r>
              <a:rPr lang="en-US" dirty="0"/>
              <a:t>Click to add subtitle</a:t>
            </a:r>
          </a:p>
        </p:txBody>
      </p:sp>
      <p:sp>
        <p:nvSpPr>
          <p:cNvPr id="50" name="Picture Placeholder 2">
            <a:extLst>
              <a:ext uri="{FF2B5EF4-FFF2-40B4-BE49-F238E27FC236}">
                <a16:creationId xmlns:a16="http://schemas.microsoft.com/office/drawing/2014/main" id="{3F8F5E2E-FAA9-873C-63EB-B4940E3D4908}"/>
              </a:ext>
            </a:extLst>
          </p:cNvPr>
          <p:cNvSpPr>
            <a:spLocks noGrp="1"/>
          </p:cNvSpPr>
          <p:nvPr>
            <p:ph type="pic" sz="quarter" idx="46"/>
          </p:nvPr>
        </p:nvSpPr>
        <p:spPr>
          <a:xfrm>
            <a:off x="5021177" y="11926198"/>
            <a:ext cx="6263640" cy="4937760"/>
          </a:xfrm>
          <a:prstGeom prst="rect">
            <a:avLst/>
          </a:prstGeom>
          <a:solidFill>
            <a:srgbClr val="151617">
              <a:alpha val="61000"/>
            </a:srgbClr>
          </a:solidFill>
          <a:ln w="9525">
            <a:solidFill>
              <a:schemeClr val="accent5"/>
            </a:solidFill>
          </a:ln>
        </p:spPr>
        <p:txBody>
          <a:bodyPr tIns="2194560" anchor="ctr"/>
          <a:lstStyle>
            <a:lvl1pPr marL="0" indent="0" algn="ctr">
              <a:buNone/>
              <a:defRPr lang="en-US" sz="3600" dirty="0">
                <a:solidFill>
                  <a:schemeClr val="bg2"/>
                </a:solidFill>
                <a:latin typeface="NVIDIA Sans" panose="020B0503020203020204" pitchFamily="34" charset="0"/>
                <a:cs typeface="NVIDIA Sans" panose="020B0503020203020204" pitchFamily="34" charset="0"/>
              </a:defRPr>
            </a:lvl1pPr>
          </a:lstStyle>
          <a:p>
            <a:pPr marL="685800" lvl="0" indent="-685800" algn="ctr"/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51" name="Picture Placeholder 2">
            <a:extLst>
              <a:ext uri="{FF2B5EF4-FFF2-40B4-BE49-F238E27FC236}">
                <a16:creationId xmlns:a16="http://schemas.microsoft.com/office/drawing/2014/main" id="{119A3EE3-90A6-60F9-3E78-60D1CE1FB244}"/>
              </a:ext>
            </a:extLst>
          </p:cNvPr>
          <p:cNvSpPr>
            <a:spLocks noGrp="1"/>
          </p:cNvSpPr>
          <p:nvPr>
            <p:ph type="pic" sz="quarter" idx="47"/>
          </p:nvPr>
        </p:nvSpPr>
        <p:spPr>
          <a:xfrm>
            <a:off x="11779715" y="11926198"/>
            <a:ext cx="6263640" cy="4937760"/>
          </a:xfrm>
          <a:prstGeom prst="rect">
            <a:avLst/>
          </a:prstGeom>
          <a:solidFill>
            <a:srgbClr val="151617">
              <a:alpha val="61000"/>
            </a:srgbClr>
          </a:solidFill>
          <a:ln w="9525">
            <a:solidFill>
              <a:schemeClr val="accent5"/>
            </a:solidFill>
          </a:ln>
        </p:spPr>
        <p:txBody>
          <a:bodyPr tIns="2194560" anchor="ctr"/>
          <a:lstStyle>
            <a:lvl1pPr marL="0" indent="0" algn="ctr">
              <a:buNone/>
              <a:defRPr lang="en-US" sz="3600" dirty="0">
                <a:solidFill>
                  <a:schemeClr val="bg2"/>
                </a:solidFill>
                <a:latin typeface="NVIDIA Sans" panose="020B0503020203020204" pitchFamily="34" charset="0"/>
                <a:cs typeface="NVIDIA Sans" panose="020B0503020203020204" pitchFamily="34" charset="0"/>
              </a:defRPr>
            </a:lvl1pPr>
          </a:lstStyle>
          <a:p>
            <a:pPr marL="685800" lvl="0" indent="-685800" algn="ctr"/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52" name="Picture Placeholder 2">
            <a:extLst>
              <a:ext uri="{FF2B5EF4-FFF2-40B4-BE49-F238E27FC236}">
                <a16:creationId xmlns:a16="http://schemas.microsoft.com/office/drawing/2014/main" id="{C639A2E5-6B54-F354-C964-79CE29BEB3D6}"/>
              </a:ext>
            </a:extLst>
          </p:cNvPr>
          <p:cNvSpPr>
            <a:spLocks noGrp="1"/>
          </p:cNvSpPr>
          <p:nvPr>
            <p:ph type="pic" sz="quarter" idx="48"/>
          </p:nvPr>
        </p:nvSpPr>
        <p:spPr>
          <a:xfrm>
            <a:off x="25286158" y="11926198"/>
            <a:ext cx="6263640" cy="4937760"/>
          </a:xfrm>
          <a:prstGeom prst="rect">
            <a:avLst/>
          </a:prstGeom>
          <a:solidFill>
            <a:srgbClr val="151617">
              <a:alpha val="61000"/>
            </a:srgbClr>
          </a:solidFill>
          <a:ln w="9525">
            <a:solidFill>
              <a:schemeClr val="accent5"/>
            </a:solidFill>
          </a:ln>
        </p:spPr>
        <p:txBody>
          <a:bodyPr tIns="2194560" anchor="ctr"/>
          <a:lstStyle>
            <a:lvl1pPr marL="0" indent="0" algn="ctr">
              <a:buNone/>
              <a:defRPr lang="en-US" sz="3600" dirty="0">
                <a:solidFill>
                  <a:schemeClr val="bg2"/>
                </a:solidFill>
                <a:latin typeface="NVIDIA Sans" panose="020B0503020203020204" pitchFamily="34" charset="0"/>
                <a:cs typeface="NVIDIA Sans" panose="020B0503020203020204" pitchFamily="34" charset="0"/>
              </a:defRPr>
            </a:lvl1pPr>
          </a:lstStyle>
          <a:p>
            <a:pPr marL="685800" lvl="0" indent="-685800" algn="ctr"/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53" name="Text Placeholder 7">
            <a:extLst>
              <a:ext uri="{FF2B5EF4-FFF2-40B4-BE49-F238E27FC236}">
                <a16:creationId xmlns:a16="http://schemas.microsoft.com/office/drawing/2014/main" id="{405A4B4F-FDD8-68B8-BEC0-2C9F5E7703BC}"/>
              </a:ext>
            </a:extLst>
          </p:cNvPr>
          <p:cNvSpPr>
            <a:spLocks noGrp="1"/>
          </p:cNvSpPr>
          <p:nvPr>
            <p:ph type="body" sz="quarter" idx="50" hasCustomPrompt="1"/>
          </p:nvPr>
        </p:nvSpPr>
        <p:spPr>
          <a:xfrm>
            <a:off x="18532409" y="17059122"/>
            <a:ext cx="6263641" cy="750359"/>
          </a:xfrm>
          <a:prstGeom prst="rect">
            <a:avLst/>
          </a:prstGeom>
        </p:spPr>
        <p:txBody>
          <a:bodyPr anchor="b"/>
          <a:lstStyle>
            <a:lvl1pPr marL="0" indent="0" algn="ctr">
              <a:spcBef>
                <a:spcPts val="1200"/>
              </a:spcBef>
              <a:buFontTx/>
              <a:buNone/>
              <a:defRPr sz="4000" b="0" cap="none" baseline="0">
                <a:solidFill>
                  <a:schemeClr val="bg1"/>
                </a:solidFill>
                <a:latin typeface="+mj-lt"/>
                <a:cs typeface="NVIDIA Sans" panose="020B0503020203020204" pitchFamily="34" charset="0"/>
              </a:defRPr>
            </a:lvl1pPr>
            <a:lvl2pPr marL="2562790" indent="0">
              <a:buFontTx/>
              <a:buNone/>
              <a:defRPr sz="4000" b="1">
                <a:solidFill>
                  <a:schemeClr val="tx1"/>
                </a:solidFill>
                <a:latin typeface="NVIDIA Sans" panose="020B0503020203020204" pitchFamily="34" charset="0"/>
              </a:defRPr>
            </a:lvl2pPr>
            <a:lvl3pPr marL="4883584" indent="0">
              <a:buFontTx/>
              <a:buNone/>
              <a:defRPr sz="4000" b="1">
                <a:solidFill>
                  <a:schemeClr val="tx1"/>
                </a:solidFill>
                <a:latin typeface="NVIDIA Sans" panose="020B0503020203020204" pitchFamily="34" charset="0"/>
              </a:defRPr>
            </a:lvl3pPr>
            <a:lvl4pPr marL="6933729" indent="0">
              <a:buFontTx/>
              <a:buNone/>
              <a:defRPr sz="4000" b="1">
                <a:solidFill>
                  <a:schemeClr val="tx1"/>
                </a:solidFill>
                <a:latin typeface="NVIDIA Sans" panose="020B0503020203020204" pitchFamily="34" charset="0"/>
              </a:defRPr>
            </a:lvl4pPr>
            <a:lvl5pPr marL="8471409" indent="0">
              <a:buFontTx/>
              <a:buNone/>
              <a:defRPr sz="4000" b="1">
                <a:solidFill>
                  <a:schemeClr val="tx1"/>
                </a:solidFill>
                <a:latin typeface="NVIDIA Sans" panose="020B0503020203020204" pitchFamily="34" charset="0"/>
              </a:defRPr>
            </a:lvl5pPr>
          </a:lstStyle>
          <a:p>
            <a:pPr lvl="0"/>
            <a:r>
              <a:rPr lang="en-US" dirty="0"/>
              <a:t>Click To Add Title</a:t>
            </a:r>
          </a:p>
        </p:txBody>
      </p:sp>
      <p:sp>
        <p:nvSpPr>
          <p:cNvPr id="65" name="Text Placeholder 7">
            <a:extLst>
              <a:ext uri="{FF2B5EF4-FFF2-40B4-BE49-F238E27FC236}">
                <a16:creationId xmlns:a16="http://schemas.microsoft.com/office/drawing/2014/main" id="{6A9D8994-57AB-FC46-F970-8A9BC7CAD264}"/>
              </a:ext>
            </a:extLst>
          </p:cNvPr>
          <p:cNvSpPr>
            <a:spLocks noGrp="1"/>
          </p:cNvSpPr>
          <p:nvPr>
            <p:ph type="body" sz="quarter" idx="51" hasCustomPrompt="1"/>
          </p:nvPr>
        </p:nvSpPr>
        <p:spPr>
          <a:xfrm>
            <a:off x="18532409" y="17727056"/>
            <a:ext cx="6263641" cy="750359"/>
          </a:xfrm>
          <a:prstGeom prst="rect">
            <a:avLst/>
          </a:prstGeom>
        </p:spPr>
        <p:txBody>
          <a:bodyPr/>
          <a:lstStyle>
            <a:lvl1pPr marL="0" indent="0" algn="ctr">
              <a:spcBef>
                <a:spcPts val="600"/>
              </a:spcBef>
              <a:buFontTx/>
              <a:buNone/>
              <a:defRPr sz="2800" b="0">
                <a:solidFill>
                  <a:schemeClr val="bg1"/>
                </a:solidFill>
                <a:latin typeface="NVIDIA Sans" panose="020B0503020203020204" pitchFamily="34" charset="0"/>
                <a:cs typeface="NVIDIA Sans" panose="020B0503020203020204" pitchFamily="34" charset="0"/>
              </a:defRPr>
            </a:lvl1pPr>
            <a:lvl2pPr marL="2562790" indent="0">
              <a:buFontTx/>
              <a:buNone/>
              <a:defRPr sz="4000" b="1">
                <a:solidFill>
                  <a:schemeClr val="tx1"/>
                </a:solidFill>
                <a:latin typeface="NVIDIA Sans" panose="020B0503020203020204" pitchFamily="34" charset="0"/>
              </a:defRPr>
            </a:lvl2pPr>
            <a:lvl3pPr marL="4883584" indent="0">
              <a:buFontTx/>
              <a:buNone/>
              <a:defRPr sz="4000" b="1">
                <a:solidFill>
                  <a:schemeClr val="tx1"/>
                </a:solidFill>
                <a:latin typeface="NVIDIA Sans" panose="020B0503020203020204" pitchFamily="34" charset="0"/>
              </a:defRPr>
            </a:lvl3pPr>
            <a:lvl4pPr marL="6933729" indent="0">
              <a:buFontTx/>
              <a:buNone/>
              <a:defRPr sz="4000" b="1">
                <a:solidFill>
                  <a:schemeClr val="tx1"/>
                </a:solidFill>
                <a:latin typeface="NVIDIA Sans" panose="020B0503020203020204" pitchFamily="34" charset="0"/>
              </a:defRPr>
            </a:lvl4pPr>
            <a:lvl5pPr marL="8471409" indent="0">
              <a:buFontTx/>
              <a:buNone/>
              <a:defRPr sz="4000" b="1">
                <a:solidFill>
                  <a:schemeClr val="tx1"/>
                </a:solidFill>
                <a:latin typeface="NVIDIA Sans" panose="020B0503020203020204" pitchFamily="34" charset="0"/>
              </a:defRPr>
            </a:lvl5pPr>
          </a:lstStyle>
          <a:p>
            <a:pPr lvl="0"/>
            <a:r>
              <a:rPr lang="en-US" dirty="0"/>
              <a:t>Click to add subtitle</a:t>
            </a:r>
          </a:p>
        </p:txBody>
      </p:sp>
      <p:sp>
        <p:nvSpPr>
          <p:cNvPr id="66" name="Picture Placeholder 2">
            <a:extLst>
              <a:ext uri="{FF2B5EF4-FFF2-40B4-BE49-F238E27FC236}">
                <a16:creationId xmlns:a16="http://schemas.microsoft.com/office/drawing/2014/main" id="{34A2868F-2DD9-684C-4C82-813EEBD15ACA}"/>
              </a:ext>
            </a:extLst>
          </p:cNvPr>
          <p:cNvSpPr>
            <a:spLocks noGrp="1"/>
          </p:cNvSpPr>
          <p:nvPr>
            <p:ph type="pic" sz="quarter" idx="24"/>
          </p:nvPr>
        </p:nvSpPr>
        <p:spPr>
          <a:xfrm>
            <a:off x="15152060" y="4848840"/>
            <a:ext cx="6263640" cy="4937760"/>
          </a:xfrm>
          <a:prstGeom prst="rect">
            <a:avLst/>
          </a:prstGeom>
          <a:solidFill>
            <a:srgbClr val="151617">
              <a:alpha val="61000"/>
            </a:srgbClr>
          </a:solidFill>
          <a:ln w="9525">
            <a:solidFill>
              <a:schemeClr val="accent5"/>
            </a:solidFill>
          </a:ln>
        </p:spPr>
        <p:txBody>
          <a:bodyPr tIns="2194560" anchor="ctr"/>
          <a:lstStyle>
            <a:lvl1pPr marL="0" indent="0" algn="ctr">
              <a:buNone/>
              <a:defRPr lang="en-US" sz="3600" dirty="0">
                <a:solidFill>
                  <a:schemeClr val="bg2"/>
                </a:solidFill>
                <a:latin typeface="NVIDIA Sans" panose="020B0503020203020204" pitchFamily="34" charset="0"/>
                <a:cs typeface="NVIDIA Sans" panose="020B0503020203020204" pitchFamily="34" charset="0"/>
              </a:defRPr>
            </a:lvl1pPr>
          </a:lstStyle>
          <a:p>
            <a:pPr marL="685800" lvl="0" indent="-685800" algn="ctr"/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67" name="Picture Placeholder 2">
            <a:extLst>
              <a:ext uri="{FF2B5EF4-FFF2-40B4-BE49-F238E27FC236}">
                <a16:creationId xmlns:a16="http://schemas.microsoft.com/office/drawing/2014/main" id="{D2FB10F1-37BA-6882-EBF3-73F1E627FFB6}"/>
              </a:ext>
            </a:extLst>
          </p:cNvPr>
          <p:cNvSpPr>
            <a:spLocks noGrp="1"/>
          </p:cNvSpPr>
          <p:nvPr>
            <p:ph type="pic" sz="quarter" idx="20"/>
          </p:nvPr>
        </p:nvSpPr>
        <p:spPr>
          <a:xfrm>
            <a:off x="8394833" y="4848840"/>
            <a:ext cx="6263640" cy="4937760"/>
          </a:xfrm>
          <a:prstGeom prst="rect">
            <a:avLst/>
          </a:prstGeom>
          <a:solidFill>
            <a:srgbClr val="151617">
              <a:alpha val="61000"/>
            </a:srgbClr>
          </a:solidFill>
          <a:ln w="9525">
            <a:solidFill>
              <a:schemeClr val="accent5"/>
            </a:solidFill>
          </a:ln>
        </p:spPr>
        <p:txBody>
          <a:bodyPr tIns="2194560" anchor="ctr"/>
          <a:lstStyle>
            <a:lvl1pPr marL="0" indent="0" algn="ctr">
              <a:buNone/>
              <a:defRPr lang="en-US" sz="3600" dirty="0">
                <a:solidFill>
                  <a:schemeClr val="bg2"/>
                </a:solidFill>
                <a:latin typeface="NVIDIA Sans" panose="020B0503020203020204" pitchFamily="34" charset="0"/>
                <a:cs typeface="NVIDIA Sans" panose="020B0503020203020204" pitchFamily="34" charset="0"/>
              </a:defRPr>
            </a:lvl1pPr>
          </a:lstStyle>
          <a:p>
            <a:pPr marL="685800" lvl="0" indent="-685800" algn="ctr"/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68" name="Picture Placeholder 2">
            <a:extLst>
              <a:ext uri="{FF2B5EF4-FFF2-40B4-BE49-F238E27FC236}">
                <a16:creationId xmlns:a16="http://schemas.microsoft.com/office/drawing/2014/main" id="{F7972475-48C0-DE70-4A42-09E610902CE7}"/>
              </a:ext>
            </a:extLst>
          </p:cNvPr>
          <p:cNvSpPr>
            <a:spLocks noGrp="1"/>
          </p:cNvSpPr>
          <p:nvPr>
            <p:ph type="pic" sz="quarter" idx="52"/>
          </p:nvPr>
        </p:nvSpPr>
        <p:spPr>
          <a:xfrm>
            <a:off x="1637606" y="4848840"/>
            <a:ext cx="6263640" cy="4937760"/>
          </a:xfrm>
          <a:prstGeom prst="rect">
            <a:avLst/>
          </a:prstGeom>
          <a:solidFill>
            <a:srgbClr val="151617">
              <a:alpha val="61000"/>
            </a:srgbClr>
          </a:solidFill>
          <a:ln w="9525">
            <a:solidFill>
              <a:schemeClr val="accent5"/>
            </a:solidFill>
          </a:ln>
        </p:spPr>
        <p:txBody>
          <a:bodyPr tIns="2194560" anchor="ctr"/>
          <a:lstStyle>
            <a:lvl1pPr marL="0" indent="0" algn="ctr">
              <a:buNone/>
              <a:defRPr lang="en-US" sz="3600" dirty="0">
                <a:solidFill>
                  <a:schemeClr val="bg2"/>
                </a:solidFill>
                <a:latin typeface="NVIDIA Sans" panose="020B0503020203020204" pitchFamily="34" charset="0"/>
                <a:cs typeface="NVIDIA Sans" panose="020B0503020203020204" pitchFamily="34" charset="0"/>
              </a:defRPr>
            </a:lvl1pPr>
          </a:lstStyle>
          <a:p>
            <a:pPr marL="685800" lvl="0" indent="-685800" algn="ctr"/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69" name="Picture Placeholder 2">
            <a:extLst>
              <a:ext uri="{FF2B5EF4-FFF2-40B4-BE49-F238E27FC236}">
                <a16:creationId xmlns:a16="http://schemas.microsoft.com/office/drawing/2014/main" id="{03F70687-E13E-779B-ECD8-584B6FB4FB10}"/>
              </a:ext>
            </a:extLst>
          </p:cNvPr>
          <p:cNvSpPr>
            <a:spLocks noGrp="1"/>
          </p:cNvSpPr>
          <p:nvPr>
            <p:ph type="pic" sz="quarter" idx="28"/>
          </p:nvPr>
        </p:nvSpPr>
        <p:spPr>
          <a:xfrm>
            <a:off x="21909287" y="4848840"/>
            <a:ext cx="6263640" cy="4937760"/>
          </a:xfrm>
          <a:prstGeom prst="rect">
            <a:avLst/>
          </a:prstGeom>
          <a:solidFill>
            <a:srgbClr val="151617">
              <a:alpha val="61000"/>
            </a:srgbClr>
          </a:solidFill>
          <a:ln w="9525">
            <a:solidFill>
              <a:schemeClr val="accent5"/>
            </a:solidFill>
          </a:ln>
        </p:spPr>
        <p:txBody>
          <a:bodyPr tIns="2194560" anchor="ctr"/>
          <a:lstStyle>
            <a:lvl1pPr marL="0" indent="0" algn="ctr">
              <a:buNone/>
              <a:defRPr lang="en-US" sz="3600" dirty="0">
                <a:solidFill>
                  <a:schemeClr val="bg2"/>
                </a:solidFill>
                <a:latin typeface="NVIDIA Sans" panose="020B0503020203020204" pitchFamily="34" charset="0"/>
                <a:cs typeface="NVIDIA Sans" panose="020B0503020203020204" pitchFamily="34" charset="0"/>
              </a:defRPr>
            </a:lvl1pPr>
          </a:lstStyle>
          <a:p>
            <a:pPr marL="685800" lvl="0" indent="-685800" algn="ctr"/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70" name="Picture Placeholder 2">
            <a:extLst>
              <a:ext uri="{FF2B5EF4-FFF2-40B4-BE49-F238E27FC236}">
                <a16:creationId xmlns:a16="http://schemas.microsoft.com/office/drawing/2014/main" id="{EB21B6ED-31E4-7226-13B1-F2AA1B5EC045}"/>
              </a:ext>
            </a:extLst>
          </p:cNvPr>
          <p:cNvSpPr>
            <a:spLocks noGrp="1"/>
          </p:cNvSpPr>
          <p:nvPr>
            <p:ph type="pic" sz="quarter" idx="53"/>
          </p:nvPr>
        </p:nvSpPr>
        <p:spPr>
          <a:xfrm>
            <a:off x="28666515" y="4848840"/>
            <a:ext cx="6263640" cy="4937760"/>
          </a:xfrm>
          <a:prstGeom prst="rect">
            <a:avLst/>
          </a:prstGeom>
          <a:solidFill>
            <a:srgbClr val="151617">
              <a:alpha val="61000"/>
            </a:srgbClr>
          </a:solidFill>
          <a:ln w="9525">
            <a:solidFill>
              <a:schemeClr val="accent5"/>
            </a:solidFill>
          </a:ln>
        </p:spPr>
        <p:txBody>
          <a:bodyPr tIns="2194560" anchor="ctr"/>
          <a:lstStyle>
            <a:lvl1pPr marL="0" indent="0" algn="ctr">
              <a:buNone/>
              <a:defRPr lang="en-US" sz="3600" dirty="0">
                <a:solidFill>
                  <a:schemeClr val="bg2"/>
                </a:solidFill>
                <a:latin typeface="NVIDIA Sans" panose="020B0503020203020204" pitchFamily="34" charset="0"/>
                <a:cs typeface="NVIDIA Sans" panose="020B0503020203020204" pitchFamily="34" charset="0"/>
              </a:defRPr>
            </a:lvl1pPr>
          </a:lstStyle>
          <a:p>
            <a:pPr marL="685800" lvl="0" indent="-685800" algn="ctr"/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71" name="Picture Placeholder 2">
            <a:extLst>
              <a:ext uri="{FF2B5EF4-FFF2-40B4-BE49-F238E27FC236}">
                <a16:creationId xmlns:a16="http://schemas.microsoft.com/office/drawing/2014/main" id="{6C21D96F-4A3F-E55C-9A59-55E018F25D9C}"/>
              </a:ext>
            </a:extLst>
          </p:cNvPr>
          <p:cNvSpPr>
            <a:spLocks noGrp="1"/>
          </p:cNvSpPr>
          <p:nvPr>
            <p:ph type="pic" sz="quarter" idx="54"/>
          </p:nvPr>
        </p:nvSpPr>
        <p:spPr>
          <a:xfrm>
            <a:off x="18527620" y="11926198"/>
            <a:ext cx="6263640" cy="4937760"/>
          </a:xfrm>
          <a:prstGeom prst="rect">
            <a:avLst/>
          </a:prstGeom>
          <a:solidFill>
            <a:srgbClr val="151617">
              <a:alpha val="61000"/>
            </a:srgbClr>
          </a:solidFill>
          <a:ln w="9525">
            <a:solidFill>
              <a:schemeClr val="accent5"/>
            </a:solidFill>
          </a:ln>
        </p:spPr>
        <p:txBody>
          <a:bodyPr tIns="2194560" anchor="ctr"/>
          <a:lstStyle>
            <a:lvl1pPr marL="0" indent="0" algn="ctr">
              <a:buNone/>
              <a:defRPr lang="en-US" sz="3600" dirty="0">
                <a:solidFill>
                  <a:schemeClr val="bg2"/>
                </a:solidFill>
                <a:latin typeface="NVIDIA Sans" panose="020B0503020203020204" pitchFamily="34" charset="0"/>
                <a:cs typeface="NVIDIA Sans" panose="020B0503020203020204" pitchFamily="34" charset="0"/>
              </a:defRPr>
            </a:lvl1pPr>
          </a:lstStyle>
          <a:p>
            <a:pPr marL="685800" lvl="0" indent="-685800" algn="ctr"/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72" name="Text Placeholder 7">
            <a:extLst>
              <a:ext uri="{FF2B5EF4-FFF2-40B4-BE49-F238E27FC236}">
                <a16:creationId xmlns:a16="http://schemas.microsoft.com/office/drawing/2014/main" id="{485D12D2-2B06-3201-0659-EE86413C68DB}"/>
              </a:ext>
            </a:extLst>
          </p:cNvPr>
          <p:cNvSpPr>
            <a:spLocks noGrp="1"/>
          </p:cNvSpPr>
          <p:nvPr>
            <p:ph type="body" sz="quarter" idx="55" hasCustomPrompt="1"/>
          </p:nvPr>
        </p:nvSpPr>
        <p:spPr>
          <a:xfrm>
            <a:off x="25307424" y="17059122"/>
            <a:ext cx="6263640" cy="750359"/>
          </a:xfrm>
          <a:prstGeom prst="rect">
            <a:avLst/>
          </a:prstGeom>
        </p:spPr>
        <p:txBody>
          <a:bodyPr anchor="b"/>
          <a:lstStyle>
            <a:lvl1pPr marL="0" indent="0" algn="ctr">
              <a:spcBef>
                <a:spcPts val="1200"/>
              </a:spcBef>
              <a:buFontTx/>
              <a:buNone/>
              <a:defRPr sz="4000" b="0" cap="none" baseline="0">
                <a:solidFill>
                  <a:schemeClr val="bg1"/>
                </a:solidFill>
                <a:latin typeface="+mj-lt"/>
                <a:cs typeface="NVIDIA Sans" panose="020B0503020203020204" pitchFamily="34" charset="0"/>
              </a:defRPr>
            </a:lvl1pPr>
            <a:lvl2pPr marL="2562790" indent="0">
              <a:buFontTx/>
              <a:buNone/>
              <a:defRPr sz="4000" b="1">
                <a:solidFill>
                  <a:schemeClr val="tx1"/>
                </a:solidFill>
                <a:latin typeface="NVIDIA Sans" panose="020B0503020203020204" pitchFamily="34" charset="0"/>
              </a:defRPr>
            </a:lvl2pPr>
            <a:lvl3pPr marL="4883584" indent="0">
              <a:buFontTx/>
              <a:buNone/>
              <a:defRPr sz="4000" b="1">
                <a:solidFill>
                  <a:schemeClr val="tx1"/>
                </a:solidFill>
                <a:latin typeface="NVIDIA Sans" panose="020B0503020203020204" pitchFamily="34" charset="0"/>
              </a:defRPr>
            </a:lvl3pPr>
            <a:lvl4pPr marL="6933729" indent="0">
              <a:buFontTx/>
              <a:buNone/>
              <a:defRPr sz="4000" b="1">
                <a:solidFill>
                  <a:schemeClr val="tx1"/>
                </a:solidFill>
                <a:latin typeface="NVIDIA Sans" panose="020B0503020203020204" pitchFamily="34" charset="0"/>
              </a:defRPr>
            </a:lvl4pPr>
            <a:lvl5pPr marL="8471409" indent="0">
              <a:buFontTx/>
              <a:buNone/>
              <a:defRPr sz="4000" b="1">
                <a:solidFill>
                  <a:schemeClr val="tx1"/>
                </a:solidFill>
                <a:latin typeface="NVIDIA Sans" panose="020B0503020203020204" pitchFamily="34" charset="0"/>
              </a:defRPr>
            </a:lvl5pPr>
          </a:lstStyle>
          <a:p>
            <a:pPr lvl="0"/>
            <a:r>
              <a:rPr lang="en-US" dirty="0"/>
              <a:t>Click To Add Title</a:t>
            </a:r>
          </a:p>
        </p:txBody>
      </p:sp>
      <p:sp>
        <p:nvSpPr>
          <p:cNvPr id="73" name="Text Placeholder 7">
            <a:extLst>
              <a:ext uri="{FF2B5EF4-FFF2-40B4-BE49-F238E27FC236}">
                <a16:creationId xmlns:a16="http://schemas.microsoft.com/office/drawing/2014/main" id="{7241A741-AE7C-3428-6194-0F6E94BF06FB}"/>
              </a:ext>
            </a:extLst>
          </p:cNvPr>
          <p:cNvSpPr>
            <a:spLocks noGrp="1"/>
          </p:cNvSpPr>
          <p:nvPr>
            <p:ph type="body" sz="quarter" idx="56" hasCustomPrompt="1"/>
          </p:nvPr>
        </p:nvSpPr>
        <p:spPr>
          <a:xfrm>
            <a:off x="25307424" y="17727056"/>
            <a:ext cx="6263640" cy="750359"/>
          </a:xfrm>
          <a:prstGeom prst="rect">
            <a:avLst/>
          </a:prstGeom>
        </p:spPr>
        <p:txBody>
          <a:bodyPr/>
          <a:lstStyle>
            <a:lvl1pPr marL="0" indent="0" algn="ctr">
              <a:spcBef>
                <a:spcPts val="600"/>
              </a:spcBef>
              <a:buFontTx/>
              <a:buNone/>
              <a:defRPr sz="2800" b="0">
                <a:solidFill>
                  <a:schemeClr val="bg1"/>
                </a:solidFill>
                <a:latin typeface="NVIDIA Sans" panose="020B0503020203020204" pitchFamily="34" charset="0"/>
                <a:cs typeface="NVIDIA Sans" panose="020B0503020203020204" pitchFamily="34" charset="0"/>
              </a:defRPr>
            </a:lvl1pPr>
            <a:lvl2pPr marL="2562790" indent="0">
              <a:buFontTx/>
              <a:buNone/>
              <a:defRPr sz="4000" b="1">
                <a:solidFill>
                  <a:schemeClr val="tx1"/>
                </a:solidFill>
                <a:latin typeface="NVIDIA Sans" panose="020B0503020203020204" pitchFamily="34" charset="0"/>
              </a:defRPr>
            </a:lvl2pPr>
            <a:lvl3pPr marL="4883584" indent="0">
              <a:buFontTx/>
              <a:buNone/>
              <a:defRPr sz="4000" b="1">
                <a:solidFill>
                  <a:schemeClr val="tx1"/>
                </a:solidFill>
                <a:latin typeface="NVIDIA Sans" panose="020B0503020203020204" pitchFamily="34" charset="0"/>
              </a:defRPr>
            </a:lvl3pPr>
            <a:lvl4pPr marL="6933729" indent="0">
              <a:buFontTx/>
              <a:buNone/>
              <a:defRPr sz="4000" b="1">
                <a:solidFill>
                  <a:schemeClr val="tx1"/>
                </a:solidFill>
                <a:latin typeface="NVIDIA Sans" panose="020B0503020203020204" pitchFamily="34" charset="0"/>
              </a:defRPr>
            </a:lvl4pPr>
            <a:lvl5pPr marL="8471409" indent="0">
              <a:buFontTx/>
              <a:buNone/>
              <a:defRPr sz="4000" b="1">
                <a:solidFill>
                  <a:schemeClr val="tx1"/>
                </a:solidFill>
                <a:latin typeface="NVIDIA Sans" panose="020B0503020203020204" pitchFamily="34" charset="0"/>
              </a:defRPr>
            </a:lvl5pPr>
          </a:lstStyle>
          <a:p>
            <a:pPr lvl="0"/>
            <a:r>
              <a:rPr lang="en-US" dirty="0"/>
              <a:t>Click to add subtitle</a:t>
            </a:r>
          </a:p>
        </p:txBody>
      </p:sp>
      <p:sp>
        <p:nvSpPr>
          <p:cNvPr id="74" name="Text Placeholder 7">
            <a:extLst>
              <a:ext uri="{FF2B5EF4-FFF2-40B4-BE49-F238E27FC236}">
                <a16:creationId xmlns:a16="http://schemas.microsoft.com/office/drawing/2014/main" id="{8D28CF82-511F-AF83-F5D5-77ECB99010E2}"/>
              </a:ext>
            </a:extLst>
          </p:cNvPr>
          <p:cNvSpPr>
            <a:spLocks noGrp="1"/>
          </p:cNvSpPr>
          <p:nvPr>
            <p:ph type="body" sz="quarter" idx="57" hasCustomPrompt="1"/>
          </p:nvPr>
        </p:nvSpPr>
        <p:spPr>
          <a:xfrm>
            <a:off x="15141913" y="9981886"/>
            <a:ext cx="6263640" cy="750359"/>
          </a:xfrm>
          <a:prstGeom prst="rect">
            <a:avLst/>
          </a:prstGeom>
        </p:spPr>
        <p:txBody>
          <a:bodyPr anchor="b"/>
          <a:lstStyle>
            <a:lvl1pPr marL="0" indent="0" algn="ctr">
              <a:spcBef>
                <a:spcPts val="1200"/>
              </a:spcBef>
              <a:buFontTx/>
              <a:buNone/>
              <a:defRPr sz="4000" b="0" cap="none" baseline="0">
                <a:solidFill>
                  <a:schemeClr val="bg1"/>
                </a:solidFill>
                <a:latin typeface="+mj-lt"/>
                <a:cs typeface="NVIDIA Sans" panose="020B0503020203020204" pitchFamily="34" charset="0"/>
              </a:defRPr>
            </a:lvl1pPr>
            <a:lvl2pPr marL="2562790" indent="0">
              <a:buFontTx/>
              <a:buNone/>
              <a:defRPr sz="4000" b="1">
                <a:solidFill>
                  <a:schemeClr val="tx1"/>
                </a:solidFill>
                <a:latin typeface="NVIDIA Sans" panose="020B0503020203020204" pitchFamily="34" charset="0"/>
              </a:defRPr>
            </a:lvl2pPr>
            <a:lvl3pPr marL="4883584" indent="0">
              <a:buFontTx/>
              <a:buNone/>
              <a:defRPr sz="4000" b="1">
                <a:solidFill>
                  <a:schemeClr val="tx1"/>
                </a:solidFill>
                <a:latin typeface="NVIDIA Sans" panose="020B0503020203020204" pitchFamily="34" charset="0"/>
              </a:defRPr>
            </a:lvl3pPr>
            <a:lvl4pPr marL="6933729" indent="0">
              <a:buFontTx/>
              <a:buNone/>
              <a:defRPr sz="4000" b="1">
                <a:solidFill>
                  <a:schemeClr val="tx1"/>
                </a:solidFill>
                <a:latin typeface="NVIDIA Sans" panose="020B0503020203020204" pitchFamily="34" charset="0"/>
              </a:defRPr>
            </a:lvl4pPr>
            <a:lvl5pPr marL="8471409" indent="0">
              <a:buFontTx/>
              <a:buNone/>
              <a:defRPr sz="4000" b="1">
                <a:solidFill>
                  <a:schemeClr val="tx1"/>
                </a:solidFill>
                <a:latin typeface="NVIDIA Sans" panose="020B0503020203020204" pitchFamily="34" charset="0"/>
              </a:defRPr>
            </a:lvl5pPr>
          </a:lstStyle>
          <a:p>
            <a:pPr lvl="0"/>
            <a:r>
              <a:rPr lang="en-US" dirty="0"/>
              <a:t>Click To Add Title</a:t>
            </a:r>
          </a:p>
        </p:txBody>
      </p:sp>
      <p:sp>
        <p:nvSpPr>
          <p:cNvPr id="81" name="Text Placeholder 7">
            <a:extLst>
              <a:ext uri="{FF2B5EF4-FFF2-40B4-BE49-F238E27FC236}">
                <a16:creationId xmlns:a16="http://schemas.microsoft.com/office/drawing/2014/main" id="{1439B33F-68A6-6AFE-68C2-8A0B706EE9E2}"/>
              </a:ext>
            </a:extLst>
          </p:cNvPr>
          <p:cNvSpPr>
            <a:spLocks noGrp="1"/>
          </p:cNvSpPr>
          <p:nvPr>
            <p:ph type="body" sz="quarter" idx="58" hasCustomPrompt="1"/>
          </p:nvPr>
        </p:nvSpPr>
        <p:spPr>
          <a:xfrm>
            <a:off x="8391957" y="9981886"/>
            <a:ext cx="6263639" cy="750359"/>
          </a:xfrm>
          <a:prstGeom prst="rect">
            <a:avLst/>
          </a:prstGeom>
        </p:spPr>
        <p:txBody>
          <a:bodyPr anchor="b"/>
          <a:lstStyle>
            <a:lvl1pPr marL="0" indent="0" algn="ctr">
              <a:spcBef>
                <a:spcPts val="1200"/>
              </a:spcBef>
              <a:buFontTx/>
              <a:buNone/>
              <a:defRPr sz="4000" b="0" cap="none" baseline="0">
                <a:solidFill>
                  <a:schemeClr val="bg1"/>
                </a:solidFill>
                <a:latin typeface="+mj-lt"/>
                <a:cs typeface="NVIDIA Sans" panose="020B0503020203020204" pitchFamily="34" charset="0"/>
              </a:defRPr>
            </a:lvl1pPr>
            <a:lvl2pPr marL="2562790" indent="0">
              <a:buFontTx/>
              <a:buNone/>
              <a:defRPr sz="4000" b="1">
                <a:solidFill>
                  <a:schemeClr val="tx1"/>
                </a:solidFill>
                <a:latin typeface="NVIDIA Sans" panose="020B0503020203020204" pitchFamily="34" charset="0"/>
              </a:defRPr>
            </a:lvl2pPr>
            <a:lvl3pPr marL="4883584" indent="0">
              <a:buFontTx/>
              <a:buNone/>
              <a:defRPr sz="4000" b="1">
                <a:solidFill>
                  <a:schemeClr val="tx1"/>
                </a:solidFill>
                <a:latin typeface="NVIDIA Sans" panose="020B0503020203020204" pitchFamily="34" charset="0"/>
              </a:defRPr>
            </a:lvl3pPr>
            <a:lvl4pPr marL="6933729" indent="0">
              <a:buFontTx/>
              <a:buNone/>
              <a:defRPr sz="4000" b="1">
                <a:solidFill>
                  <a:schemeClr val="tx1"/>
                </a:solidFill>
                <a:latin typeface="NVIDIA Sans" panose="020B0503020203020204" pitchFamily="34" charset="0"/>
              </a:defRPr>
            </a:lvl4pPr>
            <a:lvl5pPr marL="8471409" indent="0">
              <a:buFontTx/>
              <a:buNone/>
              <a:defRPr sz="4000" b="1">
                <a:solidFill>
                  <a:schemeClr val="tx1"/>
                </a:solidFill>
                <a:latin typeface="NVIDIA Sans" panose="020B0503020203020204" pitchFamily="34" charset="0"/>
              </a:defRPr>
            </a:lvl5pPr>
          </a:lstStyle>
          <a:p>
            <a:pPr lvl="0"/>
            <a:r>
              <a:rPr lang="en-US" dirty="0"/>
              <a:t>Click To Add Title</a:t>
            </a:r>
          </a:p>
        </p:txBody>
      </p:sp>
      <p:sp>
        <p:nvSpPr>
          <p:cNvPr id="82" name="Text Placeholder 7">
            <a:extLst>
              <a:ext uri="{FF2B5EF4-FFF2-40B4-BE49-F238E27FC236}">
                <a16:creationId xmlns:a16="http://schemas.microsoft.com/office/drawing/2014/main" id="{1B9EFC83-50E5-49BB-B838-4F101E95ABDC}"/>
              </a:ext>
            </a:extLst>
          </p:cNvPr>
          <p:cNvSpPr>
            <a:spLocks noGrp="1"/>
          </p:cNvSpPr>
          <p:nvPr>
            <p:ph type="body" sz="quarter" idx="59" hasCustomPrompt="1"/>
          </p:nvPr>
        </p:nvSpPr>
        <p:spPr>
          <a:xfrm>
            <a:off x="15141913" y="10669493"/>
            <a:ext cx="6263640" cy="750359"/>
          </a:xfrm>
          <a:prstGeom prst="rect">
            <a:avLst/>
          </a:prstGeom>
        </p:spPr>
        <p:txBody>
          <a:bodyPr/>
          <a:lstStyle>
            <a:lvl1pPr marL="0" indent="0" algn="ctr">
              <a:spcBef>
                <a:spcPts val="600"/>
              </a:spcBef>
              <a:buFontTx/>
              <a:buNone/>
              <a:defRPr sz="2800" b="0">
                <a:solidFill>
                  <a:schemeClr val="bg1"/>
                </a:solidFill>
                <a:latin typeface="NVIDIA Sans" panose="020B0503020203020204" pitchFamily="34" charset="0"/>
                <a:cs typeface="NVIDIA Sans" panose="020B0503020203020204" pitchFamily="34" charset="0"/>
              </a:defRPr>
            </a:lvl1pPr>
            <a:lvl2pPr marL="2562790" indent="0">
              <a:buFontTx/>
              <a:buNone/>
              <a:defRPr sz="4000" b="1">
                <a:solidFill>
                  <a:schemeClr val="tx1"/>
                </a:solidFill>
                <a:latin typeface="NVIDIA Sans" panose="020B0503020203020204" pitchFamily="34" charset="0"/>
              </a:defRPr>
            </a:lvl2pPr>
            <a:lvl3pPr marL="4883584" indent="0">
              <a:buFontTx/>
              <a:buNone/>
              <a:defRPr sz="4000" b="1">
                <a:solidFill>
                  <a:schemeClr val="tx1"/>
                </a:solidFill>
                <a:latin typeface="NVIDIA Sans" panose="020B0503020203020204" pitchFamily="34" charset="0"/>
              </a:defRPr>
            </a:lvl3pPr>
            <a:lvl4pPr marL="6933729" indent="0">
              <a:buFontTx/>
              <a:buNone/>
              <a:defRPr sz="4000" b="1">
                <a:solidFill>
                  <a:schemeClr val="tx1"/>
                </a:solidFill>
                <a:latin typeface="NVIDIA Sans" panose="020B0503020203020204" pitchFamily="34" charset="0"/>
              </a:defRPr>
            </a:lvl4pPr>
            <a:lvl5pPr marL="8471409" indent="0">
              <a:buFontTx/>
              <a:buNone/>
              <a:defRPr sz="4000" b="1">
                <a:solidFill>
                  <a:schemeClr val="tx1"/>
                </a:solidFill>
                <a:latin typeface="NVIDIA Sans" panose="020B0503020203020204" pitchFamily="34" charset="0"/>
              </a:defRPr>
            </a:lvl5pPr>
          </a:lstStyle>
          <a:p>
            <a:pPr lvl="0"/>
            <a:r>
              <a:rPr lang="en-US" dirty="0"/>
              <a:t>Click to add subtitle</a:t>
            </a:r>
          </a:p>
        </p:txBody>
      </p:sp>
      <p:sp>
        <p:nvSpPr>
          <p:cNvPr id="83" name="Text Placeholder 7">
            <a:extLst>
              <a:ext uri="{FF2B5EF4-FFF2-40B4-BE49-F238E27FC236}">
                <a16:creationId xmlns:a16="http://schemas.microsoft.com/office/drawing/2014/main" id="{BFB3F389-B76A-63C4-BC38-E857B1B0979C}"/>
              </a:ext>
            </a:extLst>
          </p:cNvPr>
          <p:cNvSpPr>
            <a:spLocks noGrp="1"/>
          </p:cNvSpPr>
          <p:nvPr>
            <p:ph type="body" sz="quarter" idx="60" hasCustomPrompt="1"/>
          </p:nvPr>
        </p:nvSpPr>
        <p:spPr>
          <a:xfrm>
            <a:off x="8391957" y="10669493"/>
            <a:ext cx="6263639" cy="750359"/>
          </a:xfrm>
          <a:prstGeom prst="rect">
            <a:avLst/>
          </a:prstGeom>
        </p:spPr>
        <p:txBody>
          <a:bodyPr/>
          <a:lstStyle>
            <a:lvl1pPr marL="0" indent="0" algn="ctr">
              <a:spcBef>
                <a:spcPts val="600"/>
              </a:spcBef>
              <a:buFontTx/>
              <a:buNone/>
              <a:defRPr sz="2800" b="0">
                <a:solidFill>
                  <a:schemeClr val="bg1"/>
                </a:solidFill>
                <a:latin typeface="NVIDIA Sans" panose="020B0503020203020204" pitchFamily="34" charset="0"/>
                <a:cs typeface="NVIDIA Sans" panose="020B0503020203020204" pitchFamily="34" charset="0"/>
              </a:defRPr>
            </a:lvl1pPr>
            <a:lvl2pPr marL="2562790" indent="0">
              <a:buFontTx/>
              <a:buNone/>
              <a:defRPr sz="4000" b="1">
                <a:solidFill>
                  <a:schemeClr val="tx1"/>
                </a:solidFill>
                <a:latin typeface="NVIDIA Sans" panose="020B0503020203020204" pitchFamily="34" charset="0"/>
              </a:defRPr>
            </a:lvl2pPr>
            <a:lvl3pPr marL="4883584" indent="0">
              <a:buFontTx/>
              <a:buNone/>
              <a:defRPr sz="4000" b="1">
                <a:solidFill>
                  <a:schemeClr val="tx1"/>
                </a:solidFill>
                <a:latin typeface="NVIDIA Sans" panose="020B0503020203020204" pitchFamily="34" charset="0"/>
              </a:defRPr>
            </a:lvl3pPr>
            <a:lvl4pPr marL="6933729" indent="0">
              <a:buFontTx/>
              <a:buNone/>
              <a:defRPr sz="4000" b="1">
                <a:solidFill>
                  <a:schemeClr val="tx1"/>
                </a:solidFill>
                <a:latin typeface="NVIDIA Sans" panose="020B0503020203020204" pitchFamily="34" charset="0"/>
              </a:defRPr>
            </a:lvl4pPr>
            <a:lvl5pPr marL="8471409" indent="0">
              <a:buFontTx/>
              <a:buNone/>
              <a:defRPr sz="4000" b="1">
                <a:solidFill>
                  <a:schemeClr val="tx1"/>
                </a:solidFill>
                <a:latin typeface="NVIDIA Sans" panose="020B0503020203020204" pitchFamily="34" charset="0"/>
              </a:defRPr>
            </a:lvl5pPr>
          </a:lstStyle>
          <a:p>
            <a:pPr lvl="0"/>
            <a:r>
              <a:rPr lang="en-US" dirty="0"/>
              <a:t>Click to add subtitle</a:t>
            </a:r>
          </a:p>
        </p:txBody>
      </p:sp>
      <p:sp>
        <p:nvSpPr>
          <p:cNvPr id="84" name="Text Placeholder 7">
            <a:extLst>
              <a:ext uri="{FF2B5EF4-FFF2-40B4-BE49-F238E27FC236}">
                <a16:creationId xmlns:a16="http://schemas.microsoft.com/office/drawing/2014/main" id="{8AAEBAC8-FBC5-9068-A8B4-AEE29F8FC0A3}"/>
              </a:ext>
            </a:extLst>
          </p:cNvPr>
          <p:cNvSpPr>
            <a:spLocks noGrp="1"/>
          </p:cNvSpPr>
          <p:nvPr>
            <p:ph type="body" sz="quarter" idx="61" hasCustomPrompt="1"/>
          </p:nvPr>
        </p:nvSpPr>
        <p:spPr>
          <a:xfrm>
            <a:off x="21900662" y="9981886"/>
            <a:ext cx="6263640" cy="750359"/>
          </a:xfrm>
          <a:prstGeom prst="rect">
            <a:avLst/>
          </a:prstGeom>
        </p:spPr>
        <p:txBody>
          <a:bodyPr anchor="b"/>
          <a:lstStyle>
            <a:lvl1pPr marL="0" indent="0" algn="ctr">
              <a:spcBef>
                <a:spcPts val="1200"/>
              </a:spcBef>
              <a:buFontTx/>
              <a:buNone/>
              <a:defRPr sz="4000" b="0" cap="none" baseline="0">
                <a:solidFill>
                  <a:schemeClr val="bg1"/>
                </a:solidFill>
                <a:latin typeface="+mj-lt"/>
                <a:cs typeface="NVIDIA Sans" panose="020B0503020203020204" pitchFamily="34" charset="0"/>
              </a:defRPr>
            </a:lvl1pPr>
            <a:lvl2pPr marL="2562790" indent="0">
              <a:buFontTx/>
              <a:buNone/>
              <a:defRPr sz="4000" b="1">
                <a:solidFill>
                  <a:schemeClr val="tx1"/>
                </a:solidFill>
                <a:latin typeface="NVIDIA Sans" panose="020B0503020203020204" pitchFamily="34" charset="0"/>
              </a:defRPr>
            </a:lvl2pPr>
            <a:lvl3pPr marL="4883584" indent="0">
              <a:buFontTx/>
              <a:buNone/>
              <a:defRPr sz="4000" b="1">
                <a:solidFill>
                  <a:schemeClr val="tx1"/>
                </a:solidFill>
                <a:latin typeface="NVIDIA Sans" panose="020B0503020203020204" pitchFamily="34" charset="0"/>
              </a:defRPr>
            </a:lvl3pPr>
            <a:lvl4pPr marL="6933729" indent="0">
              <a:buFontTx/>
              <a:buNone/>
              <a:defRPr sz="4000" b="1">
                <a:solidFill>
                  <a:schemeClr val="tx1"/>
                </a:solidFill>
                <a:latin typeface="NVIDIA Sans" panose="020B0503020203020204" pitchFamily="34" charset="0"/>
              </a:defRPr>
            </a:lvl4pPr>
            <a:lvl5pPr marL="8471409" indent="0">
              <a:buFontTx/>
              <a:buNone/>
              <a:defRPr sz="4000" b="1">
                <a:solidFill>
                  <a:schemeClr val="tx1"/>
                </a:solidFill>
                <a:latin typeface="NVIDIA Sans" panose="020B0503020203020204" pitchFamily="34" charset="0"/>
              </a:defRPr>
            </a:lvl5pPr>
          </a:lstStyle>
          <a:p>
            <a:pPr lvl="0"/>
            <a:r>
              <a:rPr lang="en-US" dirty="0"/>
              <a:t>Click To Add Title</a:t>
            </a:r>
          </a:p>
        </p:txBody>
      </p:sp>
      <p:sp>
        <p:nvSpPr>
          <p:cNvPr id="85" name="Text Placeholder 7">
            <a:extLst>
              <a:ext uri="{FF2B5EF4-FFF2-40B4-BE49-F238E27FC236}">
                <a16:creationId xmlns:a16="http://schemas.microsoft.com/office/drawing/2014/main" id="{A17BBB11-F155-8A2D-2741-A48639DDC938}"/>
              </a:ext>
            </a:extLst>
          </p:cNvPr>
          <p:cNvSpPr>
            <a:spLocks noGrp="1"/>
          </p:cNvSpPr>
          <p:nvPr>
            <p:ph type="body" sz="quarter" idx="62" hasCustomPrompt="1"/>
          </p:nvPr>
        </p:nvSpPr>
        <p:spPr>
          <a:xfrm>
            <a:off x="21900662" y="10669493"/>
            <a:ext cx="6263640" cy="750359"/>
          </a:xfrm>
          <a:prstGeom prst="rect">
            <a:avLst/>
          </a:prstGeom>
        </p:spPr>
        <p:txBody>
          <a:bodyPr/>
          <a:lstStyle>
            <a:lvl1pPr marL="0" indent="0" algn="ctr">
              <a:spcBef>
                <a:spcPts val="600"/>
              </a:spcBef>
              <a:buFontTx/>
              <a:buNone/>
              <a:defRPr sz="2800" b="0">
                <a:solidFill>
                  <a:schemeClr val="bg1"/>
                </a:solidFill>
                <a:latin typeface="NVIDIA Sans" panose="020B0503020203020204" pitchFamily="34" charset="0"/>
                <a:cs typeface="NVIDIA Sans" panose="020B0503020203020204" pitchFamily="34" charset="0"/>
              </a:defRPr>
            </a:lvl1pPr>
            <a:lvl2pPr marL="2562790" indent="0">
              <a:buFontTx/>
              <a:buNone/>
              <a:defRPr sz="4000" b="1">
                <a:solidFill>
                  <a:schemeClr val="tx1"/>
                </a:solidFill>
                <a:latin typeface="NVIDIA Sans" panose="020B0503020203020204" pitchFamily="34" charset="0"/>
              </a:defRPr>
            </a:lvl2pPr>
            <a:lvl3pPr marL="4883584" indent="0">
              <a:buFontTx/>
              <a:buNone/>
              <a:defRPr sz="4000" b="1">
                <a:solidFill>
                  <a:schemeClr val="tx1"/>
                </a:solidFill>
                <a:latin typeface="NVIDIA Sans" panose="020B0503020203020204" pitchFamily="34" charset="0"/>
              </a:defRPr>
            </a:lvl3pPr>
            <a:lvl4pPr marL="6933729" indent="0">
              <a:buFontTx/>
              <a:buNone/>
              <a:defRPr sz="4000" b="1">
                <a:solidFill>
                  <a:schemeClr val="tx1"/>
                </a:solidFill>
                <a:latin typeface="NVIDIA Sans" panose="020B0503020203020204" pitchFamily="34" charset="0"/>
              </a:defRPr>
            </a:lvl4pPr>
            <a:lvl5pPr marL="8471409" indent="0">
              <a:buFontTx/>
              <a:buNone/>
              <a:defRPr sz="4000" b="1">
                <a:solidFill>
                  <a:schemeClr val="tx1"/>
                </a:solidFill>
                <a:latin typeface="NVIDIA Sans" panose="020B0503020203020204" pitchFamily="34" charset="0"/>
              </a:defRPr>
            </a:lvl5pPr>
          </a:lstStyle>
          <a:p>
            <a:pPr lvl="0"/>
            <a:r>
              <a:rPr lang="en-US" dirty="0"/>
              <a:t>Click to add subtitle</a:t>
            </a:r>
          </a:p>
        </p:txBody>
      </p:sp>
      <p:sp>
        <p:nvSpPr>
          <p:cNvPr id="86" name="Text Placeholder 7">
            <a:extLst>
              <a:ext uri="{FF2B5EF4-FFF2-40B4-BE49-F238E27FC236}">
                <a16:creationId xmlns:a16="http://schemas.microsoft.com/office/drawing/2014/main" id="{74BB25EE-CFA9-E005-5BB1-CAC4EA6436EA}"/>
              </a:ext>
            </a:extLst>
          </p:cNvPr>
          <p:cNvSpPr>
            <a:spLocks noGrp="1"/>
          </p:cNvSpPr>
          <p:nvPr>
            <p:ph type="body" sz="quarter" idx="63" hasCustomPrompt="1"/>
          </p:nvPr>
        </p:nvSpPr>
        <p:spPr>
          <a:xfrm>
            <a:off x="28666515" y="9981886"/>
            <a:ext cx="6263902" cy="750359"/>
          </a:xfrm>
          <a:prstGeom prst="rect">
            <a:avLst/>
          </a:prstGeom>
        </p:spPr>
        <p:txBody>
          <a:bodyPr anchor="b"/>
          <a:lstStyle>
            <a:lvl1pPr marL="0" indent="0" algn="ctr">
              <a:spcBef>
                <a:spcPts val="1200"/>
              </a:spcBef>
              <a:buFontTx/>
              <a:buNone/>
              <a:defRPr sz="4000" b="0" cap="none" baseline="0">
                <a:solidFill>
                  <a:schemeClr val="bg1"/>
                </a:solidFill>
                <a:latin typeface="+mj-lt"/>
                <a:cs typeface="NVIDIA Sans" panose="020B0503020203020204" pitchFamily="34" charset="0"/>
              </a:defRPr>
            </a:lvl1pPr>
            <a:lvl2pPr marL="2562790" indent="0">
              <a:buFontTx/>
              <a:buNone/>
              <a:defRPr sz="4000" b="1">
                <a:solidFill>
                  <a:schemeClr val="tx1"/>
                </a:solidFill>
                <a:latin typeface="NVIDIA Sans" panose="020B0503020203020204" pitchFamily="34" charset="0"/>
              </a:defRPr>
            </a:lvl2pPr>
            <a:lvl3pPr marL="4883584" indent="0">
              <a:buFontTx/>
              <a:buNone/>
              <a:defRPr sz="4000" b="1">
                <a:solidFill>
                  <a:schemeClr val="tx1"/>
                </a:solidFill>
                <a:latin typeface="NVIDIA Sans" panose="020B0503020203020204" pitchFamily="34" charset="0"/>
              </a:defRPr>
            </a:lvl3pPr>
            <a:lvl4pPr marL="6933729" indent="0">
              <a:buFontTx/>
              <a:buNone/>
              <a:defRPr sz="4000" b="1">
                <a:solidFill>
                  <a:schemeClr val="tx1"/>
                </a:solidFill>
                <a:latin typeface="NVIDIA Sans" panose="020B0503020203020204" pitchFamily="34" charset="0"/>
              </a:defRPr>
            </a:lvl4pPr>
            <a:lvl5pPr marL="8471409" indent="0">
              <a:buFontTx/>
              <a:buNone/>
              <a:defRPr sz="4000" b="1">
                <a:solidFill>
                  <a:schemeClr val="tx1"/>
                </a:solidFill>
                <a:latin typeface="NVIDIA Sans" panose="020B0503020203020204" pitchFamily="34" charset="0"/>
              </a:defRPr>
            </a:lvl5pPr>
          </a:lstStyle>
          <a:p>
            <a:pPr lvl="0"/>
            <a:r>
              <a:rPr lang="en-US" dirty="0"/>
              <a:t>Click To Add Title</a:t>
            </a:r>
          </a:p>
        </p:txBody>
      </p:sp>
      <p:sp>
        <p:nvSpPr>
          <p:cNvPr id="87" name="Text Placeholder 7">
            <a:extLst>
              <a:ext uri="{FF2B5EF4-FFF2-40B4-BE49-F238E27FC236}">
                <a16:creationId xmlns:a16="http://schemas.microsoft.com/office/drawing/2014/main" id="{3505C59D-AFAD-58D3-4166-F5257E096C44}"/>
              </a:ext>
            </a:extLst>
          </p:cNvPr>
          <p:cNvSpPr>
            <a:spLocks noGrp="1"/>
          </p:cNvSpPr>
          <p:nvPr>
            <p:ph type="body" sz="quarter" idx="64" hasCustomPrompt="1"/>
          </p:nvPr>
        </p:nvSpPr>
        <p:spPr>
          <a:xfrm>
            <a:off x="28666515" y="10669493"/>
            <a:ext cx="6263902" cy="750359"/>
          </a:xfrm>
          <a:prstGeom prst="rect">
            <a:avLst/>
          </a:prstGeom>
        </p:spPr>
        <p:txBody>
          <a:bodyPr/>
          <a:lstStyle>
            <a:lvl1pPr marL="0" indent="0" algn="ctr">
              <a:spcBef>
                <a:spcPts val="600"/>
              </a:spcBef>
              <a:buFontTx/>
              <a:buNone/>
              <a:defRPr sz="2800" b="0">
                <a:solidFill>
                  <a:schemeClr val="bg1"/>
                </a:solidFill>
                <a:latin typeface="NVIDIA Sans" panose="020B0503020203020204" pitchFamily="34" charset="0"/>
                <a:cs typeface="NVIDIA Sans" panose="020B0503020203020204" pitchFamily="34" charset="0"/>
              </a:defRPr>
            </a:lvl1pPr>
            <a:lvl2pPr marL="2562790" indent="0">
              <a:buFontTx/>
              <a:buNone/>
              <a:defRPr sz="4000" b="1">
                <a:solidFill>
                  <a:schemeClr val="tx1"/>
                </a:solidFill>
                <a:latin typeface="NVIDIA Sans" panose="020B0503020203020204" pitchFamily="34" charset="0"/>
              </a:defRPr>
            </a:lvl2pPr>
            <a:lvl3pPr marL="4883584" indent="0">
              <a:buFontTx/>
              <a:buNone/>
              <a:defRPr sz="4000" b="1">
                <a:solidFill>
                  <a:schemeClr val="tx1"/>
                </a:solidFill>
                <a:latin typeface="NVIDIA Sans" panose="020B0503020203020204" pitchFamily="34" charset="0"/>
              </a:defRPr>
            </a:lvl3pPr>
            <a:lvl4pPr marL="6933729" indent="0">
              <a:buFontTx/>
              <a:buNone/>
              <a:defRPr sz="4000" b="1">
                <a:solidFill>
                  <a:schemeClr val="tx1"/>
                </a:solidFill>
                <a:latin typeface="NVIDIA Sans" panose="020B0503020203020204" pitchFamily="34" charset="0"/>
              </a:defRPr>
            </a:lvl4pPr>
            <a:lvl5pPr marL="8471409" indent="0">
              <a:buFontTx/>
              <a:buNone/>
              <a:defRPr sz="4000" b="1">
                <a:solidFill>
                  <a:schemeClr val="tx1"/>
                </a:solidFill>
                <a:latin typeface="NVIDIA Sans" panose="020B0503020203020204" pitchFamily="34" charset="0"/>
              </a:defRPr>
            </a:lvl5pPr>
          </a:lstStyle>
          <a:p>
            <a:pPr lvl="0"/>
            <a:r>
              <a:rPr lang="en-US" dirty="0"/>
              <a:t>Click to add subtitle</a:t>
            </a:r>
          </a:p>
        </p:txBody>
      </p:sp>
      <p:sp>
        <p:nvSpPr>
          <p:cNvPr id="88" name="Text Placeholder 7">
            <a:extLst>
              <a:ext uri="{FF2B5EF4-FFF2-40B4-BE49-F238E27FC236}">
                <a16:creationId xmlns:a16="http://schemas.microsoft.com/office/drawing/2014/main" id="{9183A493-96AB-21A4-F2F2-55F4C25B4A32}"/>
              </a:ext>
            </a:extLst>
          </p:cNvPr>
          <p:cNvSpPr>
            <a:spLocks noGrp="1"/>
          </p:cNvSpPr>
          <p:nvPr>
            <p:ph type="body" sz="quarter" idx="65" hasCustomPrompt="1"/>
          </p:nvPr>
        </p:nvSpPr>
        <p:spPr>
          <a:xfrm>
            <a:off x="1637606" y="9981886"/>
            <a:ext cx="6263639" cy="750359"/>
          </a:xfrm>
          <a:prstGeom prst="rect">
            <a:avLst/>
          </a:prstGeom>
        </p:spPr>
        <p:txBody>
          <a:bodyPr anchor="b"/>
          <a:lstStyle>
            <a:lvl1pPr marL="0" indent="0" algn="ctr">
              <a:spcBef>
                <a:spcPts val="1200"/>
              </a:spcBef>
              <a:buFontTx/>
              <a:buNone/>
              <a:defRPr sz="4000" b="0" cap="none" baseline="0">
                <a:solidFill>
                  <a:schemeClr val="bg1"/>
                </a:solidFill>
                <a:latin typeface="+mj-lt"/>
                <a:cs typeface="NVIDIA Sans" panose="020B0503020203020204" pitchFamily="34" charset="0"/>
              </a:defRPr>
            </a:lvl1pPr>
            <a:lvl2pPr marL="2562790" indent="0">
              <a:buFontTx/>
              <a:buNone/>
              <a:defRPr sz="4000" b="1">
                <a:solidFill>
                  <a:schemeClr val="tx1"/>
                </a:solidFill>
                <a:latin typeface="NVIDIA Sans" panose="020B0503020203020204" pitchFamily="34" charset="0"/>
              </a:defRPr>
            </a:lvl2pPr>
            <a:lvl3pPr marL="4883584" indent="0">
              <a:buFontTx/>
              <a:buNone/>
              <a:defRPr sz="4000" b="1">
                <a:solidFill>
                  <a:schemeClr val="tx1"/>
                </a:solidFill>
                <a:latin typeface="NVIDIA Sans" panose="020B0503020203020204" pitchFamily="34" charset="0"/>
              </a:defRPr>
            </a:lvl3pPr>
            <a:lvl4pPr marL="6933729" indent="0">
              <a:buFontTx/>
              <a:buNone/>
              <a:defRPr sz="4000" b="1">
                <a:solidFill>
                  <a:schemeClr val="tx1"/>
                </a:solidFill>
                <a:latin typeface="NVIDIA Sans" panose="020B0503020203020204" pitchFamily="34" charset="0"/>
              </a:defRPr>
            </a:lvl4pPr>
            <a:lvl5pPr marL="8471409" indent="0">
              <a:buFontTx/>
              <a:buNone/>
              <a:defRPr sz="4000" b="1">
                <a:solidFill>
                  <a:schemeClr val="tx1"/>
                </a:solidFill>
                <a:latin typeface="NVIDIA Sans" panose="020B0503020203020204" pitchFamily="34" charset="0"/>
              </a:defRPr>
            </a:lvl5pPr>
          </a:lstStyle>
          <a:p>
            <a:pPr lvl="0"/>
            <a:r>
              <a:rPr lang="en-US" dirty="0"/>
              <a:t>Click To Add Title</a:t>
            </a:r>
          </a:p>
        </p:txBody>
      </p:sp>
      <p:sp>
        <p:nvSpPr>
          <p:cNvPr id="89" name="Text Placeholder 7">
            <a:extLst>
              <a:ext uri="{FF2B5EF4-FFF2-40B4-BE49-F238E27FC236}">
                <a16:creationId xmlns:a16="http://schemas.microsoft.com/office/drawing/2014/main" id="{39F09929-49C9-A912-1E78-C37DD2A4005F}"/>
              </a:ext>
            </a:extLst>
          </p:cNvPr>
          <p:cNvSpPr>
            <a:spLocks noGrp="1"/>
          </p:cNvSpPr>
          <p:nvPr>
            <p:ph type="body" sz="quarter" idx="66" hasCustomPrompt="1"/>
          </p:nvPr>
        </p:nvSpPr>
        <p:spPr>
          <a:xfrm>
            <a:off x="1637606" y="10669493"/>
            <a:ext cx="6263639" cy="750359"/>
          </a:xfrm>
          <a:prstGeom prst="rect">
            <a:avLst/>
          </a:prstGeom>
        </p:spPr>
        <p:txBody>
          <a:bodyPr/>
          <a:lstStyle>
            <a:lvl1pPr marL="0" indent="0" algn="ctr">
              <a:spcBef>
                <a:spcPts val="600"/>
              </a:spcBef>
              <a:buFontTx/>
              <a:buNone/>
              <a:defRPr sz="2800" b="0">
                <a:solidFill>
                  <a:schemeClr val="bg1"/>
                </a:solidFill>
                <a:latin typeface="NVIDIA Sans" panose="020B0503020203020204" pitchFamily="34" charset="0"/>
                <a:cs typeface="NVIDIA Sans" panose="020B0503020203020204" pitchFamily="34" charset="0"/>
              </a:defRPr>
            </a:lvl1pPr>
            <a:lvl2pPr marL="2562790" indent="0">
              <a:buFontTx/>
              <a:buNone/>
              <a:defRPr sz="4000" b="1">
                <a:solidFill>
                  <a:schemeClr val="tx1"/>
                </a:solidFill>
                <a:latin typeface="NVIDIA Sans" panose="020B0503020203020204" pitchFamily="34" charset="0"/>
              </a:defRPr>
            </a:lvl2pPr>
            <a:lvl3pPr marL="4883584" indent="0">
              <a:buFontTx/>
              <a:buNone/>
              <a:defRPr sz="4000" b="1">
                <a:solidFill>
                  <a:schemeClr val="tx1"/>
                </a:solidFill>
                <a:latin typeface="NVIDIA Sans" panose="020B0503020203020204" pitchFamily="34" charset="0"/>
              </a:defRPr>
            </a:lvl3pPr>
            <a:lvl4pPr marL="6933729" indent="0">
              <a:buFontTx/>
              <a:buNone/>
              <a:defRPr sz="4000" b="1">
                <a:solidFill>
                  <a:schemeClr val="tx1"/>
                </a:solidFill>
                <a:latin typeface="NVIDIA Sans" panose="020B0503020203020204" pitchFamily="34" charset="0"/>
              </a:defRPr>
            </a:lvl4pPr>
            <a:lvl5pPr marL="8471409" indent="0">
              <a:buFontTx/>
              <a:buNone/>
              <a:defRPr sz="4000" b="1">
                <a:solidFill>
                  <a:schemeClr val="tx1"/>
                </a:solidFill>
                <a:latin typeface="NVIDIA Sans" panose="020B0503020203020204" pitchFamily="34" charset="0"/>
              </a:defRPr>
            </a:lvl5pPr>
          </a:lstStyle>
          <a:p>
            <a:pPr lvl="0"/>
            <a:r>
              <a:rPr lang="en-US" dirty="0"/>
              <a:t>Click to add subtitle</a:t>
            </a:r>
          </a:p>
        </p:txBody>
      </p:sp>
      <p:sp>
        <p:nvSpPr>
          <p:cNvPr id="90" name="Title 1">
            <a:extLst>
              <a:ext uri="{FF2B5EF4-FFF2-40B4-BE49-F238E27FC236}">
                <a16:creationId xmlns:a16="http://schemas.microsoft.com/office/drawing/2014/main" id="{2700C3A0-30EC-1996-7732-DE4E1CF959F1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2514600" y="0"/>
            <a:ext cx="31546800" cy="2514601"/>
          </a:xfrm>
        </p:spPr>
        <p:txBody>
          <a:bodyPr/>
          <a:lstStyle>
            <a:lvl1pPr>
              <a:defRPr sz="7200" b="1" cap="none">
                <a:latin typeface="NVIDIA Sans" panose="020B0503020203020204" pitchFamily="34" charset="0"/>
                <a:cs typeface="NVIDIA Sans" panose="020B0503020203020204" pitchFamily="34" charset="0"/>
              </a:defRPr>
            </a:lvl1pPr>
          </a:lstStyle>
          <a:p>
            <a:r>
              <a:rPr lang="en-US" dirty="0"/>
              <a:t>Click To Add Title</a:t>
            </a:r>
          </a:p>
        </p:txBody>
      </p:sp>
      <p:sp>
        <p:nvSpPr>
          <p:cNvPr id="91" name="Text Placeholder 7">
            <a:extLst>
              <a:ext uri="{FF2B5EF4-FFF2-40B4-BE49-F238E27FC236}">
                <a16:creationId xmlns:a16="http://schemas.microsoft.com/office/drawing/2014/main" id="{A0EDA14A-3243-B144-7B6A-EA7981E5DC1E}"/>
              </a:ext>
            </a:extLst>
          </p:cNvPr>
          <p:cNvSpPr>
            <a:spLocks noGrp="1"/>
          </p:cNvSpPr>
          <p:nvPr>
            <p:ph type="body" sz="quarter" idx="10" hasCustomPrompt="1"/>
          </p:nvPr>
        </p:nvSpPr>
        <p:spPr>
          <a:xfrm>
            <a:off x="2514600" y="2487168"/>
            <a:ext cx="31546800" cy="1408176"/>
          </a:xfrm>
          <a:prstGeom prst="rect">
            <a:avLst/>
          </a:prstGeom>
        </p:spPr>
        <p:txBody>
          <a:bodyPr/>
          <a:lstStyle>
            <a:lvl1pPr marL="0" indent="0" algn="ctr">
              <a:spcBef>
                <a:spcPts val="0"/>
              </a:spcBef>
              <a:buFontTx/>
              <a:buNone/>
              <a:defRPr sz="4800">
                <a:solidFill>
                  <a:schemeClr val="tx2"/>
                </a:solidFill>
                <a:latin typeface="NVIDIA Sans" panose="020B0503020203020204" pitchFamily="34" charset="0"/>
                <a:cs typeface="NVIDIA Sans" panose="020B0503020203020204" pitchFamily="34" charset="0"/>
              </a:defRPr>
            </a:lvl1pPr>
            <a:lvl2pPr marL="1371600" indent="0" algn="ctr">
              <a:buFontTx/>
              <a:buNone/>
              <a:defRPr sz="4400">
                <a:latin typeface="NVIDIA Sans" panose="020B0503020203020204" pitchFamily="34" charset="0"/>
              </a:defRPr>
            </a:lvl2pPr>
            <a:lvl3pPr marL="2743200" indent="0" algn="ctr">
              <a:buFontTx/>
              <a:buNone/>
              <a:defRPr sz="4400">
                <a:latin typeface="NVIDIA Sans" panose="020B0503020203020204" pitchFamily="34" charset="0"/>
              </a:defRPr>
            </a:lvl3pPr>
            <a:lvl4pPr marL="4114800" indent="0" algn="ctr">
              <a:buFontTx/>
              <a:buNone/>
              <a:defRPr sz="4400">
                <a:latin typeface="NVIDIA Sans" panose="020B0503020203020204" pitchFamily="34" charset="0"/>
              </a:defRPr>
            </a:lvl4pPr>
            <a:lvl5pPr marL="5486400" indent="0" algn="ctr">
              <a:buFontTx/>
              <a:buNone/>
              <a:defRPr sz="4400">
                <a:latin typeface="NVIDIA Sans" panose="020B0503020203020204" pitchFamily="34" charset="0"/>
              </a:defRPr>
            </a:lvl5pPr>
          </a:lstStyle>
          <a:p>
            <a:pPr lvl="0"/>
            <a:r>
              <a:rPr lang="en-US" dirty="0"/>
              <a:t>Click to add subtitle</a:t>
            </a:r>
          </a:p>
        </p:txBody>
      </p:sp>
    </p:spTree>
    <p:extLst>
      <p:ext uri="{BB962C8B-B14F-4D97-AF65-F5344CB8AC3E}">
        <p14:creationId xmlns:p14="http://schemas.microsoft.com/office/powerpoint/2010/main" val="1818591978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10"/>
    </mc:Choice>
    <mc:Fallback xmlns:a16="http://schemas.microsoft.com/office/drawing/2014/main" xmlns="">
      <p:transition/>
    </mc:Fallback>
  </mc:AlternateContent>
</p:sldLayout>
</file>

<file path=ppt/slideLayouts/slideLayout2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0-up Imag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9" name="Text Placeholder 7">
            <a:extLst>
              <a:ext uri="{FF2B5EF4-FFF2-40B4-BE49-F238E27FC236}">
                <a16:creationId xmlns:a16="http://schemas.microsoft.com/office/drawing/2014/main" id="{E9B94E87-6C45-B9E5-F5AE-D69D71E61652}"/>
              </a:ext>
            </a:extLst>
          </p:cNvPr>
          <p:cNvSpPr>
            <a:spLocks noGrp="1"/>
          </p:cNvSpPr>
          <p:nvPr>
            <p:ph type="body" sz="quarter" idx="37" hasCustomPrompt="1"/>
          </p:nvPr>
        </p:nvSpPr>
        <p:spPr>
          <a:xfrm>
            <a:off x="8382295" y="17059122"/>
            <a:ext cx="6261482" cy="750359"/>
          </a:xfrm>
          <a:prstGeom prst="rect">
            <a:avLst/>
          </a:prstGeom>
        </p:spPr>
        <p:txBody>
          <a:bodyPr anchor="b"/>
          <a:lstStyle>
            <a:lvl1pPr marL="0" indent="0" algn="ctr">
              <a:spcBef>
                <a:spcPts val="1200"/>
              </a:spcBef>
              <a:buFontTx/>
              <a:buNone/>
              <a:defRPr sz="4000" b="0" cap="none" baseline="0">
                <a:solidFill>
                  <a:schemeClr val="bg1"/>
                </a:solidFill>
                <a:latin typeface="+mj-lt"/>
                <a:cs typeface="NVIDIA Sans" panose="020B0503020203020204" pitchFamily="34" charset="0"/>
              </a:defRPr>
            </a:lvl1pPr>
            <a:lvl2pPr marL="2562790" indent="0">
              <a:buFontTx/>
              <a:buNone/>
              <a:defRPr sz="4000" b="1">
                <a:solidFill>
                  <a:schemeClr val="tx1"/>
                </a:solidFill>
                <a:latin typeface="NVIDIA Sans" panose="020B0503020203020204" pitchFamily="34" charset="0"/>
              </a:defRPr>
            </a:lvl2pPr>
            <a:lvl3pPr marL="4883584" indent="0">
              <a:buFontTx/>
              <a:buNone/>
              <a:defRPr sz="4000" b="1">
                <a:solidFill>
                  <a:schemeClr val="tx1"/>
                </a:solidFill>
                <a:latin typeface="NVIDIA Sans" panose="020B0503020203020204" pitchFamily="34" charset="0"/>
              </a:defRPr>
            </a:lvl3pPr>
            <a:lvl4pPr marL="6933729" indent="0">
              <a:buFontTx/>
              <a:buNone/>
              <a:defRPr sz="4000" b="1">
                <a:solidFill>
                  <a:schemeClr val="tx1"/>
                </a:solidFill>
                <a:latin typeface="NVIDIA Sans" panose="020B0503020203020204" pitchFamily="34" charset="0"/>
              </a:defRPr>
            </a:lvl4pPr>
            <a:lvl5pPr marL="8471409" indent="0">
              <a:buFontTx/>
              <a:buNone/>
              <a:defRPr sz="4000" b="1">
                <a:solidFill>
                  <a:schemeClr val="tx1"/>
                </a:solidFill>
                <a:latin typeface="NVIDIA Sans" panose="020B0503020203020204" pitchFamily="34" charset="0"/>
              </a:defRPr>
            </a:lvl5pPr>
          </a:lstStyle>
          <a:p>
            <a:pPr lvl="0"/>
            <a:r>
              <a:rPr lang="en-US" dirty="0"/>
              <a:t>Click To Add Title</a:t>
            </a:r>
          </a:p>
        </p:txBody>
      </p:sp>
      <p:sp>
        <p:nvSpPr>
          <p:cNvPr id="40" name="Text Placeholder 7">
            <a:extLst>
              <a:ext uri="{FF2B5EF4-FFF2-40B4-BE49-F238E27FC236}">
                <a16:creationId xmlns:a16="http://schemas.microsoft.com/office/drawing/2014/main" id="{960A4EC5-468D-A3E6-9294-084BA073A235}"/>
              </a:ext>
            </a:extLst>
          </p:cNvPr>
          <p:cNvSpPr>
            <a:spLocks noGrp="1"/>
          </p:cNvSpPr>
          <p:nvPr>
            <p:ph type="body" sz="quarter" idx="39" hasCustomPrompt="1"/>
          </p:nvPr>
        </p:nvSpPr>
        <p:spPr>
          <a:xfrm>
            <a:off x="1637605" y="17059122"/>
            <a:ext cx="6254842" cy="750359"/>
          </a:xfrm>
          <a:prstGeom prst="rect">
            <a:avLst/>
          </a:prstGeom>
        </p:spPr>
        <p:txBody>
          <a:bodyPr anchor="b"/>
          <a:lstStyle>
            <a:lvl1pPr marL="0" indent="0" algn="ctr">
              <a:spcBef>
                <a:spcPts val="1200"/>
              </a:spcBef>
              <a:buFontTx/>
              <a:buNone/>
              <a:defRPr sz="4000" b="0" cap="none" baseline="0">
                <a:solidFill>
                  <a:schemeClr val="bg1"/>
                </a:solidFill>
                <a:latin typeface="+mj-lt"/>
                <a:cs typeface="NVIDIA Sans" panose="020B0503020203020204" pitchFamily="34" charset="0"/>
              </a:defRPr>
            </a:lvl1pPr>
            <a:lvl2pPr marL="2562790" indent="0">
              <a:buFontTx/>
              <a:buNone/>
              <a:defRPr sz="4000" b="1">
                <a:solidFill>
                  <a:schemeClr val="tx1"/>
                </a:solidFill>
                <a:latin typeface="NVIDIA Sans" panose="020B0503020203020204" pitchFamily="34" charset="0"/>
              </a:defRPr>
            </a:lvl2pPr>
            <a:lvl3pPr marL="4883584" indent="0">
              <a:buFontTx/>
              <a:buNone/>
              <a:defRPr sz="4000" b="1">
                <a:solidFill>
                  <a:schemeClr val="tx1"/>
                </a:solidFill>
                <a:latin typeface="NVIDIA Sans" panose="020B0503020203020204" pitchFamily="34" charset="0"/>
              </a:defRPr>
            </a:lvl3pPr>
            <a:lvl4pPr marL="6933729" indent="0">
              <a:buFontTx/>
              <a:buNone/>
              <a:defRPr sz="4000" b="1">
                <a:solidFill>
                  <a:schemeClr val="tx1"/>
                </a:solidFill>
                <a:latin typeface="NVIDIA Sans" panose="020B0503020203020204" pitchFamily="34" charset="0"/>
              </a:defRPr>
            </a:lvl4pPr>
            <a:lvl5pPr marL="8471409" indent="0">
              <a:buFontTx/>
              <a:buNone/>
              <a:defRPr sz="4000" b="1">
                <a:solidFill>
                  <a:schemeClr val="tx1"/>
                </a:solidFill>
                <a:latin typeface="NVIDIA Sans" panose="020B0503020203020204" pitchFamily="34" charset="0"/>
              </a:defRPr>
            </a:lvl5pPr>
          </a:lstStyle>
          <a:p>
            <a:pPr lvl="0"/>
            <a:r>
              <a:rPr lang="en-US" dirty="0"/>
              <a:t>Click To Add Title</a:t>
            </a:r>
          </a:p>
        </p:txBody>
      </p:sp>
      <p:sp>
        <p:nvSpPr>
          <p:cNvPr id="42" name="Text Placeholder 7">
            <a:extLst>
              <a:ext uri="{FF2B5EF4-FFF2-40B4-BE49-F238E27FC236}">
                <a16:creationId xmlns:a16="http://schemas.microsoft.com/office/drawing/2014/main" id="{7AB65765-2201-817D-E699-AB8E899F5A05}"/>
              </a:ext>
            </a:extLst>
          </p:cNvPr>
          <p:cNvSpPr>
            <a:spLocks noGrp="1"/>
          </p:cNvSpPr>
          <p:nvPr>
            <p:ph type="body" sz="quarter" idx="40" hasCustomPrompt="1"/>
          </p:nvPr>
        </p:nvSpPr>
        <p:spPr>
          <a:xfrm>
            <a:off x="8382295" y="17727056"/>
            <a:ext cx="6261482" cy="750359"/>
          </a:xfrm>
          <a:prstGeom prst="rect">
            <a:avLst/>
          </a:prstGeom>
        </p:spPr>
        <p:txBody>
          <a:bodyPr/>
          <a:lstStyle>
            <a:lvl1pPr marL="0" indent="0" algn="ctr">
              <a:spcBef>
                <a:spcPts val="600"/>
              </a:spcBef>
              <a:buFontTx/>
              <a:buNone/>
              <a:defRPr sz="2800" b="0">
                <a:solidFill>
                  <a:schemeClr val="bg1"/>
                </a:solidFill>
                <a:latin typeface="NVIDIA Sans" panose="020B0503020203020204" pitchFamily="34" charset="0"/>
                <a:cs typeface="NVIDIA Sans" panose="020B0503020203020204" pitchFamily="34" charset="0"/>
              </a:defRPr>
            </a:lvl1pPr>
            <a:lvl2pPr marL="2562790" indent="0">
              <a:buFontTx/>
              <a:buNone/>
              <a:defRPr sz="4000" b="1">
                <a:solidFill>
                  <a:schemeClr val="tx1"/>
                </a:solidFill>
                <a:latin typeface="NVIDIA Sans" panose="020B0503020203020204" pitchFamily="34" charset="0"/>
              </a:defRPr>
            </a:lvl2pPr>
            <a:lvl3pPr marL="4883584" indent="0">
              <a:buFontTx/>
              <a:buNone/>
              <a:defRPr sz="4000" b="1">
                <a:solidFill>
                  <a:schemeClr val="tx1"/>
                </a:solidFill>
                <a:latin typeface="NVIDIA Sans" panose="020B0503020203020204" pitchFamily="34" charset="0"/>
              </a:defRPr>
            </a:lvl3pPr>
            <a:lvl4pPr marL="6933729" indent="0">
              <a:buFontTx/>
              <a:buNone/>
              <a:defRPr sz="4000" b="1">
                <a:solidFill>
                  <a:schemeClr val="tx1"/>
                </a:solidFill>
                <a:latin typeface="NVIDIA Sans" panose="020B0503020203020204" pitchFamily="34" charset="0"/>
              </a:defRPr>
            </a:lvl4pPr>
            <a:lvl5pPr marL="8471409" indent="0">
              <a:buFontTx/>
              <a:buNone/>
              <a:defRPr sz="4000" b="1">
                <a:solidFill>
                  <a:schemeClr val="tx1"/>
                </a:solidFill>
                <a:latin typeface="NVIDIA Sans" panose="020B0503020203020204" pitchFamily="34" charset="0"/>
              </a:defRPr>
            </a:lvl5pPr>
          </a:lstStyle>
          <a:p>
            <a:pPr lvl="0"/>
            <a:r>
              <a:rPr lang="en-US" dirty="0"/>
              <a:t>Click to add subtitle</a:t>
            </a:r>
          </a:p>
        </p:txBody>
      </p:sp>
      <p:sp>
        <p:nvSpPr>
          <p:cNvPr id="44" name="Text Placeholder 7">
            <a:extLst>
              <a:ext uri="{FF2B5EF4-FFF2-40B4-BE49-F238E27FC236}">
                <a16:creationId xmlns:a16="http://schemas.microsoft.com/office/drawing/2014/main" id="{A54B1517-FE34-AAC0-C4EE-52F7D477D2DC}"/>
              </a:ext>
            </a:extLst>
          </p:cNvPr>
          <p:cNvSpPr>
            <a:spLocks noGrp="1"/>
          </p:cNvSpPr>
          <p:nvPr>
            <p:ph type="body" sz="quarter" idx="43" hasCustomPrompt="1"/>
          </p:nvPr>
        </p:nvSpPr>
        <p:spPr>
          <a:xfrm>
            <a:off x="1637605" y="17727056"/>
            <a:ext cx="6254842" cy="750359"/>
          </a:xfrm>
          <a:prstGeom prst="rect">
            <a:avLst/>
          </a:prstGeom>
        </p:spPr>
        <p:txBody>
          <a:bodyPr/>
          <a:lstStyle>
            <a:lvl1pPr marL="0" indent="0" algn="ctr">
              <a:spcBef>
                <a:spcPts val="600"/>
              </a:spcBef>
              <a:buFontTx/>
              <a:buNone/>
              <a:defRPr sz="2800" b="0">
                <a:solidFill>
                  <a:schemeClr val="bg1"/>
                </a:solidFill>
                <a:latin typeface="NVIDIA Sans" panose="020B0503020203020204" pitchFamily="34" charset="0"/>
                <a:cs typeface="NVIDIA Sans" panose="020B0503020203020204" pitchFamily="34" charset="0"/>
              </a:defRPr>
            </a:lvl1pPr>
            <a:lvl2pPr marL="2562790" indent="0">
              <a:buFontTx/>
              <a:buNone/>
              <a:defRPr sz="4000" b="1">
                <a:solidFill>
                  <a:schemeClr val="tx1"/>
                </a:solidFill>
                <a:latin typeface="NVIDIA Sans" panose="020B0503020203020204" pitchFamily="34" charset="0"/>
              </a:defRPr>
            </a:lvl2pPr>
            <a:lvl3pPr marL="4883584" indent="0">
              <a:buFontTx/>
              <a:buNone/>
              <a:defRPr sz="4000" b="1">
                <a:solidFill>
                  <a:schemeClr val="tx1"/>
                </a:solidFill>
                <a:latin typeface="NVIDIA Sans" panose="020B0503020203020204" pitchFamily="34" charset="0"/>
              </a:defRPr>
            </a:lvl3pPr>
            <a:lvl4pPr marL="6933729" indent="0">
              <a:buFontTx/>
              <a:buNone/>
              <a:defRPr sz="4000" b="1">
                <a:solidFill>
                  <a:schemeClr val="tx1"/>
                </a:solidFill>
                <a:latin typeface="NVIDIA Sans" panose="020B0503020203020204" pitchFamily="34" charset="0"/>
              </a:defRPr>
            </a:lvl4pPr>
            <a:lvl5pPr marL="8471409" indent="0">
              <a:buFontTx/>
              <a:buNone/>
              <a:defRPr sz="4000" b="1">
                <a:solidFill>
                  <a:schemeClr val="tx1"/>
                </a:solidFill>
                <a:latin typeface="NVIDIA Sans" panose="020B0503020203020204" pitchFamily="34" charset="0"/>
              </a:defRPr>
            </a:lvl5pPr>
          </a:lstStyle>
          <a:p>
            <a:pPr lvl="0"/>
            <a:r>
              <a:rPr lang="en-US" dirty="0"/>
              <a:t>Click to add subtitle</a:t>
            </a:r>
          </a:p>
        </p:txBody>
      </p:sp>
      <p:sp>
        <p:nvSpPr>
          <p:cNvPr id="45" name="Picture Placeholder 2">
            <a:extLst>
              <a:ext uri="{FF2B5EF4-FFF2-40B4-BE49-F238E27FC236}">
                <a16:creationId xmlns:a16="http://schemas.microsoft.com/office/drawing/2014/main" id="{30BC2C71-2AC1-DDC7-734C-63EE3CA218F6}"/>
              </a:ext>
            </a:extLst>
          </p:cNvPr>
          <p:cNvSpPr>
            <a:spLocks noGrp="1"/>
          </p:cNvSpPr>
          <p:nvPr>
            <p:ph type="pic" sz="quarter" idx="46"/>
          </p:nvPr>
        </p:nvSpPr>
        <p:spPr>
          <a:xfrm>
            <a:off x="1637605" y="11926198"/>
            <a:ext cx="6263640" cy="4937760"/>
          </a:xfrm>
          <a:prstGeom prst="rect">
            <a:avLst/>
          </a:prstGeom>
          <a:solidFill>
            <a:srgbClr val="151617">
              <a:alpha val="61000"/>
            </a:srgbClr>
          </a:solidFill>
          <a:ln w="9525">
            <a:solidFill>
              <a:schemeClr val="accent5"/>
            </a:solidFill>
          </a:ln>
        </p:spPr>
        <p:txBody>
          <a:bodyPr tIns="2194560" anchor="ctr"/>
          <a:lstStyle>
            <a:lvl1pPr marL="0" indent="0" algn="ctr">
              <a:buNone/>
              <a:defRPr lang="en-US" sz="3600" dirty="0">
                <a:solidFill>
                  <a:schemeClr val="bg2"/>
                </a:solidFill>
                <a:latin typeface="NVIDIA Sans" panose="020B0503020203020204" pitchFamily="34" charset="0"/>
                <a:cs typeface="NVIDIA Sans" panose="020B0503020203020204" pitchFamily="34" charset="0"/>
              </a:defRPr>
            </a:lvl1pPr>
          </a:lstStyle>
          <a:p>
            <a:pPr marL="685800" lvl="0" indent="-685800" algn="ctr"/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46" name="Picture Placeholder 2">
            <a:extLst>
              <a:ext uri="{FF2B5EF4-FFF2-40B4-BE49-F238E27FC236}">
                <a16:creationId xmlns:a16="http://schemas.microsoft.com/office/drawing/2014/main" id="{4A5495BC-7C50-8C58-B54F-D3C882FECC10}"/>
              </a:ext>
            </a:extLst>
          </p:cNvPr>
          <p:cNvSpPr>
            <a:spLocks noGrp="1"/>
          </p:cNvSpPr>
          <p:nvPr>
            <p:ph type="pic" sz="quarter" idx="47"/>
          </p:nvPr>
        </p:nvSpPr>
        <p:spPr>
          <a:xfrm>
            <a:off x="8396143" y="11926198"/>
            <a:ext cx="6263640" cy="4937760"/>
          </a:xfrm>
          <a:prstGeom prst="rect">
            <a:avLst/>
          </a:prstGeom>
          <a:solidFill>
            <a:srgbClr val="151617">
              <a:alpha val="61000"/>
            </a:srgbClr>
          </a:solidFill>
          <a:ln w="9525">
            <a:solidFill>
              <a:schemeClr val="accent5"/>
            </a:solidFill>
          </a:ln>
        </p:spPr>
        <p:txBody>
          <a:bodyPr tIns="2194560" anchor="ctr"/>
          <a:lstStyle>
            <a:lvl1pPr marL="0" indent="0" algn="ctr">
              <a:buNone/>
              <a:defRPr lang="en-US" sz="3600" dirty="0">
                <a:solidFill>
                  <a:schemeClr val="bg2"/>
                </a:solidFill>
                <a:latin typeface="NVIDIA Sans" panose="020B0503020203020204" pitchFamily="34" charset="0"/>
                <a:cs typeface="NVIDIA Sans" panose="020B0503020203020204" pitchFamily="34" charset="0"/>
              </a:defRPr>
            </a:lvl1pPr>
          </a:lstStyle>
          <a:p>
            <a:pPr marL="685800" lvl="0" indent="-685800" algn="ctr"/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47" name="Picture Placeholder 2">
            <a:extLst>
              <a:ext uri="{FF2B5EF4-FFF2-40B4-BE49-F238E27FC236}">
                <a16:creationId xmlns:a16="http://schemas.microsoft.com/office/drawing/2014/main" id="{48C56C91-18A4-7D8E-94FC-6714566B099C}"/>
              </a:ext>
            </a:extLst>
          </p:cNvPr>
          <p:cNvSpPr>
            <a:spLocks noGrp="1"/>
          </p:cNvSpPr>
          <p:nvPr>
            <p:ph type="pic" sz="quarter" idx="48"/>
          </p:nvPr>
        </p:nvSpPr>
        <p:spPr>
          <a:xfrm>
            <a:off x="21902586" y="11926198"/>
            <a:ext cx="6263640" cy="4937760"/>
          </a:xfrm>
          <a:prstGeom prst="rect">
            <a:avLst/>
          </a:prstGeom>
          <a:solidFill>
            <a:srgbClr val="151617">
              <a:alpha val="61000"/>
            </a:srgbClr>
          </a:solidFill>
          <a:ln w="9525">
            <a:solidFill>
              <a:schemeClr val="accent5"/>
            </a:solidFill>
          </a:ln>
        </p:spPr>
        <p:txBody>
          <a:bodyPr tIns="2194560" anchor="ctr"/>
          <a:lstStyle>
            <a:lvl1pPr marL="0" indent="0" algn="ctr">
              <a:buNone/>
              <a:defRPr lang="en-US" sz="3600" dirty="0">
                <a:solidFill>
                  <a:schemeClr val="bg2"/>
                </a:solidFill>
                <a:latin typeface="NVIDIA Sans" panose="020B0503020203020204" pitchFamily="34" charset="0"/>
                <a:cs typeface="NVIDIA Sans" panose="020B0503020203020204" pitchFamily="34" charset="0"/>
              </a:defRPr>
            </a:lvl1pPr>
          </a:lstStyle>
          <a:p>
            <a:pPr marL="685800" lvl="0" indent="-685800" algn="ctr"/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54" name="Text Placeholder 7">
            <a:extLst>
              <a:ext uri="{FF2B5EF4-FFF2-40B4-BE49-F238E27FC236}">
                <a16:creationId xmlns:a16="http://schemas.microsoft.com/office/drawing/2014/main" id="{528A02C1-AD1D-1EE4-C6AC-3B590D527780}"/>
              </a:ext>
            </a:extLst>
          </p:cNvPr>
          <p:cNvSpPr>
            <a:spLocks noGrp="1"/>
          </p:cNvSpPr>
          <p:nvPr>
            <p:ph type="body" sz="quarter" idx="50" hasCustomPrompt="1"/>
          </p:nvPr>
        </p:nvSpPr>
        <p:spPr>
          <a:xfrm>
            <a:off x="15132594" y="17059122"/>
            <a:ext cx="6263641" cy="750359"/>
          </a:xfrm>
          <a:prstGeom prst="rect">
            <a:avLst/>
          </a:prstGeom>
        </p:spPr>
        <p:txBody>
          <a:bodyPr anchor="b"/>
          <a:lstStyle>
            <a:lvl1pPr marL="0" indent="0" algn="ctr">
              <a:spcBef>
                <a:spcPts val="1200"/>
              </a:spcBef>
              <a:buFontTx/>
              <a:buNone/>
              <a:defRPr sz="4000" b="0" cap="none" baseline="0">
                <a:solidFill>
                  <a:schemeClr val="bg1"/>
                </a:solidFill>
                <a:latin typeface="+mj-lt"/>
                <a:cs typeface="NVIDIA Sans" panose="020B0503020203020204" pitchFamily="34" charset="0"/>
              </a:defRPr>
            </a:lvl1pPr>
            <a:lvl2pPr marL="2562790" indent="0">
              <a:buFontTx/>
              <a:buNone/>
              <a:defRPr sz="4000" b="1">
                <a:solidFill>
                  <a:schemeClr val="tx1"/>
                </a:solidFill>
                <a:latin typeface="NVIDIA Sans" panose="020B0503020203020204" pitchFamily="34" charset="0"/>
              </a:defRPr>
            </a:lvl2pPr>
            <a:lvl3pPr marL="4883584" indent="0">
              <a:buFontTx/>
              <a:buNone/>
              <a:defRPr sz="4000" b="1">
                <a:solidFill>
                  <a:schemeClr val="tx1"/>
                </a:solidFill>
                <a:latin typeface="NVIDIA Sans" panose="020B0503020203020204" pitchFamily="34" charset="0"/>
              </a:defRPr>
            </a:lvl3pPr>
            <a:lvl4pPr marL="6933729" indent="0">
              <a:buFontTx/>
              <a:buNone/>
              <a:defRPr sz="4000" b="1">
                <a:solidFill>
                  <a:schemeClr val="tx1"/>
                </a:solidFill>
                <a:latin typeface="NVIDIA Sans" panose="020B0503020203020204" pitchFamily="34" charset="0"/>
              </a:defRPr>
            </a:lvl4pPr>
            <a:lvl5pPr marL="8471409" indent="0">
              <a:buFontTx/>
              <a:buNone/>
              <a:defRPr sz="4000" b="1">
                <a:solidFill>
                  <a:schemeClr val="tx1"/>
                </a:solidFill>
                <a:latin typeface="NVIDIA Sans" panose="020B0503020203020204" pitchFamily="34" charset="0"/>
              </a:defRPr>
            </a:lvl5pPr>
          </a:lstStyle>
          <a:p>
            <a:pPr lvl="0"/>
            <a:r>
              <a:rPr lang="en-US" dirty="0"/>
              <a:t>Click To Add Title</a:t>
            </a:r>
          </a:p>
        </p:txBody>
      </p:sp>
      <p:sp>
        <p:nvSpPr>
          <p:cNvPr id="55" name="Text Placeholder 7">
            <a:extLst>
              <a:ext uri="{FF2B5EF4-FFF2-40B4-BE49-F238E27FC236}">
                <a16:creationId xmlns:a16="http://schemas.microsoft.com/office/drawing/2014/main" id="{F1D675D5-3EFF-B8AD-BA35-187E996A9B67}"/>
              </a:ext>
            </a:extLst>
          </p:cNvPr>
          <p:cNvSpPr>
            <a:spLocks noGrp="1"/>
          </p:cNvSpPr>
          <p:nvPr>
            <p:ph type="body" sz="quarter" idx="51" hasCustomPrompt="1"/>
          </p:nvPr>
        </p:nvSpPr>
        <p:spPr>
          <a:xfrm>
            <a:off x="15132594" y="17727056"/>
            <a:ext cx="6263641" cy="750359"/>
          </a:xfrm>
          <a:prstGeom prst="rect">
            <a:avLst/>
          </a:prstGeom>
        </p:spPr>
        <p:txBody>
          <a:bodyPr/>
          <a:lstStyle>
            <a:lvl1pPr marL="0" indent="0" algn="ctr">
              <a:spcBef>
                <a:spcPts val="600"/>
              </a:spcBef>
              <a:buFontTx/>
              <a:buNone/>
              <a:defRPr sz="2800" b="0">
                <a:solidFill>
                  <a:schemeClr val="bg1"/>
                </a:solidFill>
                <a:latin typeface="NVIDIA Sans" panose="020B0503020203020204" pitchFamily="34" charset="0"/>
                <a:cs typeface="NVIDIA Sans" panose="020B0503020203020204" pitchFamily="34" charset="0"/>
              </a:defRPr>
            </a:lvl1pPr>
            <a:lvl2pPr marL="2562790" indent="0">
              <a:buFontTx/>
              <a:buNone/>
              <a:defRPr sz="4000" b="1">
                <a:solidFill>
                  <a:schemeClr val="tx1"/>
                </a:solidFill>
                <a:latin typeface="NVIDIA Sans" panose="020B0503020203020204" pitchFamily="34" charset="0"/>
              </a:defRPr>
            </a:lvl2pPr>
            <a:lvl3pPr marL="4883584" indent="0">
              <a:buFontTx/>
              <a:buNone/>
              <a:defRPr sz="4000" b="1">
                <a:solidFill>
                  <a:schemeClr val="tx1"/>
                </a:solidFill>
                <a:latin typeface="NVIDIA Sans" panose="020B0503020203020204" pitchFamily="34" charset="0"/>
              </a:defRPr>
            </a:lvl3pPr>
            <a:lvl4pPr marL="6933729" indent="0">
              <a:buFontTx/>
              <a:buNone/>
              <a:defRPr sz="4000" b="1">
                <a:solidFill>
                  <a:schemeClr val="tx1"/>
                </a:solidFill>
                <a:latin typeface="NVIDIA Sans" panose="020B0503020203020204" pitchFamily="34" charset="0"/>
              </a:defRPr>
            </a:lvl4pPr>
            <a:lvl5pPr marL="8471409" indent="0">
              <a:buFontTx/>
              <a:buNone/>
              <a:defRPr sz="4000" b="1">
                <a:solidFill>
                  <a:schemeClr val="tx1"/>
                </a:solidFill>
                <a:latin typeface="NVIDIA Sans" panose="020B0503020203020204" pitchFamily="34" charset="0"/>
              </a:defRPr>
            </a:lvl5pPr>
          </a:lstStyle>
          <a:p>
            <a:pPr lvl="0"/>
            <a:r>
              <a:rPr lang="en-US" dirty="0"/>
              <a:t>Click to add subtitle</a:t>
            </a:r>
          </a:p>
        </p:txBody>
      </p:sp>
      <p:sp>
        <p:nvSpPr>
          <p:cNvPr id="56" name="Picture Placeholder 2">
            <a:extLst>
              <a:ext uri="{FF2B5EF4-FFF2-40B4-BE49-F238E27FC236}">
                <a16:creationId xmlns:a16="http://schemas.microsoft.com/office/drawing/2014/main" id="{F1029ABF-1C3A-2F51-92CB-AA5A3AC353FE}"/>
              </a:ext>
            </a:extLst>
          </p:cNvPr>
          <p:cNvSpPr>
            <a:spLocks noGrp="1"/>
          </p:cNvSpPr>
          <p:nvPr>
            <p:ph type="pic" sz="quarter" idx="24"/>
          </p:nvPr>
        </p:nvSpPr>
        <p:spPr>
          <a:xfrm>
            <a:off x="15152060" y="4848840"/>
            <a:ext cx="6263640" cy="4937760"/>
          </a:xfrm>
          <a:prstGeom prst="rect">
            <a:avLst/>
          </a:prstGeom>
          <a:solidFill>
            <a:srgbClr val="151617">
              <a:alpha val="61000"/>
            </a:srgbClr>
          </a:solidFill>
          <a:ln w="9525">
            <a:solidFill>
              <a:schemeClr val="accent5"/>
            </a:solidFill>
          </a:ln>
        </p:spPr>
        <p:txBody>
          <a:bodyPr tIns="2194560" anchor="ctr"/>
          <a:lstStyle>
            <a:lvl1pPr marL="0" indent="0" algn="ctr">
              <a:buNone/>
              <a:defRPr lang="en-US" sz="3600" dirty="0">
                <a:solidFill>
                  <a:schemeClr val="bg2"/>
                </a:solidFill>
                <a:latin typeface="NVIDIA Sans" panose="020B0503020203020204" pitchFamily="34" charset="0"/>
                <a:cs typeface="NVIDIA Sans" panose="020B0503020203020204" pitchFamily="34" charset="0"/>
              </a:defRPr>
            </a:lvl1pPr>
          </a:lstStyle>
          <a:p>
            <a:pPr marL="685800" lvl="0" indent="-685800" algn="ctr"/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57" name="Picture Placeholder 2">
            <a:extLst>
              <a:ext uri="{FF2B5EF4-FFF2-40B4-BE49-F238E27FC236}">
                <a16:creationId xmlns:a16="http://schemas.microsoft.com/office/drawing/2014/main" id="{8FE2B66F-F99F-570D-A31D-3578C4B3B179}"/>
              </a:ext>
            </a:extLst>
          </p:cNvPr>
          <p:cNvSpPr>
            <a:spLocks noGrp="1"/>
          </p:cNvSpPr>
          <p:nvPr>
            <p:ph type="pic" sz="quarter" idx="20"/>
          </p:nvPr>
        </p:nvSpPr>
        <p:spPr>
          <a:xfrm>
            <a:off x="8394833" y="4848840"/>
            <a:ext cx="6263640" cy="4937760"/>
          </a:xfrm>
          <a:prstGeom prst="rect">
            <a:avLst/>
          </a:prstGeom>
          <a:solidFill>
            <a:srgbClr val="151617">
              <a:alpha val="61000"/>
            </a:srgbClr>
          </a:solidFill>
          <a:ln w="9525">
            <a:solidFill>
              <a:schemeClr val="accent5"/>
            </a:solidFill>
          </a:ln>
        </p:spPr>
        <p:txBody>
          <a:bodyPr tIns="2194560" anchor="ctr"/>
          <a:lstStyle>
            <a:lvl1pPr marL="0" indent="0" algn="ctr">
              <a:buNone/>
              <a:defRPr lang="en-US" sz="3600" dirty="0">
                <a:solidFill>
                  <a:schemeClr val="bg2"/>
                </a:solidFill>
                <a:latin typeface="NVIDIA Sans" panose="020B0503020203020204" pitchFamily="34" charset="0"/>
                <a:cs typeface="NVIDIA Sans" panose="020B0503020203020204" pitchFamily="34" charset="0"/>
              </a:defRPr>
            </a:lvl1pPr>
          </a:lstStyle>
          <a:p>
            <a:pPr marL="685800" lvl="0" indent="-685800" algn="ctr"/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58" name="Picture Placeholder 2">
            <a:extLst>
              <a:ext uri="{FF2B5EF4-FFF2-40B4-BE49-F238E27FC236}">
                <a16:creationId xmlns:a16="http://schemas.microsoft.com/office/drawing/2014/main" id="{42FEAB60-4C6E-41A0-FC52-815836156837}"/>
              </a:ext>
            </a:extLst>
          </p:cNvPr>
          <p:cNvSpPr>
            <a:spLocks noGrp="1"/>
          </p:cNvSpPr>
          <p:nvPr>
            <p:ph type="pic" sz="quarter" idx="52"/>
          </p:nvPr>
        </p:nvSpPr>
        <p:spPr>
          <a:xfrm>
            <a:off x="1637606" y="4848840"/>
            <a:ext cx="6263640" cy="4937760"/>
          </a:xfrm>
          <a:prstGeom prst="rect">
            <a:avLst/>
          </a:prstGeom>
          <a:solidFill>
            <a:srgbClr val="151617">
              <a:alpha val="61000"/>
            </a:srgbClr>
          </a:solidFill>
          <a:ln w="9525">
            <a:solidFill>
              <a:schemeClr val="accent5"/>
            </a:solidFill>
          </a:ln>
        </p:spPr>
        <p:txBody>
          <a:bodyPr tIns="2194560" anchor="ctr"/>
          <a:lstStyle>
            <a:lvl1pPr marL="0" indent="0" algn="ctr">
              <a:buNone/>
              <a:defRPr lang="en-US" sz="3600" dirty="0">
                <a:solidFill>
                  <a:schemeClr val="bg2"/>
                </a:solidFill>
                <a:latin typeface="NVIDIA Sans" panose="020B0503020203020204" pitchFamily="34" charset="0"/>
                <a:cs typeface="NVIDIA Sans" panose="020B0503020203020204" pitchFamily="34" charset="0"/>
              </a:defRPr>
            </a:lvl1pPr>
          </a:lstStyle>
          <a:p>
            <a:pPr marL="685800" lvl="0" indent="-685800" algn="ctr"/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59" name="Picture Placeholder 2">
            <a:extLst>
              <a:ext uri="{FF2B5EF4-FFF2-40B4-BE49-F238E27FC236}">
                <a16:creationId xmlns:a16="http://schemas.microsoft.com/office/drawing/2014/main" id="{A2963118-2A95-082A-4DFF-6C0DA33F59BA}"/>
              </a:ext>
            </a:extLst>
          </p:cNvPr>
          <p:cNvSpPr>
            <a:spLocks noGrp="1"/>
          </p:cNvSpPr>
          <p:nvPr>
            <p:ph type="pic" sz="quarter" idx="28"/>
          </p:nvPr>
        </p:nvSpPr>
        <p:spPr>
          <a:xfrm>
            <a:off x="21909287" y="4848840"/>
            <a:ext cx="6263640" cy="4937760"/>
          </a:xfrm>
          <a:prstGeom prst="rect">
            <a:avLst/>
          </a:prstGeom>
          <a:solidFill>
            <a:srgbClr val="151617">
              <a:alpha val="61000"/>
            </a:srgbClr>
          </a:solidFill>
          <a:ln w="9525">
            <a:solidFill>
              <a:schemeClr val="accent5"/>
            </a:solidFill>
          </a:ln>
        </p:spPr>
        <p:txBody>
          <a:bodyPr tIns="2194560" anchor="ctr"/>
          <a:lstStyle>
            <a:lvl1pPr marL="0" indent="0" algn="ctr">
              <a:buNone/>
              <a:defRPr lang="en-US" sz="3600" dirty="0">
                <a:solidFill>
                  <a:schemeClr val="bg2"/>
                </a:solidFill>
                <a:latin typeface="NVIDIA Sans" panose="020B0503020203020204" pitchFamily="34" charset="0"/>
                <a:cs typeface="NVIDIA Sans" panose="020B0503020203020204" pitchFamily="34" charset="0"/>
              </a:defRPr>
            </a:lvl1pPr>
          </a:lstStyle>
          <a:p>
            <a:pPr marL="685800" lvl="0" indent="-685800" algn="ctr"/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60" name="Picture Placeholder 2">
            <a:extLst>
              <a:ext uri="{FF2B5EF4-FFF2-40B4-BE49-F238E27FC236}">
                <a16:creationId xmlns:a16="http://schemas.microsoft.com/office/drawing/2014/main" id="{F1791F3A-0E82-06A9-0588-000305CD1590}"/>
              </a:ext>
            </a:extLst>
          </p:cNvPr>
          <p:cNvSpPr>
            <a:spLocks noGrp="1"/>
          </p:cNvSpPr>
          <p:nvPr>
            <p:ph type="pic" sz="quarter" idx="53"/>
          </p:nvPr>
        </p:nvSpPr>
        <p:spPr>
          <a:xfrm>
            <a:off x="28666515" y="4848840"/>
            <a:ext cx="6263640" cy="4937760"/>
          </a:xfrm>
          <a:prstGeom prst="rect">
            <a:avLst/>
          </a:prstGeom>
          <a:solidFill>
            <a:srgbClr val="151617">
              <a:alpha val="61000"/>
            </a:srgbClr>
          </a:solidFill>
          <a:ln w="9525">
            <a:solidFill>
              <a:schemeClr val="accent5"/>
            </a:solidFill>
          </a:ln>
        </p:spPr>
        <p:txBody>
          <a:bodyPr tIns="2194560" anchor="ctr"/>
          <a:lstStyle>
            <a:lvl1pPr marL="0" indent="0" algn="ctr">
              <a:buNone/>
              <a:defRPr lang="en-US" sz="3600" dirty="0">
                <a:solidFill>
                  <a:schemeClr val="bg2"/>
                </a:solidFill>
                <a:latin typeface="NVIDIA Sans" panose="020B0503020203020204" pitchFamily="34" charset="0"/>
                <a:cs typeface="NVIDIA Sans" panose="020B0503020203020204" pitchFamily="34" charset="0"/>
              </a:defRPr>
            </a:lvl1pPr>
          </a:lstStyle>
          <a:p>
            <a:pPr marL="685800" lvl="0" indent="-685800" algn="ctr"/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61" name="Picture Placeholder 2">
            <a:extLst>
              <a:ext uri="{FF2B5EF4-FFF2-40B4-BE49-F238E27FC236}">
                <a16:creationId xmlns:a16="http://schemas.microsoft.com/office/drawing/2014/main" id="{7E0D42E0-350E-2247-45F3-56D42F8A4B66}"/>
              </a:ext>
            </a:extLst>
          </p:cNvPr>
          <p:cNvSpPr>
            <a:spLocks noGrp="1"/>
          </p:cNvSpPr>
          <p:nvPr>
            <p:ph type="pic" sz="quarter" idx="54"/>
          </p:nvPr>
        </p:nvSpPr>
        <p:spPr>
          <a:xfrm>
            <a:off x="15144048" y="11926198"/>
            <a:ext cx="6263640" cy="4937760"/>
          </a:xfrm>
          <a:prstGeom prst="rect">
            <a:avLst/>
          </a:prstGeom>
          <a:solidFill>
            <a:srgbClr val="151617">
              <a:alpha val="61000"/>
            </a:srgbClr>
          </a:solidFill>
          <a:ln w="9525">
            <a:solidFill>
              <a:schemeClr val="accent5"/>
            </a:solidFill>
          </a:ln>
        </p:spPr>
        <p:txBody>
          <a:bodyPr tIns="2194560" anchor="ctr"/>
          <a:lstStyle>
            <a:lvl1pPr marL="0" indent="0" algn="ctr">
              <a:buNone/>
              <a:defRPr lang="en-US" sz="3600" dirty="0">
                <a:solidFill>
                  <a:schemeClr val="bg2"/>
                </a:solidFill>
                <a:latin typeface="NVIDIA Sans" panose="020B0503020203020204" pitchFamily="34" charset="0"/>
                <a:cs typeface="NVIDIA Sans" panose="020B0503020203020204" pitchFamily="34" charset="0"/>
              </a:defRPr>
            </a:lvl1pPr>
          </a:lstStyle>
          <a:p>
            <a:pPr marL="685800" lvl="0" indent="-685800" algn="ctr"/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62" name="Text Placeholder 7">
            <a:extLst>
              <a:ext uri="{FF2B5EF4-FFF2-40B4-BE49-F238E27FC236}">
                <a16:creationId xmlns:a16="http://schemas.microsoft.com/office/drawing/2014/main" id="{A7640883-7B53-617D-BE12-A19E85F82D74}"/>
              </a:ext>
            </a:extLst>
          </p:cNvPr>
          <p:cNvSpPr>
            <a:spLocks noGrp="1"/>
          </p:cNvSpPr>
          <p:nvPr>
            <p:ph type="body" sz="quarter" idx="55" hasCustomPrompt="1"/>
          </p:nvPr>
        </p:nvSpPr>
        <p:spPr>
          <a:xfrm>
            <a:off x="21907609" y="17059122"/>
            <a:ext cx="6263640" cy="750359"/>
          </a:xfrm>
          <a:prstGeom prst="rect">
            <a:avLst/>
          </a:prstGeom>
        </p:spPr>
        <p:txBody>
          <a:bodyPr anchor="b"/>
          <a:lstStyle>
            <a:lvl1pPr marL="0" indent="0" algn="ctr">
              <a:spcBef>
                <a:spcPts val="1200"/>
              </a:spcBef>
              <a:buFontTx/>
              <a:buNone/>
              <a:defRPr sz="4000" b="0" cap="none" baseline="0">
                <a:solidFill>
                  <a:schemeClr val="bg1"/>
                </a:solidFill>
                <a:latin typeface="+mj-lt"/>
                <a:cs typeface="NVIDIA Sans" panose="020B0503020203020204" pitchFamily="34" charset="0"/>
              </a:defRPr>
            </a:lvl1pPr>
            <a:lvl2pPr marL="2562790" indent="0">
              <a:buFontTx/>
              <a:buNone/>
              <a:defRPr sz="4000" b="1">
                <a:solidFill>
                  <a:schemeClr val="tx1"/>
                </a:solidFill>
                <a:latin typeface="NVIDIA Sans" panose="020B0503020203020204" pitchFamily="34" charset="0"/>
              </a:defRPr>
            </a:lvl2pPr>
            <a:lvl3pPr marL="4883584" indent="0">
              <a:buFontTx/>
              <a:buNone/>
              <a:defRPr sz="4000" b="1">
                <a:solidFill>
                  <a:schemeClr val="tx1"/>
                </a:solidFill>
                <a:latin typeface="NVIDIA Sans" panose="020B0503020203020204" pitchFamily="34" charset="0"/>
              </a:defRPr>
            </a:lvl3pPr>
            <a:lvl4pPr marL="6933729" indent="0">
              <a:buFontTx/>
              <a:buNone/>
              <a:defRPr sz="4000" b="1">
                <a:solidFill>
                  <a:schemeClr val="tx1"/>
                </a:solidFill>
                <a:latin typeface="NVIDIA Sans" panose="020B0503020203020204" pitchFamily="34" charset="0"/>
              </a:defRPr>
            </a:lvl4pPr>
            <a:lvl5pPr marL="8471409" indent="0">
              <a:buFontTx/>
              <a:buNone/>
              <a:defRPr sz="4000" b="1">
                <a:solidFill>
                  <a:schemeClr val="tx1"/>
                </a:solidFill>
                <a:latin typeface="NVIDIA Sans" panose="020B0503020203020204" pitchFamily="34" charset="0"/>
              </a:defRPr>
            </a:lvl5pPr>
          </a:lstStyle>
          <a:p>
            <a:pPr lvl="0"/>
            <a:r>
              <a:rPr lang="en-US" dirty="0"/>
              <a:t>Click To Add Title</a:t>
            </a:r>
          </a:p>
        </p:txBody>
      </p:sp>
      <p:sp>
        <p:nvSpPr>
          <p:cNvPr id="63" name="Text Placeholder 7">
            <a:extLst>
              <a:ext uri="{FF2B5EF4-FFF2-40B4-BE49-F238E27FC236}">
                <a16:creationId xmlns:a16="http://schemas.microsoft.com/office/drawing/2014/main" id="{D9B189E3-4BDB-A032-87AD-39D194013B83}"/>
              </a:ext>
            </a:extLst>
          </p:cNvPr>
          <p:cNvSpPr>
            <a:spLocks noGrp="1"/>
          </p:cNvSpPr>
          <p:nvPr>
            <p:ph type="body" sz="quarter" idx="56" hasCustomPrompt="1"/>
          </p:nvPr>
        </p:nvSpPr>
        <p:spPr>
          <a:xfrm>
            <a:off x="21907609" y="17727056"/>
            <a:ext cx="6263640" cy="750359"/>
          </a:xfrm>
          <a:prstGeom prst="rect">
            <a:avLst/>
          </a:prstGeom>
        </p:spPr>
        <p:txBody>
          <a:bodyPr/>
          <a:lstStyle>
            <a:lvl1pPr marL="0" indent="0" algn="ctr">
              <a:spcBef>
                <a:spcPts val="600"/>
              </a:spcBef>
              <a:buFontTx/>
              <a:buNone/>
              <a:defRPr sz="2800" b="0">
                <a:solidFill>
                  <a:schemeClr val="bg1"/>
                </a:solidFill>
                <a:latin typeface="NVIDIA Sans" panose="020B0503020203020204" pitchFamily="34" charset="0"/>
                <a:cs typeface="NVIDIA Sans" panose="020B0503020203020204" pitchFamily="34" charset="0"/>
              </a:defRPr>
            </a:lvl1pPr>
            <a:lvl2pPr marL="2562790" indent="0">
              <a:buFontTx/>
              <a:buNone/>
              <a:defRPr sz="4000" b="1">
                <a:solidFill>
                  <a:schemeClr val="tx1"/>
                </a:solidFill>
                <a:latin typeface="NVIDIA Sans" panose="020B0503020203020204" pitchFamily="34" charset="0"/>
              </a:defRPr>
            </a:lvl2pPr>
            <a:lvl3pPr marL="4883584" indent="0">
              <a:buFontTx/>
              <a:buNone/>
              <a:defRPr sz="4000" b="1">
                <a:solidFill>
                  <a:schemeClr val="tx1"/>
                </a:solidFill>
                <a:latin typeface="NVIDIA Sans" panose="020B0503020203020204" pitchFamily="34" charset="0"/>
              </a:defRPr>
            </a:lvl3pPr>
            <a:lvl4pPr marL="6933729" indent="0">
              <a:buFontTx/>
              <a:buNone/>
              <a:defRPr sz="4000" b="1">
                <a:solidFill>
                  <a:schemeClr val="tx1"/>
                </a:solidFill>
                <a:latin typeface="NVIDIA Sans" panose="020B0503020203020204" pitchFamily="34" charset="0"/>
              </a:defRPr>
            </a:lvl4pPr>
            <a:lvl5pPr marL="8471409" indent="0">
              <a:buFontTx/>
              <a:buNone/>
              <a:defRPr sz="4000" b="1">
                <a:solidFill>
                  <a:schemeClr val="tx1"/>
                </a:solidFill>
                <a:latin typeface="NVIDIA Sans" panose="020B0503020203020204" pitchFamily="34" charset="0"/>
              </a:defRPr>
            </a:lvl5pPr>
          </a:lstStyle>
          <a:p>
            <a:pPr lvl="0"/>
            <a:r>
              <a:rPr lang="en-US" dirty="0"/>
              <a:t>Click to add subtitle</a:t>
            </a:r>
          </a:p>
        </p:txBody>
      </p:sp>
      <p:sp>
        <p:nvSpPr>
          <p:cNvPr id="64" name="Text Placeholder 7">
            <a:extLst>
              <a:ext uri="{FF2B5EF4-FFF2-40B4-BE49-F238E27FC236}">
                <a16:creationId xmlns:a16="http://schemas.microsoft.com/office/drawing/2014/main" id="{2A34B9E8-CFB0-ABCC-D2C4-A8F174FDB901}"/>
              </a:ext>
            </a:extLst>
          </p:cNvPr>
          <p:cNvSpPr>
            <a:spLocks noGrp="1"/>
          </p:cNvSpPr>
          <p:nvPr>
            <p:ph type="body" sz="quarter" idx="57" hasCustomPrompt="1"/>
          </p:nvPr>
        </p:nvSpPr>
        <p:spPr>
          <a:xfrm>
            <a:off x="15141913" y="9981886"/>
            <a:ext cx="6263640" cy="750359"/>
          </a:xfrm>
          <a:prstGeom prst="rect">
            <a:avLst/>
          </a:prstGeom>
        </p:spPr>
        <p:txBody>
          <a:bodyPr anchor="b"/>
          <a:lstStyle>
            <a:lvl1pPr marL="0" indent="0" algn="ctr">
              <a:spcBef>
                <a:spcPts val="1200"/>
              </a:spcBef>
              <a:buFontTx/>
              <a:buNone/>
              <a:defRPr sz="4000" b="0" cap="none" baseline="0">
                <a:solidFill>
                  <a:schemeClr val="bg1"/>
                </a:solidFill>
                <a:latin typeface="+mj-lt"/>
                <a:cs typeface="NVIDIA Sans" panose="020B0503020203020204" pitchFamily="34" charset="0"/>
              </a:defRPr>
            </a:lvl1pPr>
            <a:lvl2pPr marL="2562790" indent="0">
              <a:buFontTx/>
              <a:buNone/>
              <a:defRPr sz="4000" b="1">
                <a:solidFill>
                  <a:schemeClr val="tx1"/>
                </a:solidFill>
                <a:latin typeface="NVIDIA Sans" panose="020B0503020203020204" pitchFamily="34" charset="0"/>
              </a:defRPr>
            </a:lvl2pPr>
            <a:lvl3pPr marL="4883584" indent="0">
              <a:buFontTx/>
              <a:buNone/>
              <a:defRPr sz="4000" b="1">
                <a:solidFill>
                  <a:schemeClr val="tx1"/>
                </a:solidFill>
                <a:latin typeface="NVIDIA Sans" panose="020B0503020203020204" pitchFamily="34" charset="0"/>
              </a:defRPr>
            </a:lvl3pPr>
            <a:lvl4pPr marL="6933729" indent="0">
              <a:buFontTx/>
              <a:buNone/>
              <a:defRPr sz="4000" b="1">
                <a:solidFill>
                  <a:schemeClr val="tx1"/>
                </a:solidFill>
                <a:latin typeface="NVIDIA Sans" panose="020B0503020203020204" pitchFamily="34" charset="0"/>
              </a:defRPr>
            </a:lvl4pPr>
            <a:lvl5pPr marL="8471409" indent="0">
              <a:buFontTx/>
              <a:buNone/>
              <a:defRPr sz="4000" b="1">
                <a:solidFill>
                  <a:schemeClr val="tx1"/>
                </a:solidFill>
                <a:latin typeface="NVIDIA Sans" panose="020B0503020203020204" pitchFamily="34" charset="0"/>
              </a:defRPr>
            </a:lvl5pPr>
          </a:lstStyle>
          <a:p>
            <a:pPr lvl="0"/>
            <a:r>
              <a:rPr lang="en-US" dirty="0"/>
              <a:t>Click To Add Title</a:t>
            </a:r>
          </a:p>
        </p:txBody>
      </p:sp>
      <p:sp>
        <p:nvSpPr>
          <p:cNvPr id="75" name="Text Placeholder 7">
            <a:extLst>
              <a:ext uri="{FF2B5EF4-FFF2-40B4-BE49-F238E27FC236}">
                <a16:creationId xmlns:a16="http://schemas.microsoft.com/office/drawing/2014/main" id="{716C5C95-2BC4-4D5A-9F5E-FA8B8CECBF63}"/>
              </a:ext>
            </a:extLst>
          </p:cNvPr>
          <p:cNvSpPr>
            <a:spLocks noGrp="1"/>
          </p:cNvSpPr>
          <p:nvPr>
            <p:ph type="body" sz="quarter" idx="58" hasCustomPrompt="1"/>
          </p:nvPr>
        </p:nvSpPr>
        <p:spPr>
          <a:xfrm>
            <a:off x="8391957" y="9981886"/>
            <a:ext cx="6263639" cy="750359"/>
          </a:xfrm>
          <a:prstGeom prst="rect">
            <a:avLst/>
          </a:prstGeom>
        </p:spPr>
        <p:txBody>
          <a:bodyPr anchor="b"/>
          <a:lstStyle>
            <a:lvl1pPr marL="0" indent="0" algn="ctr">
              <a:spcBef>
                <a:spcPts val="1200"/>
              </a:spcBef>
              <a:buFontTx/>
              <a:buNone/>
              <a:defRPr sz="4000" b="0" cap="none" baseline="0">
                <a:solidFill>
                  <a:schemeClr val="bg1"/>
                </a:solidFill>
                <a:latin typeface="+mj-lt"/>
                <a:cs typeface="NVIDIA Sans" panose="020B0503020203020204" pitchFamily="34" charset="0"/>
              </a:defRPr>
            </a:lvl1pPr>
            <a:lvl2pPr marL="2562790" indent="0">
              <a:buFontTx/>
              <a:buNone/>
              <a:defRPr sz="4000" b="1">
                <a:solidFill>
                  <a:schemeClr val="tx1"/>
                </a:solidFill>
                <a:latin typeface="NVIDIA Sans" panose="020B0503020203020204" pitchFamily="34" charset="0"/>
              </a:defRPr>
            </a:lvl2pPr>
            <a:lvl3pPr marL="4883584" indent="0">
              <a:buFontTx/>
              <a:buNone/>
              <a:defRPr sz="4000" b="1">
                <a:solidFill>
                  <a:schemeClr val="tx1"/>
                </a:solidFill>
                <a:latin typeface="NVIDIA Sans" panose="020B0503020203020204" pitchFamily="34" charset="0"/>
              </a:defRPr>
            </a:lvl3pPr>
            <a:lvl4pPr marL="6933729" indent="0">
              <a:buFontTx/>
              <a:buNone/>
              <a:defRPr sz="4000" b="1">
                <a:solidFill>
                  <a:schemeClr val="tx1"/>
                </a:solidFill>
                <a:latin typeface="NVIDIA Sans" panose="020B0503020203020204" pitchFamily="34" charset="0"/>
              </a:defRPr>
            </a:lvl4pPr>
            <a:lvl5pPr marL="8471409" indent="0">
              <a:buFontTx/>
              <a:buNone/>
              <a:defRPr sz="4000" b="1">
                <a:solidFill>
                  <a:schemeClr val="tx1"/>
                </a:solidFill>
                <a:latin typeface="NVIDIA Sans" panose="020B0503020203020204" pitchFamily="34" charset="0"/>
              </a:defRPr>
            </a:lvl5pPr>
          </a:lstStyle>
          <a:p>
            <a:pPr lvl="0"/>
            <a:r>
              <a:rPr lang="en-US" dirty="0"/>
              <a:t>Click To Add Title</a:t>
            </a:r>
          </a:p>
        </p:txBody>
      </p:sp>
      <p:sp>
        <p:nvSpPr>
          <p:cNvPr id="76" name="Text Placeholder 7">
            <a:extLst>
              <a:ext uri="{FF2B5EF4-FFF2-40B4-BE49-F238E27FC236}">
                <a16:creationId xmlns:a16="http://schemas.microsoft.com/office/drawing/2014/main" id="{471A9256-6A6C-5C2D-1DEA-813569F4D299}"/>
              </a:ext>
            </a:extLst>
          </p:cNvPr>
          <p:cNvSpPr>
            <a:spLocks noGrp="1"/>
          </p:cNvSpPr>
          <p:nvPr>
            <p:ph type="body" sz="quarter" idx="59" hasCustomPrompt="1"/>
          </p:nvPr>
        </p:nvSpPr>
        <p:spPr>
          <a:xfrm>
            <a:off x="15141913" y="10669493"/>
            <a:ext cx="6263640" cy="750359"/>
          </a:xfrm>
          <a:prstGeom prst="rect">
            <a:avLst/>
          </a:prstGeom>
        </p:spPr>
        <p:txBody>
          <a:bodyPr/>
          <a:lstStyle>
            <a:lvl1pPr marL="0" indent="0" algn="ctr">
              <a:spcBef>
                <a:spcPts val="600"/>
              </a:spcBef>
              <a:buFontTx/>
              <a:buNone/>
              <a:defRPr sz="2800" b="0">
                <a:solidFill>
                  <a:schemeClr val="bg1"/>
                </a:solidFill>
                <a:latin typeface="NVIDIA Sans" panose="020B0503020203020204" pitchFamily="34" charset="0"/>
                <a:cs typeface="NVIDIA Sans" panose="020B0503020203020204" pitchFamily="34" charset="0"/>
              </a:defRPr>
            </a:lvl1pPr>
            <a:lvl2pPr marL="2562790" indent="0">
              <a:buFontTx/>
              <a:buNone/>
              <a:defRPr sz="4000" b="1">
                <a:solidFill>
                  <a:schemeClr val="tx1"/>
                </a:solidFill>
                <a:latin typeface="NVIDIA Sans" panose="020B0503020203020204" pitchFamily="34" charset="0"/>
              </a:defRPr>
            </a:lvl2pPr>
            <a:lvl3pPr marL="4883584" indent="0">
              <a:buFontTx/>
              <a:buNone/>
              <a:defRPr sz="4000" b="1">
                <a:solidFill>
                  <a:schemeClr val="tx1"/>
                </a:solidFill>
                <a:latin typeface="NVIDIA Sans" panose="020B0503020203020204" pitchFamily="34" charset="0"/>
              </a:defRPr>
            </a:lvl3pPr>
            <a:lvl4pPr marL="6933729" indent="0">
              <a:buFontTx/>
              <a:buNone/>
              <a:defRPr sz="4000" b="1">
                <a:solidFill>
                  <a:schemeClr val="tx1"/>
                </a:solidFill>
                <a:latin typeface="NVIDIA Sans" panose="020B0503020203020204" pitchFamily="34" charset="0"/>
              </a:defRPr>
            </a:lvl4pPr>
            <a:lvl5pPr marL="8471409" indent="0">
              <a:buFontTx/>
              <a:buNone/>
              <a:defRPr sz="4000" b="1">
                <a:solidFill>
                  <a:schemeClr val="tx1"/>
                </a:solidFill>
                <a:latin typeface="NVIDIA Sans" panose="020B0503020203020204" pitchFamily="34" charset="0"/>
              </a:defRPr>
            </a:lvl5pPr>
          </a:lstStyle>
          <a:p>
            <a:pPr lvl="0"/>
            <a:r>
              <a:rPr lang="en-US" dirty="0"/>
              <a:t>Click to add subtitle</a:t>
            </a:r>
          </a:p>
        </p:txBody>
      </p:sp>
      <p:sp>
        <p:nvSpPr>
          <p:cNvPr id="77" name="Text Placeholder 7">
            <a:extLst>
              <a:ext uri="{FF2B5EF4-FFF2-40B4-BE49-F238E27FC236}">
                <a16:creationId xmlns:a16="http://schemas.microsoft.com/office/drawing/2014/main" id="{43D755B0-CB88-73DF-77BE-F524AF555427}"/>
              </a:ext>
            </a:extLst>
          </p:cNvPr>
          <p:cNvSpPr>
            <a:spLocks noGrp="1"/>
          </p:cNvSpPr>
          <p:nvPr>
            <p:ph type="body" sz="quarter" idx="60" hasCustomPrompt="1"/>
          </p:nvPr>
        </p:nvSpPr>
        <p:spPr>
          <a:xfrm>
            <a:off x="8391957" y="10669493"/>
            <a:ext cx="6263639" cy="750359"/>
          </a:xfrm>
          <a:prstGeom prst="rect">
            <a:avLst/>
          </a:prstGeom>
        </p:spPr>
        <p:txBody>
          <a:bodyPr/>
          <a:lstStyle>
            <a:lvl1pPr marL="0" indent="0" algn="ctr">
              <a:spcBef>
                <a:spcPts val="600"/>
              </a:spcBef>
              <a:buFontTx/>
              <a:buNone/>
              <a:defRPr sz="2800" b="0">
                <a:solidFill>
                  <a:schemeClr val="bg1"/>
                </a:solidFill>
                <a:latin typeface="NVIDIA Sans" panose="020B0503020203020204" pitchFamily="34" charset="0"/>
                <a:cs typeface="NVIDIA Sans" panose="020B0503020203020204" pitchFamily="34" charset="0"/>
              </a:defRPr>
            </a:lvl1pPr>
            <a:lvl2pPr marL="2562790" indent="0">
              <a:buFontTx/>
              <a:buNone/>
              <a:defRPr sz="4000" b="1">
                <a:solidFill>
                  <a:schemeClr val="tx1"/>
                </a:solidFill>
                <a:latin typeface="NVIDIA Sans" panose="020B0503020203020204" pitchFamily="34" charset="0"/>
              </a:defRPr>
            </a:lvl2pPr>
            <a:lvl3pPr marL="4883584" indent="0">
              <a:buFontTx/>
              <a:buNone/>
              <a:defRPr sz="4000" b="1">
                <a:solidFill>
                  <a:schemeClr val="tx1"/>
                </a:solidFill>
                <a:latin typeface="NVIDIA Sans" panose="020B0503020203020204" pitchFamily="34" charset="0"/>
              </a:defRPr>
            </a:lvl3pPr>
            <a:lvl4pPr marL="6933729" indent="0">
              <a:buFontTx/>
              <a:buNone/>
              <a:defRPr sz="4000" b="1">
                <a:solidFill>
                  <a:schemeClr val="tx1"/>
                </a:solidFill>
                <a:latin typeface="NVIDIA Sans" panose="020B0503020203020204" pitchFamily="34" charset="0"/>
              </a:defRPr>
            </a:lvl4pPr>
            <a:lvl5pPr marL="8471409" indent="0">
              <a:buFontTx/>
              <a:buNone/>
              <a:defRPr sz="4000" b="1">
                <a:solidFill>
                  <a:schemeClr val="tx1"/>
                </a:solidFill>
                <a:latin typeface="NVIDIA Sans" panose="020B0503020203020204" pitchFamily="34" charset="0"/>
              </a:defRPr>
            </a:lvl5pPr>
          </a:lstStyle>
          <a:p>
            <a:pPr lvl="0"/>
            <a:r>
              <a:rPr lang="en-US" dirty="0"/>
              <a:t>Click to add subtitle</a:t>
            </a:r>
          </a:p>
        </p:txBody>
      </p:sp>
      <p:sp>
        <p:nvSpPr>
          <p:cNvPr id="78" name="Text Placeholder 7">
            <a:extLst>
              <a:ext uri="{FF2B5EF4-FFF2-40B4-BE49-F238E27FC236}">
                <a16:creationId xmlns:a16="http://schemas.microsoft.com/office/drawing/2014/main" id="{3198CB65-E1BB-0862-2BBA-EDF38803C3B4}"/>
              </a:ext>
            </a:extLst>
          </p:cNvPr>
          <p:cNvSpPr>
            <a:spLocks noGrp="1"/>
          </p:cNvSpPr>
          <p:nvPr>
            <p:ph type="body" sz="quarter" idx="61" hasCustomPrompt="1"/>
          </p:nvPr>
        </p:nvSpPr>
        <p:spPr>
          <a:xfrm>
            <a:off x="21900662" y="9981886"/>
            <a:ext cx="6263640" cy="750359"/>
          </a:xfrm>
          <a:prstGeom prst="rect">
            <a:avLst/>
          </a:prstGeom>
        </p:spPr>
        <p:txBody>
          <a:bodyPr anchor="b"/>
          <a:lstStyle>
            <a:lvl1pPr marL="0" indent="0" algn="ctr">
              <a:spcBef>
                <a:spcPts val="1200"/>
              </a:spcBef>
              <a:buFontTx/>
              <a:buNone/>
              <a:defRPr sz="4000" b="0" cap="none" baseline="0">
                <a:solidFill>
                  <a:schemeClr val="bg1"/>
                </a:solidFill>
                <a:latin typeface="+mj-lt"/>
                <a:cs typeface="NVIDIA Sans" panose="020B0503020203020204" pitchFamily="34" charset="0"/>
              </a:defRPr>
            </a:lvl1pPr>
            <a:lvl2pPr marL="2562790" indent="0">
              <a:buFontTx/>
              <a:buNone/>
              <a:defRPr sz="4000" b="1">
                <a:solidFill>
                  <a:schemeClr val="tx1"/>
                </a:solidFill>
                <a:latin typeface="NVIDIA Sans" panose="020B0503020203020204" pitchFamily="34" charset="0"/>
              </a:defRPr>
            </a:lvl2pPr>
            <a:lvl3pPr marL="4883584" indent="0">
              <a:buFontTx/>
              <a:buNone/>
              <a:defRPr sz="4000" b="1">
                <a:solidFill>
                  <a:schemeClr val="tx1"/>
                </a:solidFill>
                <a:latin typeface="NVIDIA Sans" panose="020B0503020203020204" pitchFamily="34" charset="0"/>
              </a:defRPr>
            </a:lvl3pPr>
            <a:lvl4pPr marL="6933729" indent="0">
              <a:buFontTx/>
              <a:buNone/>
              <a:defRPr sz="4000" b="1">
                <a:solidFill>
                  <a:schemeClr val="tx1"/>
                </a:solidFill>
                <a:latin typeface="NVIDIA Sans" panose="020B0503020203020204" pitchFamily="34" charset="0"/>
              </a:defRPr>
            </a:lvl4pPr>
            <a:lvl5pPr marL="8471409" indent="0">
              <a:buFontTx/>
              <a:buNone/>
              <a:defRPr sz="4000" b="1">
                <a:solidFill>
                  <a:schemeClr val="tx1"/>
                </a:solidFill>
                <a:latin typeface="NVIDIA Sans" panose="020B0503020203020204" pitchFamily="34" charset="0"/>
              </a:defRPr>
            </a:lvl5pPr>
          </a:lstStyle>
          <a:p>
            <a:pPr lvl="0"/>
            <a:r>
              <a:rPr lang="en-US" dirty="0"/>
              <a:t>Click To Add Title</a:t>
            </a:r>
          </a:p>
        </p:txBody>
      </p:sp>
      <p:sp>
        <p:nvSpPr>
          <p:cNvPr id="79" name="Text Placeholder 7">
            <a:extLst>
              <a:ext uri="{FF2B5EF4-FFF2-40B4-BE49-F238E27FC236}">
                <a16:creationId xmlns:a16="http://schemas.microsoft.com/office/drawing/2014/main" id="{D76AC962-A132-DA02-DE26-644561C88B3B}"/>
              </a:ext>
            </a:extLst>
          </p:cNvPr>
          <p:cNvSpPr>
            <a:spLocks noGrp="1"/>
          </p:cNvSpPr>
          <p:nvPr>
            <p:ph type="body" sz="quarter" idx="62" hasCustomPrompt="1"/>
          </p:nvPr>
        </p:nvSpPr>
        <p:spPr>
          <a:xfrm>
            <a:off x="21900662" y="10669493"/>
            <a:ext cx="6263640" cy="750359"/>
          </a:xfrm>
          <a:prstGeom prst="rect">
            <a:avLst/>
          </a:prstGeom>
        </p:spPr>
        <p:txBody>
          <a:bodyPr/>
          <a:lstStyle>
            <a:lvl1pPr marL="0" indent="0" algn="ctr">
              <a:spcBef>
                <a:spcPts val="600"/>
              </a:spcBef>
              <a:buFontTx/>
              <a:buNone/>
              <a:defRPr sz="2800" b="0">
                <a:solidFill>
                  <a:schemeClr val="bg1"/>
                </a:solidFill>
                <a:latin typeface="NVIDIA Sans" panose="020B0503020203020204" pitchFamily="34" charset="0"/>
                <a:cs typeface="NVIDIA Sans" panose="020B0503020203020204" pitchFamily="34" charset="0"/>
              </a:defRPr>
            </a:lvl1pPr>
            <a:lvl2pPr marL="2562790" indent="0">
              <a:buFontTx/>
              <a:buNone/>
              <a:defRPr sz="4000" b="1">
                <a:solidFill>
                  <a:schemeClr val="tx1"/>
                </a:solidFill>
                <a:latin typeface="NVIDIA Sans" panose="020B0503020203020204" pitchFamily="34" charset="0"/>
              </a:defRPr>
            </a:lvl2pPr>
            <a:lvl3pPr marL="4883584" indent="0">
              <a:buFontTx/>
              <a:buNone/>
              <a:defRPr sz="4000" b="1">
                <a:solidFill>
                  <a:schemeClr val="tx1"/>
                </a:solidFill>
                <a:latin typeface="NVIDIA Sans" panose="020B0503020203020204" pitchFamily="34" charset="0"/>
              </a:defRPr>
            </a:lvl3pPr>
            <a:lvl4pPr marL="6933729" indent="0">
              <a:buFontTx/>
              <a:buNone/>
              <a:defRPr sz="4000" b="1">
                <a:solidFill>
                  <a:schemeClr val="tx1"/>
                </a:solidFill>
                <a:latin typeface="NVIDIA Sans" panose="020B0503020203020204" pitchFamily="34" charset="0"/>
              </a:defRPr>
            </a:lvl4pPr>
            <a:lvl5pPr marL="8471409" indent="0">
              <a:buFontTx/>
              <a:buNone/>
              <a:defRPr sz="4000" b="1">
                <a:solidFill>
                  <a:schemeClr val="tx1"/>
                </a:solidFill>
                <a:latin typeface="NVIDIA Sans" panose="020B0503020203020204" pitchFamily="34" charset="0"/>
              </a:defRPr>
            </a:lvl5pPr>
          </a:lstStyle>
          <a:p>
            <a:pPr lvl="0"/>
            <a:r>
              <a:rPr lang="en-US" dirty="0"/>
              <a:t>Click to add subtitle</a:t>
            </a:r>
          </a:p>
        </p:txBody>
      </p:sp>
      <p:sp>
        <p:nvSpPr>
          <p:cNvPr id="80" name="Text Placeholder 7">
            <a:extLst>
              <a:ext uri="{FF2B5EF4-FFF2-40B4-BE49-F238E27FC236}">
                <a16:creationId xmlns:a16="http://schemas.microsoft.com/office/drawing/2014/main" id="{7EC2D322-35AF-3168-CAE7-F7242C22DE6D}"/>
              </a:ext>
            </a:extLst>
          </p:cNvPr>
          <p:cNvSpPr>
            <a:spLocks noGrp="1"/>
          </p:cNvSpPr>
          <p:nvPr>
            <p:ph type="body" sz="quarter" idx="63" hasCustomPrompt="1"/>
          </p:nvPr>
        </p:nvSpPr>
        <p:spPr>
          <a:xfrm>
            <a:off x="28666515" y="9981886"/>
            <a:ext cx="6263902" cy="750359"/>
          </a:xfrm>
          <a:prstGeom prst="rect">
            <a:avLst/>
          </a:prstGeom>
        </p:spPr>
        <p:txBody>
          <a:bodyPr anchor="b"/>
          <a:lstStyle>
            <a:lvl1pPr marL="0" indent="0" algn="ctr">
              <a:spcBef>
                <a:spcPts val="1200"/>
              </a:spcBef>
              <a:buFontTx/>
              <a:buNone/>
              <a:defRPr sz="4000" b="0" cap="none" baseline="0">
                <a:solidFill>
                  <a:schemeClr val="bg1"/>
                </a:solidFill>
                <a:latin typeface="+mj-lt"/>
                <a:cs typeface="NVIDIA Sans" panose="020B0503020203020204" pitchFamily="34" charset="0"/>
              </a:defRPr>
            </a:lvl1pPr>
            <a:lvl2pPr marL="2562790" indent="0">
              <a:buFontTx/>
              <a:buNone/>
              <a:defRPr sz="4000" b="1">
                <a:solidFill>
                  <a:schemeClr val="tx1"/>
                </a:solidFill>
                <a:latin typeface="NVIDIA Sans" panose="020B0503020203020204" pitchFamily="34" charset="0"/>
              </a:defRPr>
            </a:lvl2pPr>
            <a:lvl3pPr marL="4883584" indent="0">
              <a:buFontTx/>
              <a:buNone/>
              <a:defRPr sz="4000" b="1">
                <a:solidFill>
                  <a:schemeClr val="tx1"/>
                </a:solidFill>
                <a:latin typeface="NVIDIA Sans" panose="020B0503020203020204" pitchFamily="34" charset="0"/>
              </a:defRPr>
            </a:lvl3pPr>
            <a:lvl4pPr marL="6933729" indent="0">
              <a:buFontTx/>
              <a:buNone/>
              <a:defRPr sz="4000" b="1">
                <a:solidFill>
                  <a:schemeClr val="tx1"/>
                </a:solidFill>
                <a:latin typeface="NVIDIA Sans" panose="020B0503020203020204" pitchFamily="34" charset="0"/>
              </a:defRPr>
            </a:lvl4pPr>
            <a:lvl5pPr marL="8471409" indent="0">
              <a:buFontTx/>
              <a:buNone/>
              <a:defRPr sz="4000" b="1">
                <a:solidFill>
                  <a:schemeClr val="tx1"/>
                </a:solidFill>
                <a:latin typeface="NVIDIA Sans" panose="020B0503020203020204" pitchFamily="34" charset="0"/>
              </a:defRPr>
            </a:lvl5pPr>
          </a:lstStyle>
          <a:p>
            <a:pPr lvl="0"/>
            <a:r>
              <a:rPr lang="en-US" dirty="0"/>
              <a:t>Click To Add Title</a:t>
            </a:r>
          </a:p>
        </p:txBody>
      </p:sp>
      <p:sp>
        <p:nvSpPr>
          <p:cNvPr id="90" name="Text Placeholder 7">
            <a:extLst>
              <a:ext uri="{FF2B5EF4-FFF2-40B4-BE49-F238E27FC236}">
                <a16:creationId xmlns:a16="http://schemas.microsoft.com/office/drawing/2014/main" id="{B0179DD1-4F77-A229-F54C-117D786F649E}"/>
              </a:ext>
            </a:extLst>
          </p:cNvPr>
          <p:cNvSpPr>
            <a:spLocks noGrp="1"/>
          </p:cNvSpPr>
          <p:nvPr>
            <p:ph type="body" sz="quarter" idx="64" hasCustomPrompt="1"/>
          </p:nvPr>
        </p:nvSpPr>
        <p:spPr>
          <a:xfrm>
            <a:off x="28666515" y="10669493"/>
            <a:ext cx="6263902" cy="750359"/>
          </a:xfrm>
          <a:prstGeom prst="rect">
            <a:avLst/>
          </a:prstGeom>
        </p:spPr>
        <p:txBody>
          <a:bodyPr/>
          <a:lstStyle>
            <a:lvl1pPr marL="0" indent="0" algn="ctr">
              <a:spcBef>
                <a:spcPts val="600"/>
              </a:spcBef>
              <a:buFontTx/>
              <a:buNone/>
              <a:defRPr sz="2800" b="0">
                <a:solidFill>
                  <a:schemeClr val="bg1"/>
                </a:solidFill>
                <a:latin typeface="NVIDIA Sans" panose="020B0503020203020204" pitchFamily="34" charset="0"/>
                <a:cs typeface="NVIDIA Sans" panose="020B0503020203020204" pitchFamily="34" charset="0"/>
              </a:defRPr>
            </a:lvl1pPr>
            <a:lvl2pPr marL="2562790" indent="0">
              <a:buFontTx/>
              <a:buNone/>
              <a:defRPr sz="4000" b="1">
                <a:solidFill>
                  <a:schemeClr val="tx1"/>
                </a:solidFill>
                <a:latin typeface="NVIDIA Sans" panose="020B0503020203020204" pitchFamily="34" charset="0"/>
              </a:defRPr>
            </a:lvl2pPr>
            <a:lvl3pPr marL="4883584" indent="0">
              <a:buFontTx/>
              <a:buNone/>
              <a:defRPr sz="4000" b="1">
                <a:solidFill>
                  <a:schemeClr val="tx1"/>
                </a:solidFill>
                <a:latin typeface="NVIDIA Sans" panose="020B0503020203020204" pitchFamily="34" charset="0"/>
              </a:defRPr>
            </a:lvl3pPr>
            <a:lvl4pPr marL="6933729" indent="0">
              <a:buFontTx/>
              <a:buNone/>
              <a:defRPr sz="4000" b="1">
                <a:solidFill>
                  <a:schemeClr val="tx1"/>
                </a:solidFill>
                <a:latin typeface="NVIDIA Sans" panose="020B0503020203020204" pitchFamily="34" charset="0"/>
              </a:defRPr>
            </a:lvl4pPr>
            <a:lvl5pPr marL="8471409" indent="0">
              <a:buFontTx/>
              <a:buNone/>
              <a:defRPr sz="4000" b="1">
                <a:solidFill>
                  <a:schemeClr val="tx1"/>
                </a:solidFill>
                <a:latin typeface="NVIDIA Sans" panose="020B0503020203020204" pitchFamily="34" charset="0"/>
              </a:defRPr>
            </a:lvl5pPr>
          </a:lstStyle>
          <a:p>
            <a:pPr lvl="0"/>
            <a:r>
              <a:rPr lang="en-US" dirty="0"/>
              <a:t>Click to add subtitle</a:t>
            </a:r>
          </a:p>
        </p:txBody>
      </p:sp>
      <p:sp>
        <p:nvSpPr>
          <p:cNvPr id="91" name="Picture Placeholder 2">
            <a:extLst>
              <a:ext uri="{FF2B5EF4-FFF2-40B4-BE49-F238E27FC236}">
                <a16:creationId xmlns:a16="http://schemas.microsoft.com/office/drawing/2014/main" id="{1B3ED7E6-3440-4DEC-6512-E64B9960C25B}"/>
              </a:ext>
            </a:extLst>
          </p:cNvPr>
          <p:cNvSpPr>
            <a:spLocks noGrp="1"/>
          </p:cNvSpPr>
          <p:nvPr>
            <p:ph type="pic" sz="quarter" idx="65"/>
          </p:nvPr>
        </p:nvSpPr>
        <p:spPr>
          <a:xfrm>
            <a:off x="28661124" y="11926198"/>
            <a:ext cx="6263640" cy="4937760"/>
          </a:xfrm>
          <a:prstGeom prst="rect">
            <a:avLst/>
          </a:prstGeom>
          <a:solidFill>
            <a:srgbClr val="151617">
              <a:alpha val="61000"/>
            </a:srgbClr>
          </a:solidFill>
          <a:ln w="9525">
            <a:solidFill>
              <a:schemeClr val="accent5"/>
            </a:solidFill>
          </a:ln>
        </p:spPr>
        <p:txBody>
          <a:bodyPr tIns="2194560" anchor="ctr"/>
          <a:lstStyle>
            <a:lvl1pPr marL="0" indent="0" algn="ctr">
              <a:buNone/>
              <a:defRPr lang="en-US" sz="3600" dirty="0">
                <a:solidFill>
                  <a:schemeClr val="bg2"/>
                </a:solidFill>
                <a:latin typeface="NVIDIA Sans" panose="020B0503020203020204" pitchFamily="34" charset="0"/>
                <a:cs typeface="NVIDIA Sans" panose="020B0503020203020204" pitchFamily="34" charset="0"/>
              </a:defRPr>
            </a:lvl1pPr>
          </a:lstStyle>
          <a:p>
            <a:pPr marL="685800" lvl="0" indent="-685800" algn="ctr"/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92" name="Text Placeholder 7">
            <a:extLst>
              <a:ext uri="{FF2B5EF4-FFF2-40B4-BE49-F238E27FC236}">
                <a16:creationId xmlns:a16="http://schemas.microsoft.com/office/drawing/2014/main" id="{9C3AE372-0E56-771E-CCB5-C1E77A38D343}"/>
              </a:ext>
            </a:extLst>
          </p:cNvPr>
          <p:cNvSpPr>
            <a:spLocks noGrp="1"/>
          </p:cNvSpPr>
          <p:nvPr>
            <p:ph type="body" sz="quarter" idx="66" hasCustomPrompt="1"/>
          </p:nvPr>
        </p:nvSpPr>
        <p:spPr>
          <a:xfrm>
            <a:off x="28644881" y="17103569"/>
            <a:ext cx="6263902" cy="750359"/>
          </a:xfrm>
          <a:prstGeom prst="rect">
            <a:avLst/>
          </a:prstGeom>
        </p:spPr>
        <p:txBody>
          <a:bodyPr anchor="b"/>
          <a:lstStyle>
            <a:lvl1pPr marL="0" indent="0" algn="ctr">
              <a:spcBef>
                <a:spcPts val="1200"/>
              </a:spcBef>
              <a:buFontTx/>
              <a:buNone/>
              <a:defRPr sz="4000" b="0" cap="none" baseline="0">
                <a:solidFill>
                  <a:schemeClr val="bg1"/>
                </a:solidFill>
                <a:latin typeface="+mj-lt"/>
                <a:cs typeface="NVIDIA Sans" panose="020B0503020203020204" pitchFamily="34" charset="0"/>
              </a:defRPr>
            </a:lvl1pPr>
            <a:lvl2pPr marL="2562790" indent="0">
              <a:buFontTx/>
              <a:buNone/>
              <a:defRPr sz="4000" b="1">
                <a:solidFill>
                  <a:schemeClr val="tx1"/>
                </a:solidFill>
                <a:latin typeface="NVIDIA Sans" panose="020B0503020203020204" pitchFamily="34" charset="0"/>
              </a:defRPr>
            </a:lvl2pPr>
            <a:lvl3pPr marL="4883584" indent="0">
              <a:buFontTx/>
              <a:buNone/>
              <a:defRPr sz="4000" b="1">
                <a:solidFill>
                  <a:schemeClr val="tx1"/>
                </a:solidFill>
                <a:latin typeface="NVIDIA Sans" panose="020B0503020203020204" pitchFamily="34" charset="0"/>
              </a:defRPr>
            </a:lvl3pPr>
            <a:lvl4pPr marL="6933729" indent="0">
              <a:buFontTx/>
              <a:buNone/>
              <a:defRPr sz="4000" b="1">
                <a:solidFill>
                  <a:schemeClr val="tx1"/>
                </a:solidFill>
                <a:latin typeface="NVIDIA Sans" panose="020B0503020203020204" pitchFamily="34" charset="0"/>
              </a:defRPr>
            </a:lvl4pPr>
            <a:lvl5pPr marL="8471409" indent="0">
              <a:buFontTx/>
              <a:buNone/>
              <a:defRPr sz="4000" b="1">
                <a:solidFill>
                  <a:schemeClr val="tx1"/>
                </a:solidFill>
                <a:latin typeface="NVIDIA Sans" panose="020B0503020203020204" pitchFamily="34" charset="0"/>
              </a:defRPr>
            </a:lvl5pPr>
          </a:lstStyle>
          <a:p>
            <a:pPr lvl="0"/>
            <a:r>
              <a:rPr lang="en-US" dirty="0"/>
              <a:t>Click To Add Title</a:t>
            </a:r>
          </a:p>
        </p:txBody>
      </p:sp>
      <p:sp>
        <p:nvSpPr>
          <p:cNvPr id="93" name="Text Placeholder 7">
            <a:extLst>
              <a:ext uri="{FF2B5EF4-FFF2-40B4-BE49-F238E27FC236}">
                <a16:creationId xmlns:a16="http://schemas.microsoft.com/office/drawing/2014/main" id="{F415D1AB-B98D-8EC8-08B0-3DAD5A3D8CB4}"/>
              </a:ext>
            </a:extLst>
          </p:cNvPr>
          <p:cNvSpPr>
            <a:spLocks noGrp="1"/>
          </p:cNvSpPr>
          <p:nvPr>
            <p:ph type="body" sz="quarter" idx="67" hasCustomPrompt="1"/>
          </p:nvPr>
        </p:nvSpPr>
        <p:spPr>
          <a:xfrm>
            <a:off x="28644881" y="17791176"/>
            <a:ext cx="6263902" cy="750359"/>
          </a:xfrm>
          <a:prstGeom prst="rect">
            <a:avLst/>
          </a:prstGeom>
        </p:spPr>
        <p:txBody>
          <a:bodyPr/>
          <a:lstStyle>
            <a:lvl1pPr marL="0" indent="0" algn="ctr">
              <a:spcBef>
                <a:spcPts val="600"/>
              </a:spcBef>
              <a:buFontTx/>
              <a:buNone/>
              <a:defRPr sz="2800" b="0">
                <a:solidFill>
                  <a:schemeClr val="bg1"/>
                </a:solidFill>
                <a:latin typeface="NVIDIA Sans" panose="020B0503020203020204" pitchFamily="34" charset="0"/>
                <a:cs typeface="NVIDIA Sans" panose="020B0503020203020204" pitchFamily="34" charset="0"/>
              </a:defRPr>
            </a:lvl1pPr>
            <a:lvl2pPr marL="2562790" indent="0">
              <a:buFontTx/>
              <a:buNone/>
              <a:defRPr sz="4000" b="1">
                <a:solidFill>
                  <a:schemeClr val="tx1"/>
                </a:solidFill>
                <a:latin typeface="NVIDIA Sans" panose="020B0503020203020204" pitchFamily="34" charset="0"/>
              </a:defRPr>
            </a:lvl2pPr>
            <a:lvl3pPr marL="4883584" indent="0">
              <a:buFontTx/>
              <a:buNone/>
              <a:defRPr sz="4000" b="1">
                <a:solidFill>
                  <a:schemeClr val="tx1"/>
                </a:solidFill>
                <a:latin typeface="NVIDIA Sans" panose="020B0503020203020204" pitchFamily="34" charset="0"/>
              </a:defRPr>
            </a:lvl3pPr>
            <a:lvl4pPr marL="6933729" indent="0">
              <a:buFontTx/>
              <a:buNone/>
              <a:defRPr sz="4000" b="1">
                <a:solidFill>
                  <a:schemeClr val="tx1"/>
                </a:solidFill>
                <a:latin typeface="NVIDIA Sans" panose="020B0503020203020204" pitchFamily="34" charset="0"/>
              </a:defRPr>
            </a:lvl4pPr>
            <a:lvl5pPr marL="8471409" indent="0">
              <a:buFontTx/>
              <a:buNone/>
              <a:defRPr sz="4000" b="1">
                <a:solidFill>
                  <a:schemeClr val="tx1"/>
                </a:solidFill>
                <a:latin typeface="NVIDIA Sans" panose="020B0503020203020204" pitchFamily="34" charset="0"/>
              </a:defRPr>
            </a:lvl5pPr>
          </a:lstStyle>
          <a:p>
            <a:pPr lvl="0"/>
            <a:r>
              <a:rPr lang="en-US" dirty="0"/>
              <a:t>Click to add subtitle</a:t>
            </a:r>
          </a:p>
        </p:txBody>
      </p:sp>
      <p:sp>
        <p:nvSpPr>
          <p:cNvPr id="94" name="Text Placeholder 7">
            <a:extLst>
              <a:ext uri="{FF2B5EF4-FFF2-40B4-BE49-F238E27FC236}">
                <a16:creationId xmlns:a16="http://schemas.microsoft.com/office/drawing/2014/main" id="{5A71691E-DD29-C12F-E295-A972376CE117}"/>
              </a:ext>
            </a:extLst>
          </p:cNvPr>
          <p:cNvSpPr>
            <a:spLocks noGrp="1"/>
          </p:cNvSpPr>
          <p:nvPr>
            <p:ph type="body" sz="quarter" idx="68" hasCustomPrompt="1"/>
          </p:nvPr>
        </p:nvSpPr>
        <p:spPr>
          <a:xfrm>
            <a:off x="1637606" y="9981886"/>
            <a:ext cx="6263639" cy="750359"/>
          </a:xfrm>
          <a:prstGeom prst="rect">
            <a:avLst/>
          </a:prstGeom>
        </p:spPr>
        <p:txBody>
          <a:bodyPr anchor="b"/>
          <a:lstStyle>
            <a:lvl1pPr marL="0" indent="0" algn="ctr">
              <a:spcBef>
                <a:spcPts val="1200"/>
              </a:spcBef>
              <a:buFontTx/>
              <a:buNone/>
              <a:defRPr sz="4000" b="0" cap="none" baseline="0">
                <a:solidFill>
                  <a:schemeClr val="bg1"/>
                </a:solidFill>
                <a:latin typeface="+mj-lt"/>
                <a:cs typeface="NVIDIA Sans" panose="020B0503020203020204" pitchFamily="34" charset="0"/>
              </a:defRPr>
            </a:lvl1pPr>
            <a:lvl2pPr marL="2562790" indent="0">
              <a:buFontTx/>
              <a:buNone/>
              <a:defRPr sz="4000" b="1">
                <a:solidFill>
                  <a:schemeClr val="tx1"/>
                </a:solidFill>
                <a:latin typeface="NVIDIA Sans" panose="020B0503020203020204" pitchFamily="34" charset="0"/>
              </a:defRPr>
            </a:lvl2pPr>
            <a:lvl3pPr marL="4883584" indent="0">
              <a:buFontTx/>
              <a:buNone/>
              <a:defRPr sz="4000" b="1">
                <a:solidFill>
                  <a:schemeClr val="tx1"/>
                </a:solidFill>
                <a:latin typeface="NVIDIA Sans" panose="020B0503020203020204" pitchFamily="34" charset="0"/>
              </a:defRPr>
            </a:lvl3pPr>
            <a:lvl4pPr marL="6933729" indent="0">
              <a:buFontTx/>
              <a:buNone/>
              <a:defRPr sz="4000" b="1">
                <a:solidFill>
                  <a:schemeClr val="tx1"/>
                </a:solidFill>
                <a:latin typeface="NVIDIA Sans" panose="020B0503020203020204" pitchFamily="34" charset="0"/>
              </a:defRPr>
            </a:lvl4pPr>
            <a:lvl5pPr marL="8471409" indent="0">
              <a:buFontTx/>
              <a:buNone/>
              <a:defRPr sz="4000" b="1">
                <a:solidFill>
                  <a:schemeClr val="tx1"/>
                </a:solidFill>
                <a:latin typeface="NVIDIA Sans" panose="020B0503020203020204" pitchFamily="34" charset="0"/>
              </a:defRPr>
            </a:lvl5pPr>
          </a:lstStyle>
          <a:p>
            <a:pPr lvl="0"/>
            <a:r>
              <a:rPr lang="en-US" dirty="0"/>
              <a:t>Click To Add Title</a:t>
            </a:r>
          </a:p>
        </p:txBody>
      </p:sp>
      <p:sp>
        <p:nvSpPr>
          <p:cNvPr id="95" name="Text Placeholder 7">
            <a:extLst>
              <a:ext uri="{FF2B5EF4-FFF2-40B4-BE49-F238E27FC236}">
                <a16:creationId xmlns:a16="http://schemas.microsoft.com/office/drawing/2014/main" id="{909DF864-DBFA-F92D-B685-429A430B2601}"/>
              </a:ext>
            </a:extLst>
          </p:cNvPr>
          <p:cNvSpPr>
            <a:spLocks noGrp="1"/>
          </p:cNvSpPr>
          <p:nvPr>
            <p:ph type="body" sz="quarter" idx="69" hasCustomPrompt="1"/>
          </p:nvPr>
        </p:nvSpPr>
        <p:spPr>
          <a:xfrm>
            <a:off x="1637606" y="10669493"/>
            <a:ext cx="6263639" cy="750359"/>
          </a:xfrm>
          <a:prstGeom prst="rect">
            <a:avLst/>
          </a:prstGeom>
        </p:spPr>
        <p:txBody>
          <a:bodyPr/>
          <a:lstStyle>
            <a:lvl1pPr marL="0" indent="0" algn="ctr">
              <a:spcBef>
                <a:spcPts val="600"/>
              </a:spcBef>
              <a:buFontTx/>
              <a:buNone/>
              <a:defRPr sz="2800" b="0">
                <a:solidFill>
                  <a:schemeClr val="bg1"/>
                </a:solidFill>
                <a:latin typeface="NVIDIA Sans" panose="020B0503020203020204" pitchFamily="34" charset="0"/>
                <a:cs typeface="NVIDIA Sans" panose="020B0503020203020204" pitchFamily="34" charset="0"/>
              </a:defRPr>
            </a:lvl1pPr>
            <a:lvl2pPr marL="2562790" indent="0">
              <a:buFontTx/>
              <a:buNone/>
              <a:defRPr sz="4000" b="1">
                <a:solidFill>
                  <a:schemeClr val="tx1"/>
                </a:solidFill>
                <a:latin typeface="NVIDIA Sans" panose="020B0503020203020204" pitchFamily="34" charset="0"/>
              </a:defRPr>
            </a:lvl2pPr>
            <a:lvl3pPr marL="4883584" indent="0">
              <a:buFontTx/>
              <a:buNone/>
              <a:defRPr sz="4000" b="1">
                <a:solidFill>
                  <a:schemeClr val="tx1"/>
                </a:solidFill>
                <a:latin typeface="NVIDIA Sans" panose="020B0503020203020204" pitchFamily="34" charset="0"/>
              </a:defRPr>
            </a:lvl3pPr>
            <a:lvl4pPr marL="6933729" indent="0">
              <a:buFontTx/>
              <a:buNone/>
              <a:defRPr sz="4000" b="1">
                <a:solidFill>
                  <a:schemeClr val="tx1"/>
                </a:solidFill>
                <a:latin typeface="NVIDIA Sans" panose="020B0503020203020204" pitchFamily="34" charset="0"/>
              </a:defRPr>
            </a:lvl4pPr>
            <a:lvl5pPr marL="8471409" indent="0">
              <a:buFontTx/>
              <a:buNone/>
              <a:defRPr sz="4000" b="1">
                <a:solidFill>
                  <a:schemeClr val="tx1"/>
                </a:solidFill>
                <a:latin typeface="NVIDIA Sans" panose="020B0503020203020204" pitchFamily="34" charset="0"/>
              </a:defRPr>
            </a:lvl5pPr>
          </a:lstStyle>
          <a:p>
            <a:pPr lvl="0"/>
            <a:r>
              <a:rPr lang="en-US" dirty="0"/>
              <a:t>Click to add subtitle</a:t>
            </a:r>
          </a:p>
        </p:txBody>
      </p:sp>
      <p:sp>
        <p:nvSpPr>
          <p:cNvPr id="96" name="Title 1">
            <a:extLst>
              <a:ext uri="{FF2B5EF4-FFF2-40B4-BE49-F238E27FC236}">
                <a16:creationId xmlns:a16="http://schemas.microsoft.com/office/drawing/2014/main" id="{4AD4D5AB-34C6-812D-8AD2-BF8272B62835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2514600" y="0"/>
            <a:ext cx="31546800" cy="2514601"/>
          </a:xfrm>
        </p:spPr>
        <p:txBody>
          <a:bodyPr/>
          <a:lstStyle>
            <a:lvl1pPr>
              <a:defRPr sz="7200" b="1" cap="none">
                <a:latin typeface="NVIDIA Sans" panose="020B0503020203020204" pitchFamily="34" charset="0"/>
                <a:cs typeface="NVIDIA Sans" panose="020B0503020203020204" pitchFamily="34" charset="0"/>
              </a:defRPr>
            </a:lvl1pPr>
          </a:lstStyle>
          <a:p>
            <a:r>
              <a:rPr lang="en-US" dirty="0"/>
              <a:t>Click To Add Title</a:t>
            </a:r>
          </a:p>
        </p:txBody>
      </p:sp>
      <p:sp>
        <p:nvSpPr>
          <p:cNvPr id="97" name="Text Placeholder 7">
            <a:extLst>
              <a:ext uri="{FF2B5EF4-FFF2-40B4-BE49-F238E27FC236}">
                <a16:creationId xmlns:a16="http://schemas.microsoft.com/office/drawing/2014/main" id="{B1FCE4BF-7751-CC7B-D446-A5791D382E69}"/>
              </a:ext>
            </a:extLst>
          </p:cNvPr>
          <p:cNvSpPr>
            <a:spLocks noGrp="1"/>
          </p:cNvSpPr>
          <p:nvPr>
            <p:ph type="body" sz="quarter" idx="10" hasCustomPrompt="1"/>
          </p:nvPr>
        </p:nvSpPr>
        <p:spPr>
          <a:xfrm>
            <a:off x="2514600" y="2487168"/>
            <a:ext cx="31546800" cy="1408176"/>
          </a:xfrm>
          <a:prstGeom prst="rect">
            <a:avLst/>
          </a:prstGeom>
        </p:spPr>
        <p:txBody>
          <a:bodyPr/>
          <a:lstStyle>
            <a:lvl1pPr marL="0" indent="0" algn="ctr">
              <a:spcBef>
                <a:spcPts val="0"/>
              </a:spcBef>
              <a:buFontTx/>
              <a:buNone/>
              <a:defRPr sz="4800">
                <a:solidFill>
                  <a:schemeClr val="tx2"/>
                </a:solidFill>
                <a:latin typeface="NVIDIA Sans" panose="020B0503020203020204" pitchFamily="34" charset="0"/>
                <a:cs typeface="NVIDIA Sans" panose="020B0503020203020204" pitchFamily="34" charset="0"/>
              </a:defRPr>
            </a:lvl1pPr>
            <a:lvl2pPr marL="1371600" indent="0" algn="ctr">
              <a:buFontTx/>
              <a:buNone/>
              <a:defRPr sz="4400">
                <a:latin typeface="NVIDIA Sans" panose="020B0503020203020204" pitchFamily="34" charset="0"/>
              </a:defRPr>
            </a:lvl2pPr>
            <a:lvl3pPr marL="2743200" indent="0" algn="ctr">
              <a:buFontTx/>
              <a:buNone/>
              <a:defRPr sz="4400">
                <a:latin typeface="NVIDIA Sans" panose="020B0503020203020204" pitchFamily="34" charset="0"/>
              </a:defRPr>
            </a:lvl3pPr>
            <a:lvl4pPr marL="4114800" indent="0" algn="ctr">
              <a:buFontTx/>
              <a:buNone/>
              <a:defRPr sz="4400">
                <a:latin typeface="NVIDIA Sans" panose="020B0503020203020204" pitchFamily="34" charset="0"/>
              </a:defRPr>
            </a:lvl4pPr>
            <a:lvl5pPr marL="5486400" indent="0" algn="ctr">
              <a:buFontTx/>
              <a:buNone/>
              <a:defRPr sz="4400">
                <a:latin typeface="NVIDIA Sans" panose="020B0503020203020204" pitchFamily="34" charset="0"/>
              </a:defRPr>
            </a:lvl5pPr>
          </a:lstStyle>
          <a:p>
            <a:pPr lvl="0"/>
            <a:r>
              <a:rPr lang="en-US" dirty="0"/>
              <a:t>Click to add subtitle</a:t>
            </a:r>
          </a:p>
        </p:txBody>
      </p:sp>
    </p:spTree>
    <p:extLst>
      <p:ext uri="{BB962C8B-B14F-4D97-AF65-F5344CB8AC3E}">
        <p14:creationId xmlns:p14="http://schemas.microsoft.com/office/powerpoint/2010/main" val="3322413346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10"/>
    </mc:Choice>
    <mc:Fallback xmlns:a16="http://schemas.microsoft.com/office/drawing/2014/main" xmlns="">
      <p:transition/>
    </mc:Fallback>
  </mc:AlternateContent>
</p:sldLayout>
</file>

<file path=ppt/slideLayouts/slideLayout2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Use Case Layou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6" name="Picture 15">
            <a:extLst>
              <a:ext uri="{FF2B5EF4-FFF2-40B4-BE49-F238E27FC236}">
                <a16:creationId xmlns:a16="http://schemas.microsoft.com/office/drawing/2014/main" id="{BFC72E11-DD16-4EAC-A294-E115038AA27C}"/>
              </a:ext>
            </a:extLst>
          </p:cNvPr>
          <p:cNvPicPr>
            <a:picLocks noChangeAspect="1"/>
          </p:cNvPicPr>
          <p:nvPr userDrawn="1"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36576000" cy="20574000"/>
          </a:xfrm>
          <a:prstGeom prst="rect">
            <a:avLst/>
          </a:prstGeom>
        </p:spPr>
      </p:pic>
      <p:sp>
        <p:nvSpPr>
          <p:cNvPr id="5" name="Picture Placeholder 2">
            <a:extLst>
              <a:ext uri="{FF2B5EF4-FFF2-40B4-BE49-F238E27FC236}">
                <a16:creationId xmlns:a16="http://schemas.microsoft.com/office/drawing/2014/main" id="{377920F6-AC26-4611-AAD3-44D6CEA3FBAE}"/>
              </a:ext>
            </a:extLst>
          </p:cNvPr>
          <p:cNvSpPr>
            <a:spLocks noGrp="1"/>
          </p:cNvSpPr>
          <p:nvPr>
            <p:ph type="pic" sz="quarter" idx="11" hasCustomPrompt="1"/>
          </p:nvPr>
        </p:nvSpPr>
        <p:spPr>
          <a:xfrm>
            <a:off x="0" y="0"/>
            <a:ext cx="36576000" cy="20574000"/>
          </a:xfrm>
          <a:prstGeom prst="rect">
            <a:avLst/>
          </a:prstGeom>
          <a:solidFill>
            <a:schemeClr val="tx1">
              <a:lumMod val="95000"/>
            </a:schemeClr>
          </a:solidFill>
          <a:ln w="19050">
            <a:noFill/>
          </a:ln>
        </p:spPr>
        <p:txBody>
          <a:bodyPr tIns="0" bIns="4206240" anchor="ctr"/>
          <a:lstStyle>
            <a:lvl1pPr marL="0" indent="0" algn="ctr">
              <a:buFontTx/>
              <a:buNone/>
              <a:defRPr sz="7200">
                <a:solidFill>
                  <a:schemeClr val="bg1"/>
                </a:solidFill>
                <a:latin typeface="+mn-lt"/>
              </a:defRPr>
            </a:lvl1pPr>
          </a:lstStyle>
          <a:p>
            <a:r>
              <a:rPr lang="en-US" dirty="0"/>
              <a:t>Click to add image</a:t>
            </a:r>
          </a:p>
        </p:txBody>
      </p:sp>
    </p:spTree>
    <p:extLst>
      <p:ext uri="{BB962C8B-B14F-4D97-AF65-F5344CB8AC3E}">
        <p14:creationId xmlns:p14="http://schemas.microsoft.com/office/powerpoint/2010/main" val="1130100509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10"/>
    </mc:Choice>
    <mc:Fallback xmlns:a16="http://schemas.microsoft.com/office/drawing/2014/main" xmlns:a14="http://schemas.microsoft.com/office/drawing/2010/main" xmlns="">
      <p:transition/>
    </mc:Fallback>
  </mc:AlternateContent>
</p:sldLayout>
</file>

<file path=ppt/slideLayouts/slideLayout3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_Demo - Image Layou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6" name="Picture 15">
            <a:extLst>
              <a:ext uri="{FF2B5EF4-FFF2-40B4-BE49-F238E27FC236}">
                <a16:creationId xmlns:a16="http://schemas.microsoft.com/office/drawing/2014/main" id="{BFC72E11-DD16-4EAC-A294-E115038AA27C}"/>
              </a:ext>
            </a:extLst>
          </p:cNvPr>
          <p:cNvPicPr>
            <a:picLocks noChangeAspect="1"/>
          </p:cNvPicPr>
          <p:nvPr userDrawn="1"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36576000" cy="20574000"/>
          </a:xfrm>
          <a:prstGeom prst="rect">
            <a:avLst/>
          </a:prstGeom>
        </p:spPr>
      </p:pic>
      <p:sp>
        <p:nvSpPr>
          <p:cNvPr id="5" name="Picture Placeholder 2">
            <a:extLst>
              <a:ext uri="{FF2B5EF4-FFF2-40B4-BE49-F238E27FC236}">
                <a16:creationId xmlns:a16="http://schemas.microsoft.com/office/drawing/2014/main" id="{377920F6-AC26-4611-AAD3-44D6CEA3FBAE}"/>
              </a:ext>
            </a:extLst>
          </p:cNvPr>
          <p:cNvSpPr>
            <a:spLocks noGrp="1"/>
          </p:cNvSpPr>
          <p:nvPr>
            <p:ph type="pic" sz="quarter" idx="11" hasCustomPrompt="1"/>
          </p:nvPr>
        </p:nvSpPr>
        <p:spPr>
          <a:xfrm>
            <a:off x="0" y="0"/>
            <a:ext cx="36576000" cy="20574000"/>
          </a:xfrm>
          <a:prstGeom prst="rect">
            <a:avLst/>
          </a:prstGeom>
          <a:solidFill>
            <a:schemeClr val="tx1">
              <a:lumMod val="95000"/>
            </a:schemeClr>
          </a:solidFill>
          <a:ln w="19050">
            <a:noFill/>
          </a:ln>
        </p:spPr>
        <p:txBody>
          <a:bodyPr tIns="0" bIns="4206240" anchor="ctr"/>
          <a:lstStyle>
            <a:lvl1pPr marL="0" indent="0" algn="ctr">
              <a:buFontTx/>
              <a:buNone/>
              <a:defRPr sz="7200">
                <a:solidFill>
                  <a:schemeClr val="bg1"/>
                </a:solidFill>
                <a:latin typeface="+mn-lt"/>
              </a:defRPr>
            </a:lvl1pPr>
          </a:lstStyle>
          <a:p>
            <a:r>
              <a:rPr lang="en-US" dirty="0"/>
              <a:t>Click to add image of video/demo</a:t>
            </a:r>
          </a:p>
        </p:txBody>
      </p:sp>
    </p:spTree>
    <p:extLst>
      <p:ext uri="{BB962C8B-B14F-4D97-AF65-F5344CB8AC3E}">
        <p14:creationId xmlns:p14="http://schemas.microsoft.com/office/powerpoint/2010/main" val="3390819932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10"/>
    </mc:Choice>
    <mc:Fallback xmlns:a16="http://schemas.microsoft.com/office/drawing/2014/main" xmlns:a14="http://schemas.microsoft.com/office/drawing/2010/main" xmlns="">
      <p:transition/>
    </mc:Fallback>
  </mc:AlternateContent>
</p:sldLayout>
</file>

<file path=ppt/slideLayouts/slideLayout3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Demo - Insert Video Layou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Rectangle 3">
            <a:extLst>
              <a:ext uri="{FF2B5EF4-FFF2-40B4-BE49-F238E27FC236}">
                <a16:creationId xmlns:a16="http://schemas.microsoft.com/office/drawing/2014/main" id="{DF834EEA-7CA3-4C82-B29B-3EA15B8822C9}"/>
              </a:ext>
            </a:extLst>
          </p:cNvPr>
          <p:cNvSpPr/>
          <p:nvPr userDrawn="1"/>
        </p:nvSpPr>
        <p:spPr>
          <a:xfrm>
            <a:off x="0" y="0"/>
            <a:ext cx="36576000" cy="20574000"/>
          </a:xfrm>
          <a:prstGeom prst="rect">
            <a:avLst/>
          </a:prstGeom>
          <a:solidFill>
            <a:schemeClr val="tx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lnSpc>
                <a:spcPct val="90000"/>
              </a:lnSpc>
            </a:pPr>
            <a:endParaRPr lang="en-US" sz="4000" dirty="0" err="1">
              <a:solidFill>
                <a:schemeClr val="tx1"/>
              </a:solidFill>
              <a:latin typeface="NVIDIA Sans" panose="020B0503020203020204" pitchFamily="34" charset="0"/>
            </a:endParaRPr>
          </a:p>
        </p:txBody>
      </p:sp>
      <p:sp>
        <p:nvSpPr>
          <p:cNvPr id="17" name="Media Placeholder 7">
            <a:extLst>
              <a:ext uri="{FF2B5EF4-FFF2-40B4-BE49-F238E27FC236}">
                <a16:creationId xmlns:a16="http://schemas.microsoft.com/office/drawing/2014/main" id="{95086AA8-FFA8-416F-AD2F-0B7223809227}"/>
              </a:ext>
            </a:extLst>
          </p:cNvPr>
          <p:cNvSpPr>
            <a:spLocks noGrp="1"/>
          </p:cNvSpPr>
          <p:nvPr>
            <p:ph type="media" sz="quarter" idx="11" hasCustomPrompt="1"/>
          </p:nvPr>
        </p:nvSpPr>
        <p:spPr>
          <a:xfrm>
            <a:off x="0" y="0"/>
            <a:ext cx="36576000" cy="20574000"/>
          </a:xfrm>
          <a:prstGeom prst="rect">
            <a:avLst/>
          </a:prstGeom>
          <a:solidFill>
            <a:schemeClr val="tx1">
              <a:lumMod val="95000"/>
            </a:schemeClr>
          </a:solidFill>
          <a:ln w="19050">
            <a:noFill/>
          </a:ln>
        </p:spPr>
        <p:txBody>
          <a:bodyPr tIns="0" bIns="4206240" anchor="ctr"/>
          <a:lstStyle>
            <a:lvl1pPr marL="0" indent="0" algn="ctr">
              <a:buFontTx/>
              <a:buNone/>
              <a:defRPr lang="en-US" sz="8400" b="1" dirty="0">
                <a:solidFill>
                  <a:schemeClr val="bg1"/>
                </a:solidFill>
                <a:latin typeface="+mn-lt"/>
              </a:defRPr>
            </a:lvl1pPr>
          </a:lstStyle>
          <a:p>
            <a:pPr marL="857250" lvl="0" indent="-857250" algn="ctr"/>
            <a:r>
              <a:rPr lang="en-US" dirty="0"/>
              <a:t>Click to add video</a:t>
            </a:r>
          </a:p>
        </p:txBody>
      </p:sp>
    </p:spTree>
    <p:extLst>
      <p:ext uri="{BB962C8B-B14F-4D97-AF65-F5344CB8AC3E}">
        <p14:creationId xmlns:p14="http://schemas.microsoft.com/office/powerpoint/2010/main" val="2602793038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10"/>
    </mc:Choice>
    <mc:Fallback xmlns:a16="http://schemas.microsoft.com/office/drawing/2014/main" xmlns="">
      <p:transition/>
    </mc:Fallback>
  </mc:AlternateContent>
</p:sldLayout>
</file>

<file path=ppt/slideLayouts/slideLayout3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melin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 descr="A green and white background&#10;&#10;Description automatically generated">
            <a:extLst>
              <a:ext uri="{FF2B5EF4-FFF2-40B4-BE49-F238E27FC236}">
                <a16:creationId xmlns:a16="http://schemas.microsoft.com/office/drawing/2014/main" id="{708A9C7D-B92D-A13B-AE0E-7F3EA434A10C}"/>
              </a:ext>
            </a:extLst>
          </p:cNvPr>
          <p:cNvPicPr>
            <a:picLocks noChangeAspect="1"/>
          </p:cNvPicPr>
          <p:nvPr userDrawn="1"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36576000" cy="20574000"/>
          </a:xfrm>
          <a:prstGeom prst="rect">
            <a:avLst/>
          </a:prstGeom>
        </p:spPr>
      </p:pic>
      <p:sp>
        <p:nvSpPr>
          <p:cNvPr id="5" name="Rectangle 4">
            <a:extLst>
              <a:ext uri="{FF2B5EF4-FFF2-40B4-BE49-F238E27FC236}">
                <a16:creationId xmlns:a16="http://schemas.microsoft.com/office/drawing/2014/main" id="{6F1316F0-7ADD-BB87-23BE-740C3B3B0100}"/>
              </a:ext>
            </a:extLst>
          </p:cNvPr>
          <p:cNvSpPr/>
          <p:nvPr userDrawn="1"/>
        </p:nvSpPr>
        <p:spPr>
          <a:xfrm>
            <a:off x="0" y="6963916"/>
            <a:ext cx="36576000" cy="13610084"/>
          </a:xfrm>
          <a:prstGeom prst="rect">
            <a:avLst/>
          </a:prstGeom>
          <a:gradFill>
            <a:gsLst>
              <a:gs pos="78000">
                <a:srgbClr val="FFFFFF">
                  <a:alpha val="55000"/>
                </a:srgbClr>
              </a:gs>
              <a:gs pos="0">
                <a:schemeClr val="tx1"/>
              </a:gs>
              <a:gs pos="100000">
                <a:schemeClr val="tx1">
                  <a:alpha val="0"/>
                </a:schemeClr>
              </a:gs>
            </a:gsLst>
            <a:lin ang="54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lnSpc>
                <a:spcPct val="90000"/>
              </a:lnSpc>
            </a:pPr>
            <a:endParaRPr lang="en-US" sz="4000" dirty="0" err="1">
              <a:solidFill>
                <a:schemeClr val="tx1"/>
              </a:solidFill>
              <a:latin typeface="NVIDIA Sans" panose="020B0503020203020204" pitchFamily="34" charset="0"/>
            </a:endParaRPr>
          </a:p>
        </p:txBody>
      </p:sp>
      <p:cxnSp>
        <p:nvCxnSpPr>
          <p:cNvPr id="6" name="Straight Connector 5">
            <a:extLst>
              <a:ext uri="{FF2B5EF4-FFF2-40B4-BE49-F238E27FC236}">
                <a16:creationId xmlns:a16="http://schemas.microsoft.com/office/drawing/2014/main" id="{CB1478E8-E56F-B47D-1F5A-CBA4655161C3}"/>
              </a:ext>
            </a:extLst>
          </p:cNvPr>
          <p:cNvCxnSpPr/>
          <p:nvPr userDrawn="1"/>
        </p:nvCxnSpPr>
        <p:spPr>
          <a:xfrm>
            <a:off x="0" y="11329275"/>
            <a:ext cx="36576000" cy="0"/>
          </a:xfrm>
          <a:prstGeom prst="line">
            <a:avLst/>
          </a:prstGeom>
          <a:ln w="50800">
            <a:solidFill>
              <a:schemeClr val="tx2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6" name="Title 1">
            <a:extLst>
              <a:ext uri="{FF2B5EF4-FFF2-40B4-BE49-F238E27FC236}">
                <a16:creationId xmlns:a16="http://schemas.microsoft.com/office/drawing/2014/main" id="{47CCEE02-87E6-1F2B-7676-44BDF77882D3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2514600" y="0"/>
            <a:ext cx="31546800" cy="2514601"/>
          </a:xfrm>
        </p:spPr>
        <p:txBody>
          <a:bodyPr/>
          <a:lstStyle>
            <a:lvl1pPr>
              <a:defRPr sz="7200" b="1" cap="none">
                <a:solidFill>
                  <a:schemeClr val="bg1"/>
                </a:solidFill>
                <a:latin typeface="NVIDIA Sans" panose="020B0503020203020204" pitchFamily="34" charset="0"/>
                <a:cs typeface="NVIDIA Sans" panose="020B0503020203020204" pitchFamily="34" charset="0"/>
              </a:defRPr>
            </a:lvl1pPr>
          </a:lstStyle>
          <a:p>
            <a:r>
              <a:rPr lang="en-US" dirty="0"/>
              <a:t>Click To Add Title</a:t>
            </a:r>
          </a:p>
        </p:txBody>
      </p:sp>
      <p:sp>
        <p:nvSpPr>
          <p:cNvPr id="17" name="Text Placeholder 7">
            <a:extLst>
              <a:ext uri="{FF2B5EF4-FFF2-40B4-BE49-F238E27FC236}">
                <a16:creationId xmlns:a16="http://schemas.microsoft.com/office/drawing/2014/main" id="{CB50D318-3396-F41C-08C9-6F12DDA735CF}"/>
              </a:ext>
            </a:extLst>
          </p:cNvPr>
          <p:cNvSpPr>
            <a:spLocks noGrp="1"/>
          </p:cNvSpPr>
          <p:nvPr>
            <p:ph type="body" sz="quarter" idx="10" hasCustomPrompt="1"/>
          </p:nvPr>
        </p:nvSpPr>
        <p:spPr>
          <a:xfrm>
            <a:off x="2514600" y="2487168"/>
            <a:ext cx="31546800" cy="1408176"/>
          </a:xfrm>
          <a:prstGeom prst="rect">
            <a:avLst/>
          </a:prstGeom>
        </p:spPr>
        <p:txBody>
          <a:bodyPr/>
          <a:lstStyle>
            <a:lvl1pPr marL="0" indent="0" algn="ctr">
              <a:spcBef>
                <a:spcPts val="0"/>
              </a:spcBef>
              <a:buFontTx/>
              <a:buNone/>
              <a:defRPr sz="4800">
                <a:solidFill>
                  <a:schemeClr val="tx2"/>
                </a:solidFill>
                <a:latin typeface="NVIDIA Sans" panose="020B0503020203020204" pitchFamily="34" charset="0"/>
                <a:cs typeface="NVIDIA Sans" panose="020B0503020203020204" pitchFamily="34" charset="0"/>
              </a:defRPr>
            </a:lvl1pPr>
            <a:lvl2pPr marL="1371600" indent="0" algn="ctr">
              <a:buFontTx/>
              <a:buNone/>
              <a:defRPr sz="4400">
                <a:latin typeface="NVIDIA Sans" panose="020B0503020203020204" pitchFamily="34" charset="0"/>
              </a:defRPr>
            </a:lvl2pPr>
            <a:lvl3pPr marL="2743200" indent="0" algn="ctr">
              <a:buFontTx/>
              <a:buNone/>
              <a:defRPr sz="4400">
                <a:latin typeface="NVIDIA Sans" panose="020B0503020203020204" pitchFamily="34" charset="0"/>
              </a:defRPr>
            </a:lvl3pPr>
            <a:lvl4pPr marL="4114800" indent="0" algn="ctr">
              <a:buFontTx/>
              <a:buNone/>
              <a:defRPr sz="4400">
                <a:latin typeface="NVIDIA Sans" panose="020B0503020203020204" pitchFamily="34" charset="0"/>
              </a:defRPr>
            </a:lvl4pPr>
            <a:lvl5pPr marL="5486400" indent="0" algn="ctr">
              <a:buFontTx/>
              <a:buNone/>
              <a:defRPr sz="4400">
                <a:latin typeface="NVIDIA Sans" panose="020B0503020203020204" pitchFamily="34" charset="0"/>
              </a:defRPr>
            </a:lvl5pPr>
          </a:lstStyle>
          <a:p>
            <a:pPr lvl="0"/>
            <a:r>
              <a:rPr lang="en-US" dirty="0"/>
              <a:t>Click to add subtitle</a:t>
            </a:r>
          </a:p>
        </p:txBody>
      </p:sp>
    </p:spTree>
    <p:extLst>
      <p:ext uri="{BB962C8B-B14F-4D97-AF65-F5344CB8AC3E}">
        <p14:creationId xmlns:p14="http://schemas.microsoft.com/office/powerpoint/2010/main" val="30660233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10"/>
    </mc:Choice>
    <mc:Fallback xmlns:a16="http://schemas.microsoft.com/office/drawing/2014/main" xmlns:a14="http://schemas.microsoft.com/office/drawing/2010/main" xmlns="">
      <p:transition/>
    </mc:Fallback>
  </mc:AlternateContent>
</p:sldLayout>
</file>

<file path=ppt/slideLayouts/slideLayout3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Complex_Timelin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Picture 3" descr="A green and white background&#10;&#10;Description automatically generated">
            <a:extLst>
              <a:ext uri="{FF2B5EF4-FFF2-40B4-BE49-F238E27FC236}">
                <a16:creationId xmlns:a16="http://schemas.microsoft.com/office/drawing/2014/main" id="{868E8BC8-DCAA-6E80-5181-5371045BDE59}"/>
              </a:ext>
            </a:extLst>
          </p:cNvPr>
          <p:cNvPicPr>
            <a:picLocks noChangeAspect="1"/>
          </p:cNvPicPr>
          <p:nvPr userDrawn="1"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36576000" cy="20574000"/>
          </a:xfrm>
          <a:prstGeom prst="rect">
            <a:avLst/>
          </a:prstGeom>
        </p:spPr>
      </p:pic>
      <p:sp>
        <p:nvSpPr>
          <p:cNvPr id="5" name="Rectangle 4">
            <a:extLst>
              <a:ext uri="{FF2B5EF4-FFF2-40B4-BE49-F238E27FC236}">
                <a16:creationId xmlns:a16="http://schemas.microsoft.com/office/drawing/2014/main" id="{D046080A-6CDE-3FF2-A128-47CFF5F0C9C5}"/>
              </a:ext>
            </a:extLst>
          </p:cNvPr>
          <p:cNvSpPr/>
          <p:nvPr userDrawn="1"/>
        </p:nvSpPr>
        <p:spPr>
          <a:xfrm>
            <a:off x="0" y="6963916"/>
            <a:ext cx="36576000" cy="13610084"/>
          </a:xfrm>
          <a:prstGeom prst="rect">
            <a:avLst/>
          </a:prstGeom>
          <a:gradFill>
            <a:gsLst>
              <a:gs pos="78000">
                <a:srgbClr val="FFFFFF">
                  <a:alpha val="55000"/>
                </a:srgbClr>
              </a:gs>
              <a:gs pos="0">
                <a:schemeClr val="tx1"/>
              </a:gs>
              <a:gs pos="100000">
                <a:schemeClr val="tx1">
                  <a:alpha val="0"/>
                </a:schemeClr>
              </a:gs>
            </a:gsLst>
            <a:lin ang="54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lnSpc>
                <a:spcPct val="90000"/>
              </a:lnSpc>
            </a:pPr>
            <a:endParaRPr lang="en-US" sz="4000" dirty="0" err="1">
              <a:solidFill>
                <a:schemeClr val="tx1"/>
              </a:solidFill>
              <a:latin typeface="NVIDIA Sans" panose="020B0503020203020204" pitchFamily="34" charset="0"/>
            </a:endParaRPr>
          </a:p>
        </p:txBody>
      </p:sp>
      <p:sp>
        <p:nvSpPr>
          <p:cNvPr id="16" name="Title 1">
            <a:extLst>
              <a:ext uri="{FF2B5EF4-FFF2-40B4-BE49-F238E27FC236}">
                <a16:creationId xmlns:a16="http://schemas.microsoft.com/office/drawing/2014/main" id="{47CCEE02-87E6-1F2B-7676-44BDF77882D3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2514600" y="0"/>
            <a:ext cx="31546800" cy="2514601"/>
          </a:xfrm>
        </p:spPr>
        <p:txBody>
          <a:bodyPr/>
          <a:lstStyle>
            <a:lvl1pPr>
              <a:defRPr sz="7200" b="1" cap="none">
                <a:solidFill>
                  <a:schemeClr val="bg1"/>
                </a:solidFill>
                <a:latin typeface="NVIDIA Sans" panose="020B0503020203020204" pitchFamily="34" charset="0"/>
                <a:cs typeface="NVIDIA Sans" panose="020B0503020203020204" pitchFamily="34" charset="0"/>
              </a:defRPr>
            </a:lvl1pPr>
          </a:lstStyle>
          <a:p>
            <a:r>
              <a:rPr lang="en-US" dirty="0"/>
              <a:t>Click To Add Title</a:t>
            </a:r>
          </a:p>
        </p:txBody>
      </p:sp>
      <p:sp>
        <p:nvSpPr>
          <p:cNvPr id="17" name="Text Placeholder 7">
            <a:extLst>
              <a:ext uri="{FF2B5EF4-FFF2-40B4-BE49-F238E27FC236}">
                <a16:creationId xmlns:a16="http://schemas.microsoft.com/office/drawing/2014/main" id="{CB50D318-3396-F41C-08C9-6F12DDA735CF}"/>
              </a:ext>
            </a:extLst>
          </p:cNvPr>
          <p:cNvSpPr>
            <a:spLocks noGrp="1"/>
          </p:cNvSpPr>
          <p:nvPr>
            <p:ph type="body" sz="quarter" idx="10" hasCustomPrompt="1"/>
          </p:nvPr>
        </p:nvSpPr>
        <p:spPr>
          <a:xfrm>
            <a:off x="2514600" y="2487168"/>
            <a:ext cx="31546800" cy="1408176"/>
          </a:xfrm>
          <a:prstGeom prst="rect">
            <a:avLst/>
          </a:prstGeom>
        </p:spPr>
        <p:txBody>
          <a:bodyPr/>
          <a:lstStyle>
            <a:lvl1pPr marL="0" indent="0" algn="ctr">
              <a:spcBef>
                <a:spcPts val="0"/>
              </a:spcBef>
              <a:buFontTx/>
              <a:buNone/>
              <a:defRPr sz="4800">
                <a:solidFill>
                  <a:schemeClr val="tx2"/>
                </a:solidFill>
                <a:latin typeface="NVIDIA Sans" panose="020B0503020203020204" pitchFamily="34" charset="0"/>
                <a:cs typeface="NVIDIA Sans" panose="020B0503020203020204" pitchFamily="34" charset="0"/>
              </a:defRPr>
            </a:lvl1pPr>
            <a:lvl2pPr marL="1371600" indent="0" algn="ctr">
              <a:buFontTx/>
              <a:buNone/>
              <a:defRPr sz="4400">
                <a:latin typeface="NVIDIA Sans" panose="020B0503020203020204" pitchFamily="34" charset="0"/>
              </a:defRPr>
            </a:lvl2pPr>
            <a:lvl3pPr marL="2743200" indent="0" algn="ctr">
              <a:buFontTx/>
              <a:buNone/>
              <a:defRPr sz="4400">
                <a:latin typeface="NVIDIA Sans" panose="020B0503020203020204" pitchFamily="34" charset="0"/>
              </a:defRPr>
            </a:lvl3pPr>
            <a:lvl4pPr marL="4114800" indent="0" algn="ctr">
              <a:buFontTx/>
              <a:buNone/>
              <a:defRPr sz="4400">
                <a:latin typeface="NVIDIA Sans" panose="020B0503020203020204" pitchFamily="34" charset="0"/>
              </a:defRPr>
            </a:lvl4pPr>
            <a:lvl5pPr marL="5486400" indent="0" algn="ctr">
              <a:buFontTx/>
              <a:buNone/>
              <a:defRPr sz="4400">
                <a:latin typeface="NVIDIA Sans" panose="020B0503020203020204" pitchFamily="34" charset="0"/>
              </a:defRPr>
            </a:lvl5pPr>
          </a:lstStyle>
          <a:p>
            <a:pPr lvl="0"/>
            <a:r>
              <a:rPr lang="en-US" dirty="0"/>
              <a:t>Click to add subtitle</a:t>
            </a:r>
          </a:p>
        </p:txBody>
      </p:sp>
    </p:spTree>
    <p:extLst>
      <p:ext uri="{BB962C8B-B14F-4D97-AF65-F5344CB8AC3E}">
        <p14:creationId xmlns:p14="http://schemas.microsoft.com/office/powerpoint/2010/main" val="1947985491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10"/>
    </mc:Choice>
    <mc:Fallback xmlns:a16="http://schemas.microsoft.com/office/drawing/2014/main" xmlns:a14="http://schemas.microsoft.com/office/drawing/2010/main" xmlns="">
      <p:transition/>
    </mc:Fallback>
  </mc:AlternateContent>
</p:sldLayout>
</file>

<file path=ppt/slideLayouts/slideLayout3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meline w/ Images Layou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Picture 3" descr="A green and white background&#10;&#10;Description automatically generated">
            <a:extLst>
              <a:ext uri="{FF2B5EF4-FFF2-40B4-BE49-F238E27FC236}">
                <a16:creationId xmlns:a16="http://schemas.microsoft.com/office/drawing/2014/main" id="{19281CF6-82C4-D591-C93F-79BF14277CD2}"/>
              </a:ext>
            </a:extLst>
          </p:cNvPr>
          <p:cNvPicPr>
            <a:picLocks noChangeAspect="1"/>
          </p:cNvPicPr>
          <p:nvPr userDrawn="1"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36576000" cy="20574000"/>
          </a:xfrm>
          <a:prstGeom prst="rect">
            <a:avLst/>
          </a:prstGeom>
        </p:spPr>
      </p:pic>
      <p:sp>
        <p:nvSpPr>
          <p:cNvPr id="5" name="Rectangle 4">
            <a:extLst>
              <a:ext uri="{FF2B5EF4-FFF2-40B4-BE49-F238E27FC236}">
                <a16:creationId xmlns:a16="http://schemas.microsoft.com/office/drawing/2014/main" id="{8C0EE250-813A-B3FC-C9DB-11B6E237EC3B}"/>
              </a:ext>
            </a:extLst>
          </p:cNvPr>
          <p:cNvSpPr/>
          <p:nvPr userDrawn="1"/>
        </p:nvSpPr>
        <p:spPr>
          <a:xfrm>
            <a:off x="0" y="6963916"/>
            <a:ext cx="36576000" cy="13610084"/>
          </a:xfrm>
          <a:prstGeom prst="rect">
            <a:avLst/>
          </a:prstGeom>
          <a:gradFill>
            <a:gsLst>
              <a:gs pos="78000">
                <a:srgbClr val="FFFFFF">
                  <a:alpha val="55000"/>
                </a:srgbClr>
              </a:gs>
              <a:gs pos="0">
                <a:schemeClr val="tx1"/>
              </a:gs>
              <a:gs pos="100000">
                <a:schemeClr val="tx1">
                  <a:alpha val="0"/>
                </a:schemeClr>
              </a:gs>
            </a:gsLst>
            <a:lin ang="54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lnSpc>
                <a:spcPct val="90000"/>
              </a:lnSpc>
            </a:pPr>
            <a:endParaRPr lang="en-US" sz="4000" dirty="0" err="1">
              <a:solidFill>
                <a:schemeClr val="tx1"/>
              </a:solidFill>
              <a:latin typeface="NVIDIA Sans" panose="020B0503020203020204" pitchFamily="34" charset="0"/>
            </a:endParaRPr>
          </a:p>
        </p:txBody>
      </p:sp>
      <p:sp>
        <p:nvSpPr>
          <p:cNvPr id="16" name="Title 1">
            <a:extLst>
              <a:ext uri="{FF2B5EF4-FFF2-40B4-BE49-F238E27FC236}">
                <a16:creationId xmlns:a16="http://schemas.microsoft.com/office/drawing/2014/main" id="{47CCEE02-87E6-1F2B-7676-44BDF77882D3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2514600" y="0"/>
            <a:ext cx="31546800" cy="2514601"/>
          </a:xfrm>
        </p:spPr>
        <p:txBody>
          <a:bodyPr/>
          <a:lstStyle>
            <a:lvl1pPr>
              <a:defRPr sz="7200" b="1" cap="none">
                <a:solidFill>
                  <a:schemeClr val="bg1"/>
                </a:solidFill>
                <a:latin typeface="NVIDIA Sans" panose="020B0503020203020204" pitchFamily="34" charset="0"/>
                <a:cs typeface="NVIDIA Sans" panose="020B0503020203020204" pitchFamily="34" charset="0"/>
              </a:defRPr>
            </a:lvl1pPr>
          </a:lstStyle>
          <a:p>
            <a:r>
              <a:rPr lang="en-US" dirty="0"/>
              <a:t>Click To Add Title</a:t>
            </a:r>
          </a:p>
        </p:txBody>
      </p:sp>
      <p:sp>
        <p:nvSpPr>
          <p:cNvPr id="17" name="Text Placeholder 7">
            <a:extLst>
              <a:ext uri="{FF2B5EF4-FFF2-40B4-BE49-F238E27FC236}">
                <a16:creationId xmlns:a16="http://schemas.microsoft.com/office/drawing/2014/main" id="{CB50D318-3396-F41C-08C9-6F12DDA735CF}"/>
              </a:ext>
            </a:extLst>
          </p:cNvPr>
          <p:cNvSpPr>
            <a:spLocks noGrp="1"/>
          </p:cNvSpPr>
          <p:nvPr>
            <p:ph type="body" sz="quarter" idx="10" hasCustomPrompt="1"/>
          </p:nvPr>
        </p:nvSpPr>
        <p:spPr>
          <a:xfrm>
            <a:off x="2514600" y="2487168"/>
            <a:ext cx="31546800" cy="1408176"/>
          </a:xfrm>
          <a:prstGeom prst="rect">
            <a:avLst/>
          </a:prstGeom>
        </p:spPr>
        <p:txBody>
          <a:bodyPr/>
          <a:lstStyle>
            <a:lvl1pPr marL="0" indent="0" algn="ctr">
              <a:spcBef>
                <a:spcPts val="0"/>
              </a:spcBef>
              <a:buFontTx/>
              <a:buNone/>
              <a:defRPr sz="4800">
                <a:solidFill>
                  <a:schemeClr val="tx2"/>
                </a:solidFill>
                <a:latin typeface="NVIDIA Sans" panose="020B0503020203020204" pitchFamily="34" charset="0"/>
                <a:cs typeface="NVIDIA Sans" panose="020B0503020203020204" pitchFamily="34" charset="0"/>
              </a:defRPr>
            </a:lvl1pPr>
            <a:lvl2pPr marL="1371600" indent="0" algn="ctr">
              <a:buFontTx/>
              <a:buNone/>
              <a:defRPr sz="4400">
                <a:latin typeface="NVIDIA Sans" panose="020B0503020203020204" pitchFamily="34" charset="0"/>
              </a:defRPr>
            </a:lvl2pPr>
            <a:lvl3pPr marL="2743200" indent="0" algn="ctr">
              <a:buFontTx/>
              <a:buNone/>
              <a:defRPr sz="4400">
                <a:latin typeface="NVIDIA Sans" panose="020B0503020203020204" pitchFamily="34" charset="0"/>
              </a:defRPr>
            </a:lvl3pPr>
            <a:lvl4pPr marL="4114800" indent="0" algn="ctr">
              <a:buFontTx/>
              <a:buNone/>
              <a:defRPr sz="4400">
                <a:latin typeface="NVIDIA Sans" panose="020B0503020203020204" pitchFamily="34" charset="0"/>
              </a:defRPr>
            </a:lvl4pPr>
            <a:lvl5pPr marL="5486400" indent="0" algn="ctr">
              <a:buFontTx/>
              <a:buNone/>
              <a:defRPr sz="4400">
                <a:latin typeface="NVIDIA Sans" panose="020B0503020203020204" pitchFamily="34" charset="0"/>
              </a:defRPr>
            </a:lvl5pPr>
          </a:lstStyle>
          <a:p>
            <a:pPr lvl="0"/>
            <a:r>
              <a:rPr lang="en-US" dirty="0"/>
              <a:t>Click to add subtitle</a:t>
            </a:r>
          </a:p>
        </p:txBody>
      </p:sp>
      <p:cxnSp>
        <p:nvCxnSpPr>
          <p:cNvPr id="12" name="Straight Connector 11">
            <a:extLst>
              <a:ext uri="{FF2B5EF4-FFF2-40B4-BE49-F238E27FC236}">
                <a16:creationId xmlns:a16="http://schemas.microsoft.com/office/drawing/2014/main" id="{B81A4C02-2335-3840-A0B5-647FE4372B5A}"/>
              </a:ext>
            </a:extLst>
          </p:cNvPr>
          <p:cNvCxnSpPr/>
          <p:nvPr userDrawn="1"/>
        </p:nvCxnSpPr>
        <p:spPr>
          <a:xfrm>
            <a:off x="0" y="12517118"/>
            <a:ext cx="36576000" cy="0"/>
          </a:xfrm>
          <a:prstGeom prst="line">
            <a:avLst/>
          </a:prstGeom>
          <a:ln w="50800">
            <a:solidFill>
              <a:schemeClr val="tx2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3" name="Picture Placeholder 2">
            <a:extLst>
              <a:ext uri="{FF2B5EF4-FFF2-40B4-BE49-F238E27FC236}">
                <a16:creationId xmlns:a16="http://schemas.microsoft.com/office/drawing/2014/main" id="{327B64A9-49B7-26AE-EEC1-3DFB7714FDFA}"/>
              </a:ext>
            </a:extLst>
          </p:cNvPr>
          <p:cNvSpPr>
            <a:spLocks noGrp="1"/>
          </p:cNvSpPr>
          <p:nvPr>
            <p:ph type="pic" sz="quarter" idx="11"/>
          </p:nvPr>
        </p:nvSpPr>
        <p:spPr>
          <a:xfrm>
            <a:off x="1104900" y="8828853"/>
            <a:ext cx="6172214" cy="4209393"/>
          </a:xfrm>
          <a:prstGeom prst="rect">
            <a:avLst/>
          </a:prstGeom>
          <a:solidFill>
            <a:schemeClr val="bg2"/>
          </a:solidFill>
          <a:ln w="9525">
            <a:solidFill>
              <a:schemeClr val="accent5"/>
            </a:solidFill>
          </a:ln>
        </p:spPr>
        <p:txBody>
          <a:bodyPr tIns="2194560" anchor="ctr"/>
          <a:lstStyle>
            <a:lvl1pPr marL="0" indent="0" algn="ctr">
              <a:buFontTx/>
              <a:buNone/>
              <a:defRPr sz="4000">
                <a:solidFill>
                  <a:schemeClr val="bg2">
                    <a:lumMod val="50000"/>
                  </a:schemeClr>
                </a:solidFill>
                <a:latin typeface="NVIDIA Sans" panose="020B0503020203020204" pitchFamily="34" charset="0"/>
              </a:defRPr>
            </a:lvl1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14" name="Text Placeholder 7">
            <a:extLst>
              <a:ext uri="{FF2B5EF4-FFF2-40B4-BE49-F238E27FC236}">
                <a16:creationId xmlns:a16="http://schemas.microsoft.com/office/drawing/2014/main" id="{65B24A7F-7007-8F97-B7C8-699C5938267B}"/>
              </a:ext>
            </a:extLst>
          </p:cNvPr>
          <p:cNvSpPr>
            <a:spLocks noGrp="1"/>
          </p:cNvSpPr>
          <p:nvPr>
            <p:ph type="body" sz="quarter" idx="12" hasCustomPrompt="1"/>
          </p:nvPr>
        </p:nvSpPr>
        <p:spPr>
          <a:xfrm>
            <a:off x="1104901" y="7235683"/>
            <a:ext cx="6172213" cy="795528"/>
          </a:xfrm>
          <a:prstGeom prst="rect">
            <a:avLst/>
          </a:prstGeom>
        </p:spPr>
        <p:txBody>
          <a:bodyPr anchor="b"/>
          <a:lstStyle>
            <a:lvl1pPr marL="0" indent="0" algn="ctr">
              <a:spcBef>
                <a:spcPts val="1200"/>
              </a:spcBef>
              <a:buFontTx/>
              <a:buNone/>
              <a:defRPr sz="4000" b="0" cap="none" baseline="0">
                <a:solidFill>
                  <a:schemeClr val="bg1"/>
                </a:solidFill>
                <a:latin typeface="+mj-lt"/>
                <a:cs typeface="NVIDIA Sans" panose="020B0503020203020204" pitchFamily="34" charset="0"/>
              </a:defRPr>
            </a:lvl1pPr>
            <a:lvl2pPr marL="2562790" indent="0">
              <a:buFontTx/>
              <a:buNone/>
              <a:defRPr sz="4000" b="1">
                <a:solidFill>
                  <a:schemeClr val="tx1"/>
                </a:solidFill>
                <a:latin typeface="NVIDIA Sans" panose="020B0503020203020204" pitchFamily="34" charset="0"/>
              </a:defRPr>
            </a:lvl2pPr>
            <a:lvl3pPr marL="4883584" indent="0">
              <a:buFontTx/>
              <a:buNone/>
              <a:defRPr sz="4000" b="1">
                <a:solidFill>
                  <a:schemeClr val="tx1"/>
                </a:solidFill>
                <a:latin typeface="NVIDIA Sans" panose="020B0503020203020204" pitchFamily="34" charset="0"/>
              </a:defRPr>
            </a:lvl3pPr>
            <a:lvl4pPr marL="6933729" indent="0">
              <a:buFontTx/>
              <a:buNone/>
              <a:defRPr sz="4000" b="1">
                <a:solidFill>
                  <a:schemeClr val="tx1"/>
                </a:solidFill>
                <a:latin typeface="NVIDIA Sans" panose="020B0503020203020204" pitchFamily="34" charset="0"/>
              </a:defRPr>
            </a:lvl4pPr>
            <a:lvl5pPr marL="8471409" indent="0">
              <a:buFontTx/>
              <a:buNone/>
              <a:defRPr sz="4000" b="1">
                <a:solidFill>
                  <a:schemeClr val="tx1"/>
                </a:solidFill>
                <a:latin typeface="NVIDIA Sans" panose="020B0503020203020204" pitchFamily="34" charset="0"/>
              </a:defRPr>
            </a:lvl5pPr>
          </a:lstStyle>
          <a:p>
            <a:pPr lvl="0"/>
            <a:r>
              <a:rPr lang="en-US" dirty="0"/>
              <a:t>Click To Add Title</a:t>
            </a:r>
          </a:p>
        </p:txBody>
      </p:sp>
      <p:sp>
        <p:nvSpPr>
          <p:cNvPr id="18" name="Text Placeholder 7">
            <a:extLst>
              <a:ext uri="{FF2B5EF4-FFF2-40B4-BE49-F238E27FC236}">
                <a16:creationId xmlns:a16="http://schemas.microsoft.com/office/drawing/2014/main" id="{BE9F7FB4-6AA0-B491-27B8-845C8CCE95D1}"/>
              </a:ext>
            </a:extLst>
          </p:cNvPr>
          <p:cNvSpPr>
            <a:spLocks noGrp="1"/>
          </p:cNvSpPr>
          <p:nvPr>
            <p:ph type="body" sz="quarter" idx="30" hasCustomPrompt="1"/>
          </p:nvPr>
        </p:nvSpPr>
        <p:spPr>
          <a:xfrm>
            <a:off x="1104900" y="7947588"/>
            <a:ext cx="6172214" cy="679755"/>
          </a:xfrm>
          <a:prstGeom prst="rect">
            <a:avLst/>
          </a:prstGeom>
        </p:spPr>
        <p:txBody>
          <a:bodyPr/>
          <a:lstStyle>
            <a:lvl1pPr marL="0" indent="0" algn="ctr">
              <a:spcBef>
                <a:spcPts val="600"/>
              </a:spcBef>
              <a:buFontTx/>
              <a:buNone/>
              <a:defRPr sz="2800" b="0">
                <a:solidFill>
                  <a:schemeClr val="bg1"/>
                </a:solidFill>
                <a:latin typeface="NVIDIA Sans" panose="020B0503020203020204" pitchFamily="34" charset="0"/>
                <a:cs typeface="NVIDIA Sans" panose="020B0503020203020204" pitchFamily="34" charset="0"/>
              </a:defRPr>
            </a:lvl1pPr>
            <a:lvl2pPr marL="2562790" indent="0">
              <a:buFontTx/>
              <a:buNone/>
              <a:defRPr sz="4000" b="1">
                <a:solidFill>
                  <a:schemeClr val="tx1"/>
                </a:solidFill>
                <a:latin typeface="NVIDIA Sans" panose="020B0503020203020204" pitchFamily="34" charset="0"/>
              </a:defRPr>
            </a:lvl2pPr>
            <a:lvl3pPr marL="4883584" indent="0">
              <a:buFontTx/>
              <a:buNone/>
              <a:defRPr sz="4000" b="1">
                <a:solidFill>
                  <a:schemeClr val="tx1"/>
                </a:solidFill>
                <a:latin typeface="NVIDIA Sans" panose="020B0503020203020204" pitchFamily="34" charset="0"/>
              </a:defRPr>
            </a:lvl3pPr>
            <a:lvl4pPr marL="6933729" indent="0">
              <a:buFontTx/>
              <a:buNone/>
              <a:defRPr sz="4000" b="1">
                <a:solidFill>
                  <a:schemeClr val="tx1"/>
                </a:solidFill>
                <a:latin typeface="NVIDIA Sans" panose="020B0503020203020204" pitchFamily="34" charset="0"/>
              </a:defRPr>
            </a:lvl4pPr>
            <a:lvl5pPr marL="8471409" indent="0">
              <a:buFontTx/>
              <a:buNone/>
              <a:defRPr sz="4000" b="1">
                <a:solidFill>
                  <a:schemeClr val="tx1"/>
                </a:solidFill>
                <a:latin typeface="NVIDIA Sans" panose="020B0503020203020204" pitchFamily="34" charset="0"/>
              </a:defRPr>
            </a:lvl5pPr>
          </a:lstStyle>
          <a:p>
            <a:pPr lvl="0"/>
            <a:r>
              <a:rPr lang="en-US" dirty="0"/>
              <a:t>Click to add subtitle</a:t>
            </a:r>
          </a:p>
        </p:txBody>
      </p:sp>
      <p:sp>
        <p:nvSpPr>
          <p:cNvPr id="19" name="Text Placeholder 7">
            <a:extLst>
              <a:ext uri="{FF2B5EF4-FFF2-40B4-BE49-F238E27FC236}">
                <a16:creationId xmlns:a16="http://schemas.microsoft.com/office/drawing/2014/main" id="{831C6138-3339-1502-9812-8B9B39AF6DD1}"/>
              </a:ext>
            </a:extLst>
          </p:cNvPr>
          <p:cNvSpPr>
            <a:spLocks noGrp="1"/>
          </p:cNvSpPr>
          <p:nvPr>
            <p:ph type="body" sz="quarter" idx="31" hasCustomPrompt="1"/>
          </p:nvPr>
        </p:nvSpPr>
        <p:spPr>
          <a:xfrm>
            <a:off x="1104901" y="6492954"/>
            <a:ext cx="6172213" cy="795528"/>
          </a:xfrm>
          <a:prstGeom prst="rect">
            <a:avLst/>
          </a:prstGeom>
        </p:spPr>
        <p:txBody>
          <a:bodyPr anchor="b"/>
          <a:lstStyle>
            <a:lvl1pPr marL="0" indent="0" algn="ctr">
              <a:spcBef>
                <a:spcPts val="1200"/>
              </a:spcBef>
              <a:buFontTx/>
              <a:buNone/>
              <a:defRPr sz="7200" b="0" cap="none" baseline="0">
                <a:solidFill>
                  <a:schemeClr val="bg1"/>
                </a:solidFill>
                <a:latin typeface="NVIDIA Sans Light" panose="020B0303020203020204" pitchFamily="34" charset="0"/>
                <a:cs typeface="NVIDIA Sans Light" panose="020B0303020203020204" pitchFamily="34" charset="0"/>
              </a:defRPr>
            </a:lvl1pPr>
            <a:lvl2pPr marL="2562790" indent="0">
              <a:buFontTx/>
              <a:buNone/>
              <a:defRPr sz="4000" b="1">
                <a:solidFill>
                  <a:schemeClr val="tx1"/>
                </a:solidFill>
                <a:latin typeface="NVIDIA Sans" panose="020B0503020203020204" pitchFamily="34" charset="0"/>
              </a:defRPr>
            </a:lvl2pPr>
            <a:lvl3pPr marL="4883584" indent="0">
              <a:buFontTx/>
              <a:buNone/>
              <a:defRPr sz="4000" b="1">
                <a:solidFill>
                  <a:schemeClr val="tx1"/>
                </a:solidFill>
                <a:latin typeface="NVIDIA Sans" panose="020B0503020203020204" pitchFamily="34" charset="0"/>
              </a:defRPr>
            </a:lvl3pPr>
            <a:lvl4pPr marL="6933729" indent="0">
              <a:buFontTx/>
              <a:buNone/>
              <a:defRPr sz="4000" b="1">
                <a:solidFill>
                  <a:schemeClr val="tx1"/>
                </a:solidFill>
                <a:latin typeface="NVIDIA Sans" panose="020B0503020203020204" pitchFamily="34" charset="0"/>
              </a:defRPr>
            </a:lvl4pPr>
            <a:lvl5pPr marL="8471409" indent="0">
              <a:buFontTx/>
              <a:buNone/>
              <a:defRPr sz="4000" b="1">
                <a:solidFill>
                  <a:schemeClr val="tx1"/>
                </a:solidFill>
                <a:latin typeface="NVIDIA Sans" panose="020B0503020203020204" pitchFamily="34" charset="0"/>
              </a:defRPr>
            </a:lvl5pPr>
          </a:lstStyle>
          <a:p>
            <a:pPr lvl="0"/>
            <a:r>
              <a:rPr lang="en-US" dirty="0"/>
              <a:t>Year</a:t>
            </a:r>
          </a:p>
        </p:txBody>
      </p:sp>
      <p:sp>
        <p:nvSpPr>
          <p:cNvPr id="20" name="Picture Placeholder 2">
            <a:extLst>
              <a:ext uri="{FF2B5EF4-FFF2-40B4-BE49-F238E27FC236}">
                <a16:creationId xmlns:a16="http://schemas.microsoft.com/office/drawing/2014/main" id="{56B4F135-9336-3722-2593-739C386518BC}"/>
              </a:ext>
            </a:extLst>
          </p:cNvPr>
          <p:cNvSpPr>
            <a:spLocks noGrp="1"/>
          </p:cNvSpPr>
          <p:nvPr>
            <p:ph type="pic" sz="quarter" idx="32"/>
          </p:nvPr>
        </p:nvSpPr>
        <p:spPr>
          <a:xfrm>
            <a:off x="8153396" y="12016056"/>
            <a:ext cx="6172214" cy="4209393"/>
          </a:xfrm>
          <a:prstGeom prst="rect">
            <a:avLst/>
          </a:prstGeom>
          <a:solidFill>
            <a:schemeClr val="bg2"/>
          </a:solidFill>
          <a:ln w="9525">
            <a:solidFill>
              <a:schemeClr val="accent5"/>
            </a:solidFill>
          </a:ln>
        </p:spPr>
        <p:txBody>
          <a:bodyPr tIns="2194560" anchor="ctr"/>
          <a:lstStyle>
            <a:lvl1pPr marL="0" indent="0" algn="ctr">
              <a:buFontTx/>
              <a:buNone/>
              <a:defRPr sz="4000">
                <a:solidFill>
                  <a:schemeClr val="bg2">
                    <a:lumMod val="50000"/>
                  </a:schemeClr>
                </a:solidFill>
                <a:latin typeface="NVIDIA Sans" panose="020B0503020203020204" pitchFamily="34" charset="0"/>
              </a:defRPr>
            </a:lvl1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21" name="Text Placeholder 7">
            <a:extLst>
              <a:ext uri="{FF2B5EF4-FFF2-40B4-BE49-F238E27FC236}">
                <a16:creationId xmlns:a16="http://schemas.microsoft.com/office/drawing/2014/main" id="{016A6D24-C230-8F9B-A12F-04BF3B073AA1}"/>
              </a:ext>
            </a:extLst>
          </p:cNvPr>
          <p:cNvSpPr>
            <a:spLocks noGrp="1"/>
          </p:cNvSpPr>
          <p:nvPr>
            <p:ph type="body" sz="quarter" idx="33" hasCustomPrompt="1"/>
          </p:nvPr>
        </p:nvSpPr>
        <p:spPr>
          <a:xfrm>
            <a:off x="8153397" y="10422886"/>
            <a:ext cx="6172213" cy="795528"/>
          </a:xfrm>
          <a:prstGeom prst="rect">
            <a:avLst/>
          </a:prstGeom>
        </p:spPr>
        <p:txBody>
          <a:bodyPr anchor="b"/>
          <a:lstStyle>
            <a:lvl1pPr marL="0" indent="0" algn="ctr">
              <a:spcBef>
                <a:spcPts val="1200"/>
              </a:spcBef>
              <a:buFontTx/>
              <a:buNone/>
              <a:defRPr sz="4000" b="0" cap="none" baseline="0">
                <a:solidFill>
                  <a:schemeClr val="bg1"/>
                </a:solidFill>
                <a:latin typeface="+mj-lt"/>
                <a:cs typeface="NVIDIA Sans" panose="020B0503020203020204" pitchFamily="34" charset="0"/>
              </a:defRPr>
            </a:lvl1pPr>
            <a:lvl2pPr marL="2562790" indent="0">
              <a:buFontTx/>
              <a:buNone/>
              <a:defRPr sz="4000" b="1">
                <a:solidFill>
                  <a:schemeClr val="tx1"/>
                </a:solidFill>
                <a:latin typeface="NVIDIA Sans" panose="020B0503020203020204" pitchFamily="34" charset="0"/>
              </a:defRPr>
            </a:lvl2pPr>
            <a:lvl3pPr marL="4883584" indent="0">
              <a:buFontTx/>
              <a:buNone/>
              <a:defRPr sz="4000" b="1">
                <a:solidFill>
                  <a:schemeClr val="tx1"/>
                </a:solidFill>
                <a:latin typeface="NVIDIA Sans" panose="020B0503020203020204" pitchFamily="34" charset="0"/>
              </a:defRPr>
            </a:lvl3pPr>
            <a:lvl4pPr marL="6933729" indent="0">
              <a:buFontTx/>
              <a:buNone/>
              <a:defRPr sz="4000" b="1">
                <a:solidFill>
                  <a:schemeClr val="tx1"/>
                </a:solidFill>
                <a:latin typeface="NVIDIA Sans" panose="020B0503020203020204" pitchFamily="34" charset="0"/>
              </a:defRPr>
            </a:lvl4pPr>
            <a:lvl5pPr marL="8471409" indent="0">
              <a:buFontTx/>
              <a:buNone/>
              <a:defRPr sz="4000" b="1">
                <a:solidFill>
                  <a:schemeClr val="tx1"/>
                </a:solidFill>
                <a:latin typeface="NVIDIA Sans" panose="020B0503020203020204" pitchFamily="34" charset="0"/>
              </a:defRPr>
            </a:lvl5pPr>
          </a:lstStyle>
          <a:p>
            <a:pPr lvl="0"/>
            <a:r>
              <a:rPr lang="en-US" dirty="0"/>
              <a:t>Click To Add Title</a:t>
            </a:r>
          </a:p>
        </p:txBody>
      </p:sp>
      <p:sp>
        <p:nvSpPr>
          <p:cNvPr id="22" name="Text Placeholder 7">
            <a:extLst>
              <a:ext uri="{FF2B5EF4-FFF2-40B4-BE49-F238E27FC236}">
                <a16:creationId xmlns:a16="http://schemas.microsoft.com/office/drawing/2014/main" id="{36F5CC89-1592-52B8-63DE-F83AAF64EBD0}"/>
              </a:ext>
            </a:extLst>
          </p:cNvPr>
          <p:cNvSpPr>
            <a:spLocks noGrp="1"/>
          </p:cNvSpPr>
          <p:nvPr>
            <p:ph type="body" sz="quarter" idx="34" hasCustomPrompt="1"/>
          </p:nvPr>
        </p:nvSpPr>
        <p:spPr>
          <a:xfrm>
            <a:off x="8153396" y="11134791"/>
            <a:ext cx="6172214" cy="679755"/>
          </a:xfrm>
          <a:prstGeom prst="rect">
            <a:avLst/>
          </a:prstGeom>
        </p:spPr>
        <p:txBody>
          <a:bodyPr/>
          <a:lstStyle>
            <a:lvl1pPr marL="0" indent="0" algn="ctr">
              <a:spcBef>
                <a:spcPts val="600"/>
              </a:spcBef>
              <a:buFontTx/>
              <a:buNone/>
              <a:defRPr sz="2800" b="0">
                <a:solidFill>
                  <a:schemeClr val="bg1"/>
                </a:solidFill>
                <a:latin typeface="NVIDIA Sans" panose="020B0503020203020204" pitchFamily="34" charset="0"/>
                <a:cs typeface="NVIDIA Sans" panose="020B0503020203020204" pitchFamily="34" charset="0"/>
              </a:defRPr>
            </a:lvl1pPr>
            <a:lvl2pPr marL="2562790" indent="0">
              <a:buFontTx/>
              <a:buNone/>
              <a:defRPr sz="4000" b="1">
                <a:solidFill>
                  <a:schemeClr val="tx1"/>
                </a:solidFill>
                <a:latin typeface="NVIDIA Sans" panose="020B0503020203020204" pitchFamily="34" charset="0"/>
              </a:defRPr>
            </a:lvl2pPr>
            <a:lvl3pPr marL="4883584" indent="0">
              <a:buFontTx/>
              <a:buNone/>
              <a:defRPr sz="4000" b="1">
                <a:solidFill>
                  <a:schemeClr val="tx1"/>
                </a:solidFill>
                <a:latin typeface="NVIDIA Sans" panose="020B0503020203020204" pitchFamily="34" charset="0"/>
              </a:defRPr>
            </a:lvl3pPr>
            <a:lvl4pPr marL="6933729" indent="0">
              <a:buFontTx/>
              <a:buNone/>
              <a:defRPr sz="4000" b="1">
                <a:solidFill>
                  <a:schemeClr val="tx1"/>
                </a:solidFill>
                <a:latin typeface="NVIDIA Sans" panose="020B0503020203020204" pitchFamily="34" charset="0"/>
              </a:defRPr>
            </a:lvl4pPr>
            <a:lvl5pPr marL="8471409" indent="0">
              <a:buFontTx/>
              <a:buNone/>
              <a:defRPr sz="4000" b="1">
                <a:solidFill>
                  <a:schemeClr val="tx1"/>
                </a:solidFill>
                <a:latin typeface="NVIDIA Sans" panose="020B0503020203020204" pitchFamily="34" charset="0"/>
              </a:defRPr>
            </a:lvl5pPr>
          </a:lstStyle>
          <a:p>
            <a:pPr lvl="0"/>
            <a:r>
              <a:rPr lang="en-US" dirty="0"/>
              <a:t>Click to add subtitle</a:t>
            </a:r>
          </a:p>
        </p:txBody>
      </p:sp>
      <p:sp>
        <p:nvSpPr>
          <p:cNvPr id="23" name="Text Placeholder 7">
            <a:extLst>
              <a:ext uri="{FF2B5EF4-FFF2-40B4-BE49-F238E27FC236}">
                <a16:creationId xmlns:a16="http://schemas.microsoft.com/office/drawing/2014/main" id="{71F14B17-DED6-D507-0F6F-0880EA7DD569}"/>
              </a:ext>
            </a:extLst>
          </p:cNvPr>
          <p:cNvSpPr>
            <a:spLocks noGrp="1"/>
          </p:cNvSpPr>
          <p:nvPr>
            <p:ph type="body" sz="quarter" idx="35" hasCustomPrompt="1"/>
          </p:nvPr>
        </p:nvSpPr>
        <p:spPr>
          <a:xfrm>
            <a:off x="8153397" y="9680157"/>
            <a:ext cx="6172213" cy="795528"/>
          </a:xfrm>
          <a:prstGeom prst="rect">
            <a:avLst/>
          </a:prstGeom>
        </p:spPr>
        <p:txBody>
          <a:bodyPr anchor="b"/>
          <a:lstStyle>
            <a:lvl1pPr marL="0" indent="0" algn="ctr">
              <a:spcBef>
                <a:spcPts val="1200"/>
              </a:spcBef>
              <a:buFontTx/>
              <a:buNone/>
              <a:defRPr sz="7200" b="0" cap="none" baseline="0">
                <a:solidFill>
                  <a:schemeClr val="bg1"/>
                </a:solidFill>
                <a:latin typeface="NVIDIA Sans Light" panose="020B0303020203020204" pitchFamily="34" charset="0"/>
                <a:cs typeface="NVIDIA Sans Light" panose="020B0303020203020204" pitchFamily="34" charset="0"/>
              </a:defRPr>
            </a:lvl1pPr>
            <a:lvl2pPr marL="2562790" indent="0">
              <a:buFontTx/>
              <a:buNone/>
              <a:defRPr sz="4000" b="1">
                <a:solidFill>
                  <a:schemeClr val="tx1"/>
                </a:solidFill>
                <a:latin typeface="NVIDIA Sans" panose="020B0503020203020204" pitchFamily="34" charset="0"/>
              </a:defRPr>
            </a:lvl2pPr>
            <a:lvl3pPr marL="4883584" indent="0">
              <a:buFontTx/>
              <a:buNone/>
              <a:defRPr sz="4000" b="1">
                <a:solidFill>
                  <a:schemeClr val="tx1"/>
                </a:solidFill>
                <a:latin typeface="NVIDIA Sans" panose="020B0503020203020204" pitchFamily="34" charset="0"/>
              </a:defRPr>
            </a:lvl3pPr>
            <a:lvl4pPr marL="6933729" indent="0">
              <a:buFontTx/>
              <a:buNone/>
              <a:defRPr sz="4000" b="1">
                <a:solidFill>
                  <a:schemeClr val="tx1"/>
                </a:solidFill>
                <a:latin typeface="NVIDIA Sans" panose="020B0503020203020204" pitchFamily="34" charset="0"/>
              </a:defRPr>
            </a:lvl4pPr>
            <a:lvl5pPr marL="8471409" indent="0">
              <a:buFontTx/>
              <a:buNone/>
              <a:defRPr sz="4000" b="1">
                <a:solidFill>
                  <a:schemeClr val="tx1"/>
                </a:solidFill>
                <a:latin typeface="NVIDIA Sans" panose="020B0503020203020204" pitchFamily="34" charset="0"/>
              </a:defRPr>
            </a:lvl5pPr>
          </a:lstStyle>
          <a:p>
            <a:pPr lvl="0"/>
            <a:r>
              <a:rPr lang="en-US" dirty="0"/>
              <a:t>Year</a:t>
            </a:r>
          </a:p>
        </p:txBody>
      </p:sp>
      <p:sp>
        <p:nvSpPr>
          <p:cNvPr id="24" name="Picture Placeholder 2">
            <a:extLst>
              <a:ext uri="{FF2B5EF4-FFF2-40B4-BE49-F238E27FC236}">
                <a16:creationId xmlns:a16="http://schemas.microsoft.com/office/drawing/2014/main" id="{549A52FF-8F33-D50C-49C1-0A55140F3322}"/>
              </a:ext>
            </a:extLst>
          </p:cNvPr>
          <p:cNvSpPr>
            <a:spLocks noGrp="1"/>
          </p:cNvSpPr>
          <p:nvPr>
            <p:ph type="pic" sz="quarter" idx="36"/>
          </p:nvPr>
        </p:nvSpPr>
        <p:spPr>
          <a:xfrm>
            <a:off x="15163793" y="8828853"/>
            <a:ext cx="6172214" cy="4209393"/>
          </a:xfrm>
          <a:prstGeom prst="rect">
            <a:avLst/>
          </a:prstGeom>
          <a:solidFill>
            <a:schemeClr val="bg2"/>
          </a:solidFill>
          <a:ln w="9525">
            <a:solidFill>
              <a:schemeClr val="accent5"/>
            </a:solidFill>
          </a:ln>
        </p:spPr>
        <p:txBody>
          <a:bodyPr tIns="2194560" anchor="ctr"/>
          <a:lstStyle>
            <a:lvl1pPr marL="0" indent="0" algn="ctr">
              <a:buFontTx/>
              <a:buNone/>
              <a:defRPr sz="4000">
                <a:solidFill>
                  <a:schemeClr val="bg2">
                    <a:lumMod val="50000"/>
                  </a:schemeClr>
                </a:solidFill>
                <a:latin typeface="NVIDIA Sans" panose="020B0503020203020204" pitchFamily="34" charset="0"/>
              </a:defRPr>
            </a:lvl1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25" name="Text Placeholder 7">
            <a:extLst>
              <a:ext uri="{FF2B5EF4-FFF2-40B4-BE49-F238E27FC236}">
                <a16:creationId xmlns:a16="http://schemas.microsoft.com/office/drawing/2014/main" id="{C5D8802B-FD04-DC3F-D5E6-9A1D927089AB}"/>
              </a:ext>
            </a:extLst>
          </p:cNvPr>
          <p:cNvSpPr>
            <a:spLocks noGrp="1"/>
          </p:cNvSpPr>
          <p:nvPr>
            <p:ph type="body" sz="quarter" idx="37" hasCustomPrompt="1"/>
          </p:nvPr>
        </p:nvSpPr>
        <p:spPr>
          <a:xfrm>
            <a:off x="15163794" y="7235683"/>
            <a:ext cx="6172213" cy="795528"/>
          </a:xfrm>
          <a:prstGeom prst="rect">
            <a:avLst/>
          </a:prstGeom>
        </p:spPr>
        <p:txBody>
          <a:bodyPr anchor="b"/>
          <a:lstStyle>
            <a:lvl1pPr marL="0" indent="0" algn="ctr">
              <a:spcBef>
                <a:spcPts val="1200"/>
              </a:spcBef>
              <a:buFontTx/>
              <a:buNone/>
              <a:defRPr sz="4000" b="0" cap="none" baseline="0">
                <a:solidFill>
                  <a:schemeClr val="bg1"/>
                </a:solidFill>
                <a:latin typeface="+mj-lt"/>
                <a:cs typeface="NVIDIA Sans" panose="020B0503020203020204" pitchFamily="34" charset="0"/>
              </a:defRPr>
            </a:lvl1pPr>
            <a:lvl2pPr marL="2562790" indent="0">
              <a:buFontTx/>
              <a:buNone/>
              <a:defRPr sz="4000" b="1">
                <a:solidFill>
                  <a:schemeClr val="tx1"/>
                </a:solidFill>
                <a:latin typeface="NVIDIA Sans" panose="020B0503020203020204" pitchFamily="34" charset="0"/>
              </a:defRPr>
            </a:lvl2pPr>
            <a:lvl3pPr marL="4883584" indent="0">
              <a:buFontTx/>
              <a:buNone/>
              <a:defRPr sz="4000" b="1">
                <a:solidFill>
                  <a:schemeClr val="tx1"/>
                </a:solidFill>
                <a:latin typeface="NVIDIA Sans" panose="020B0503020203020204" pitchFamily="34" charset="0"/>
              </a:defRPr>
            </a:lvl3pPr>
            <a:lvl4pPr marL="6933729" indent="0">
              <a:buFontTx/>
              <a:buNone/>
              <a:defRPr sz="4000" b="1">
                <a:solidFill>
                  <a:schemeClr val="tx1"/>
                </a:solidFill>
                <a:latin typeface="NVIDIA Sans" panose="020B0503020203020204" pitchFamily="34" charset="0"/>
              </a:defRPr>
            </a:lvl4pPr>
            <a:lvl5pPr marL="8471409" indent="0">
              <a:buFontTx/>
              <a:buNone/>
              <a:defRPr sz="4000" b="1">
                <a:solidFill>
                  <a:schemeClr val="tx1"/>
                </a:solidFill>
                <a:latin typeface="NVIDIA Sans" panose="020B0503020203020204" pitchFamily="34" charset="0"/>
              </a:defRPr>
            </a:lvl5pPr>
          </a:lstStyle>
          <a:p>
            <a:pPr lvl="0"/>
            <a:r>
              <a:rPr lang="en-US" dirty="0"/>
              <a:t>Click To Add Title</a:t>
            </a:r>
          </a:p>
        </p:txBody>
      </p:sp>
      <p:sp>
        <p:nvSpPr>
          <p:cNvPr id="26" name="Text Placeholder 7">
            <a:extLst>
              <a:ext uri="{FF2B5EF4-FFF2-40B4-BE49-F238E27FC236}">
                <a16:creationId xmlns:a16="http://schemas.microsoft.com/office/drawing/2014/main" id="{A4956259-B8C8-1248-4F09-69EFFCCA6C29}"/>
              </a:ext>
            </a:extLst>
          </p:cNvPr>
          <p:cNvSpPr>
            <a:spLocks noGrp="1"/>
          </p:cNvSpPr>
          <p:nvPr>
            <p:ph type="body" sz="quarter" idx="38" hasCustomPrompt="1"/>
          </p:nvPr>
        </p:nvSpPr>
        <p:spPr>
          <a:xfrm>
            <a:off x="15163793" y="7947588"/>
            <a:ext cx="6172214" cy="679755"/>
          </a:xfrm>
          <a:prstGeom prst="rect">
            <a:avLst/>
          </a:prstGeom>
        </p:spPr>
        <p:txBody>
          <a:bodyPr/>
          <a:lstStyle>
            <a:lvl1pPr marL="0" indent="0" algn="ctr">
              <a:spcBef>
                <a:spcPts val="600"/>
              </a:spcBef>
              <a:buFontTx/>
              <a:buNone/>
              <a:defRPr sz="2800" b="0">
                <a:solidFill>
                  <a:schemeClr val="bg1"/>
                </a:solidFill>
                <a:latin typeface="NVIDIA Sans" panose="020B0503020203020204" pitchFamily="34" charset="0"/>
                <a:cs typeface="NVIDIA Sans" panose="020B0503020203020204" pitchFamily="34" charset="0"/>
              </a:defRPr>
            </a:lvl1pPr>
            <a:lvl2pPr marL="2562790" indent="0">
              <a:buFontTx/>
              <a:buNone/>
              <a:defRPr sz="4000" b="1">
                <a:solidFill>
                  <a:schemeClr val="tx1"/>
                </a:solidFill>
                <a:latin typeface="NVIDIA Sans" panose="020B0503020203020204" pitchFamily="34" charset="0"/>
              </a:defRPr>
            </a:lvl2pPr>
            <a:lvl3pPr marL="4883584" indent="0">
              <a:buFontTx/>
              <a:buNone/>
              <a:defRPr sz="4000" b="1">
                <a:solidFill>
                  <a:schemeClr val="tx1"/>
                </a:solidFill>
                <a:latin typeface="NVIDIA Sans" panose="020B0503020203020204" pitchFamily="34" charset="0"/>
              </a:defRPr>
            </a:lvl3pPr>
            <a:lvl4pPr marL="6933729" indent="0">
              <a:buFontTx/>
              <a:buNone/>
              <a:defRPr sz="4000" b="1">
                <a:solidFill>
                  <a:schemeClr val="tx1"/>
                </a:solidFill>
                <a:latin typeface="NVIDIA Sans" panose="020B0503020203020204" pitchFamily="34" charset="0"/>
              </a:defRPr>
            </a:lvl4pPr>
            <a:lvl5pPr marL="8471409" indent="0">
              <a:buFontTx/>
              <a:buNone/>
              <a:defRPr sz="4000" b="1">
                <a:solidFill>
                  <a:schemeClr val="tx1"/>
                </a:solidFill>
                <a:latin typeface="NVIDIA Sans" panose="020B0503020203020204" pitchFamily="34" charset="0"/>
              </a:defRPr>
            </a:lvl5pPr>
          </a:lstStyle>
          <a:p>
            <a:pPr lvl="0"/>
            <a:r>
              <a:rPr lang="en-US" dirty="0"/>
              <a:t>Click to add subtitle</a:t>
            </a:r>
          </a:p>
        </p:txBody>
      </p:sp>
      <p:sp>
        <p:nvSpPr>
          <p:cNvPr id="27" name="Text Placeholder 7">
            <a:extLst>
              <a:ext uri="{FF2B5EF4-FFF2-40B4-BE49-F238E27FC236}">
                <a16:creationId xmlns:a16="http://schemas.microsoft.com/office/drawing/2014/main" id="{3A510AB1-7D48-519B-BE8D-994DD848CCC0}"/>
              </a:ext>
            </a:extLst>
          </p:cNvPr>
          <p:cNvSpPr>
            <a:spLocks noGrp="1"/>
          </p:cNvSpPr>
          <p:nvPr>
            <p:ph type="body" sz="quarter" idx="39" hasCustomPrompt="1"/>
          </p:nvPr>
        </p:nvSpPr>
        <p:spPr>
          <a:xfrm>
            <a:off x="15163794" y="6492954"/>
            <a:ext cx="6172213" cy="795528"/>
          </a:xfrm>
          <a:prstGeom prst="rect">
            <a:avLst/>
          </a:prstGeom>
        </p:spPr>
        <p:txBody>
          <a:bodyPr anchor="b"/>
          <a:lstStyle>
            <a:lvl1pPr marL="0" indent="0" algn="ctr">
              <a:spcBef>
                <a:spcPts val="1200"/>
              </a:spcBef>
              <a:buFontTx/>
              <a:buNone/>
              <a:defRPr sz="7200" b="0" cap="none" baseline="0">
                <a:solidFill>
                  <a:schemeClr val="bg1"/>
                </a:solidFill>
                <a:latin typeface="NVIDIA Sans Light" panose="020B0303020203020204" pitchFamily="34" charset="0"/>
                <a:cs typeface="NVIDIA Sans Light" panose="020B0303020203020204" pitchFamily="34" charset="0"/>
              </a:defRPr>
            </a:lvl1pPr>
            <a:lvl2pPr marL="2562790" indent="0">
              <a:buFontTx/>
              <a:buNone/>
              <a:defRPr sz="4000" b="1">
                <a:solidFill>
                  <a:schemeClr val="tx1"/>
                </a:solidFill>
                <a:latin typeface="NVIDIA Sans" panose="020B0503020203020204" pitchFamily="34" charset="0"/>
              </a:defRPr>
            </a:lvl2pPr>
            <a:lvl3pPr marL="4883584" indent="0">
              <a:buFontTx/>
              <a:buNone/>
              <a:defRPr sz="4000" b="1">
                <a:solidFill>
                  <a:schemeClr val="tx1"/>
                </a:solidFill>
                <a:latin typeface="NVIDIA Sans" panose="020B0503020203020204" pitchFamily="34" charset="0"/>
              </a:defRPr>
            </a:lvl3pPr>
            <a:lvl4pPr marL="6933729" indent="0">
              <a:buFontTx/>
              <a:buNone/>
              <a:defRPr sz="4000" b="1">
                <a:solidFill>
                  <a:schemeClr val="tx1"/>
                </a:solidFill>
                <a:latin typeface="NVIDIA Sans" panose="020B0503020203020204" pitchFamily="34" charset="0"/>
              </a:defRPr>
            </a:lvl4pPr>
            <a:lvl5pPr marL="8471409" indent="0">
              <a:buFontTx/>
              <a:buNone/>
              <a:defRPr sz="4000" b="1">
                <a:solidFill>
                  <a:schemeClr val="tx1"/>
                </a:solidFill>
                <a:latin typeface="NVIDIA Sans" panose="020B0503020203020204" pitchFamily="34" charset="0"/>
              </a:defRPr>
            </a:lvl5pPr>
          </a:lstStyle>
          <a:p>
            <a:pPr lvl="0"/>
            <a:r>
              <a:rPr lang="en-US" dirty="0"/>
              <a:t>Year</a:t>
            </a:r>
          </a:p>
        </p:txBody>
      </p:sp>
      <p:sp>
        <p:nvSpPr>
          <p:cNvPr id="28" name="Picture Placeholder 2">
            <a:extLst>
              <a:ext uri="{FF2B5EF4-FFF2-40B4-BE49-F238E27FC236}">
                <a16:creationId xmlns:a16="http://schemas.microsoft.com/office/drawing/2014/main" id="{0F3F011E-890F-E527-A5CB-421C1CE541C0}"/>
              </a:ext>
            </a:extLst>
          </p:cNvPr>
          <p:cNvSpPr>
            <a:spLocks noGrp="1"/>
          </p:cNvSpPr>
          <p:nvPr>
            <p:ph type="pic" sz="quarter" idx="40"/>
          </p:nvPr>
        </p:nvSpPr>
        <p:spPr>
          <a:xfrm>
            <a:off x="22212297" y="12016056"/>
            <a:ext cx="6172214" cy="4209393"/>
          </a:xfrm>
          <a:prstGeom prst="rect">
            <a:avLst/>
          </a:prstGeom>
          <a:solidFill>
            <a:schemeClr val="bg2"/>
          </a:solidFill>
          <a:ln w="9525">
            <a:solidFill>
              <a:schemeClr val="accent5"/>
            </a:solidFill>
          </a:ln>
        </p:spPr>
        <p:txBody>
          <a:bodyPr tIns="2194560" anchor="ctr"/>
          <a:lstStyle>
            <a:lvl1pPr marL="0" indent="0" algn="ctr">
              <a:buFontTx/>
              <a:buNone/>
              <a:defRPr sz="4000">
                <a:solidFill>
                  <a:schemeClr val="bg2">
                    <a:lumMod val="50000"/>
                  </a:schemeClr>
                </a:solidFill>
                <a:latin typeface="NVIDIA Sans" panose="020B0503020203020204" pitchFamily="34" charset="0"/>
              </a:defRPr>
            </a:lvl1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29" name="Text Placeholder 7">
            <a:extLst>
              <a:ext uri="{FF2B5EF4-FFF2-40B4-BE49-F238E27FC236}">
                <a16:creationId xmlns:a16="http://schemas.microsoft.com/office/drawing/2014/main" id="{D1CAB8F0-0055-E057-4C4A-7B3C6F7B9416}"/>
              </a:ext>
            </a:extLst>
          </p:cNvPr>
          <p:cNvSpPr>
            <a:spLocks noGrp="1"/>
          </p:cNvSpPr>
          <p:nvPr>
            <p:ph type="body" sz="quarter" idx="41" hasCustomPrompt="1"/>
          </p:nvPr>
        </p:nvSpPr>
        <p:spPr>
          <a:xfrm>
            <a:off x="22212298" y="10422886"/>
            <a:ext cx="6172213" cy="795528"/>
          </a:xfrm>
          <a:prstGeom prst="rect">
            <a:avLst/>
          </a:prstGeom>
        </p:spPr>
        <p:txBody>
          <a:bodyPr anchor="b"/>
          <a:lstStyle>
            <a:lvl1pPr marL="0" indent="0" algn="ctr">
              <a:spcBef>
                <a:spcPts val="1200"/>
              </a:spcBef>
              <a:buFontTx/>
              <a:buNone/>
              <a:defRPr sz="4000" b="0" cap="none" baseline="0">
                <a:solidFill>
                  <a:schemeClr val="bg1"/>
                </a:solidFill>
                <a:latin typeface="+mj-lt"/>
                <a:cs typeface="NVIDIA Sans" panose="020B0503020203020204" pitchFamily="34" charset="0"/>
              </a:defRPr>
            </a:lvl1pPr>
            <a:lvl2pPr marL="2562790" indent="0">
              <a:buFontTx/>
              <a:buNone/>
              <a:defRPr sz="4000" b="1">
                <a:solidFill>
                  <a:schemeClr val="tx1"/>
                </a:solidFill>
                <a:latin typeface="NVIDIA Sans" panose="020B0503020203020204" pitchFamily="34" charset="0"/>
              </a:defRPr>
            </a:lvl2pPr>
            <a:lvl3pPr marL="4883584" indent="0">
              <a:buFontTx/>
              <a:buNone/>
              <a:defRPr sz="4000" b="1">
                <a:solidFill>
                  <a:schemeClr val="tx1"/>
                </a:solidFill>
                <a:latin typeface="NVIDIA Sans" panose="020B0503020203020204" pitchFamily="34" charset="0"/>
              </a:defRPr>
            </a:lvl3pPr>
            <a:lvl4pPr marL="6933729" indent="0">
              <a:buFontTx/>
              <a:buNone/>
              <a:defRPr sz="4000" b="1">
                <a:solidFill>
                  <a:schemeClr val="tx1"/>
                </a:solidFill>
                <a:latin typeface="NVIDIA Sans" panose="020B0503020203020204" pitchFamily="34" charset="0"/>
              </a:defRPr>
            </a:lvl4pPr>
            <a:lvl5pPr marL="8471409" indent="0">
              <a:buFontTx/>
              <a:buNone/>
              <a:defRPr sz="4000" b="1">
                <a:solidFill>
                  <a:schemeClr val="tx1"/>
                </a:solidFill>
                <a:latin typeface="NVIDIA Sans" panose="020B0503020203020204" pitchFamily="34" charset="0"/>
              </a:defRPr>
            </a:lvl5pPr>
          </a:lstStyle>
          <a:p>
            <a:pPr lvl="0"/>
            <a:r>
              <a:rPr lang="en-US" dirty="0"/>
              <a:t>Click To Add Title</a:t>
            </a:r>
          </a:p>
        </p:txBody>
      </p:sp>
      <p:sp>
        <p:nvSpPr>
          <p:cNvPr id="30" name="Text Placeholder 7">
            <a:extLst>
              <a:ext uri="{FF2B5EF4-FFF2-40B4-BE49-F238E27FC236}">
                <a16:creationId xmlns:a16="http://schemas.microsoft.com/office/drawing/2014/main" id="{D8F5B73D-560B-E470-3B25-EAD525666BEB}"/>
              </a:ext>
            </a:extLst>
          </p:cNvPr>
          <p:cNvSpPr>
            <a:spLocks noGrp="1"/>
          </p:cNvSpPr>
          <p:nvPr>
            <p:ph type="body" sz="quarter" idx="42" hasCustomPrompt="1"/>
          </p:nvPr>
        </p:nvSpPr>
        <p:spPr>
          <a:xfrm>
            <a:off x="22212297" y="11134791"/>
            <a:ext cx="6172214" cy="679755"/>
          </a:xfrm>
          <a:prstGeom prst="rect">
            <a:avLst/>
          </a:prstGeom>
        </p:spPr>
        <p:txBody>
          <a:bodyPr/>
          <a:lstStyle>
            <a:lvl1pPr marL="0" indent="0" algn="ctr">
              <a:spcBef>
                <a:spcPts val="600"/>
              </a:spcBef>
              <a:buFontTx/>
              <a:buNone/>
              <a:defRPr sz="2800" b="0">
                <a:solidFill>
                  <a:schemeClr val="bg1"/>
                </a:solidFill>
                <a:latin typeface="NVIDIA Sans" panose="020B0503020203020204" pitchFamily="34" charset="0"/>
                <a:cs typeface="NVIDIA Sans" panose="020B0503020203020204" pitchFamily="34" charset="0"/>
              </a:defRPr>
            </a:lvl1pPr>
            <a:lvl2pPr marL="2562790" indent="0">
              <a:buFontTx/>
              <a:buNone/>
              <a:defRPr sz="4000" b="1">
                <a:solidFill>
                  <a:schemeClr val="tx1"/>
                </a:solidFill>
                <a:latin typeface="NVIDIA Sans" panose="020B0503020203020204" pitchFamily="34" charset="0"/>
              </a:defRPr>
            </a:lvl2pPr>
            <a:lvl3pPr marL="4883584" indent="0">
              <a:buFontTx/>
              <a:buNone/>
              <a:defRPr sz="4000" b="1">
                <a:solidFill>
                  <a:schemeClr val="tx1"/>
                </a:solidFill>
                <a:latin typeface="NVIDIA Sans" panose="020B0503020203020204" pitchFamily="34" charset="0"/>
              </a:defRPr>
            </a:lvl3pPr>
            <a:lvl4pPr marL="6933729" indent="0">
              <a:buFontTx/>
              <a:buNone/>
              <a:defRPr sz="4000" b="1">
                <a:solidFill>
                  <a:schemeClr val="tx1"/>
                </a:solidFill>
                <a:latin typeface="NVIDIA Sans" panose="020B0503020203020204" pitchFamily="34" charset="0"/>
              </a:defRPr>
            </a:lvl4pPr>
            <a:lvl5pPr marL="8471409" indent="0">
              <a:buFontTx/>
              <a:buNone/>
              <a:defRPr sz="4000" b="1">
                <a:solidFill>
                  <a:schemeClr val="tx1"/>
                </a:solidFill>
                <a:latin typeface="NVIDIA Sans" panose="020B0503020203020204" pitchFamily="34" charset="0"/>
              </a:defRPr>
            </a:lvl5pPr>
          </a:lstStyle>
          <a:p>
            <a:pPr lvl="0"/>
            <a:r>
              <a:rPr lang="en-US" dirty="0"/>
              <a:t>Click to add subtitle</a:t>
            </a:r>
          </a:p>
        </p:txBody>
      </p:sp>
      <p:sp>
        <p:nvSpPr>
          <p:cNvPr id="31" name="Text Placeholder 7">
            <a:extLst>
              <a:ext uri="{FF2B5EF4-FFF2-40B4-BE49-F238E27FC236}">
                <a16:creationId xmlns:a16="http://schemas.microsoft.com/office/drawing/2014/main" id="{1960F0BA-603E-23D9-F49B-C5B4462632DB}"/>
              </a:ext>
            </a:extLst>
          </p:cNvPr>
          <p:cNvSpPr>
            <a:spLocks noGrp="1"/>
          </p:cNvSpPr>
          <p:nvPr>
            <p:ph type="body" sz="quarter" idx="43" hasCustomPrompt="1"/>
          </p:nvPr>
        </p:nvSpPr>
        <p:spPr>
          <a:xfrm>
            <a:off x="22212298" y="9680157"/>
            <a:ext cx="6172213" cy="795528"/>
          </a:xfrm>
          <a:prstGeom prst="rect">
            <a:avLst/>
          </a:prstGeom>
        </p:spPr>
        <p:txBody>
          <a:bodyPr anchor="b"/>
          <a:lstStyle>
            <a:lvl1pPr marL="0" indent="0" algn="ctr">
              <a:spcBef>
                <a:spcPts val="1200"/>
              </a:spcBef>
              <a:buFontTx/>
              <a:buNone/>
              <a:defRPr sz="7200" b="0" cap="none" baseline="0">
                <a:solidFill>
                  <a:schemeClr val="bg1"/>
                </a:solidFill>
                <a:latin typeface="NVIDIA Sans Light" panose="020B0303020203020204" pitchFamily="34" charset="0"/>
                <a:cs typeface="NVIDIA Sans Light" panose="020B0303020203020204" pitchFamily="34" charset="0"/>
              </a:defRPr>
            </a:lvl1pPr>
            <a:lvl2pPr marL="2562790" indent="0">
              <a:buFontTx/>
              <a:buNone/>
              <a:defRPr sz="4000" b="1">
                <a:solidFill>
                  <a:schemeClr val="tx1"/>
                </a:solidFill>
                <a:latin typeface="NVIDIA Sans" panose="020B0503020203020204" pitchFamily="34" charset="0"/>
              </a:defRPr>
            </a:lvl2pPr>
            <a:lvl3pPr marL="4883584" indent="0">
              <a:buFontTx/>
              <a:buNone/>
              <a:defRPr sz="4000" b="1">
                <a:solidFill>
                  <a:schemeClr val="tx1"/>
                </a:solidFill>
                <a:latin typeface="NVIDIA Sans" panose="020B0503020203020204" pitchFamily="34" charset="0"/>
              </a:defRPr>
            </a:lvl3pPr>
            <a:lvl4pPr marL="6933729" indent="0">
              <a:buFontTx/>
              <a:buNone/>
              <a:defRPr sz="4000" b="1">
                <a:solidFill>
                  <a:schemeClr val="tx1"/>
                </a:solidFill>
                <a:latin typeface="NVIDIA Sans" panose="020B0503020203020204" pitchFamily="34" charset="0"/>
              </a:defRPr>
            </a:lvl4pPr>
            <a:lvl5pPr marL="8471409" indent="0">
              <a:buFontTx/>
              <a:buNone/>
              <a:defRPr sz="4000" b="1">
                <a:solidFill>
                  <a:schemeClr val="tx1"/>
                </a:solidFill>
                <a:latin typeface="NVIDIA Sans" panose="020B0503020203020204" pitchFamily="34" charset="0"/>
              </a:defRPr>
            </a:lvl5pPr>
          </a:lstStyle>
          <a:p>
            <a:pPr lvl="0"/>
            <a:r>
              <a:rPr lang="en-US" dirty="0"/>
              <a:t>Year</a:t>
            </a:r>
          </a:p>
        </p:txBody>
      </p:sp>
      <p:sp>
        <p:nvSpPr>
          <p:cNvPr id="32" name="Picture Placeholder 2">
            <a:extLst>
              <a:ext uri="{FF2B5EF4-FFF2-40B4-BE49-F238E27FC236}">
                <a16:creationId xmlns:a16="http://schemas.microsoft.com/office/drawing/2014/main" id="{BBA2ABA5-D670-2BB6-7840-47F6198C0D4D}"/>
              </a:ext>
            </a:extLst>
          </p:cNvPr>
          <p:cNvSpPr>
            <a:spLocks noGrp="1"/>
          </p:cNvSpPr>
          <p:nvPr>
            <p:ph type="pic" sz="quarter" idx="44"/>
          </p:nvPr>
        </p:nvSpPr>
        <p:spPr>
          <a:xfrm>
            <a:off x="29298902" y="8828853"/>
            <a:ext cx="6172214" cy="4209393"/>
          </a:xfrm>
          <a:prstGeom prst="rect">
            <a:avLst/>
          </a:prstGeom>
          <a:solidFill>
            <a:schemeClr val="bg2"/>
          </a:solidFill>
          <a:ln w="9525">
            <a:solidFill>
              <a:schemeClr val="accent5"/>
            </a:solidFill>
          </a:ln>
        </p:spPr>
        <p:txBody>
          <a:bodyPr tIns="2194560" anchor="ctr"/>
          <a:lstStyle>
            <a:lvl1pPr marL="0" indent="0" algn="ctr">
              <a:buFontTx/>
              <a:buNone/>
              <a:defRPr sz="4000">
                <a:solidFill>
                  <a:schemeClr val="bg2">
                    <a:lumMod val="50000"/>
                  </a:schemeClr>
                </a:solidFill>
                <a:latin typeface="NVIDIA Sans" panose="020B0503020203020204" pitchFamily="34" charset="0"/>
              </a:defRPr>
            </a:lvl1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33" name="Text Placeholder 7">
            <a:extLst>
              <a:ext uri="{FF2B5EF4-FFF2-40B4-BE49-F238E27FC236}">
                <a16:creationId xmlns:a16="http://schemas.microsoft.com/office/drawing/2014/main" id="{CBEE0231-5854-76AF-A0C6-70879C2EA774}"/>
              </a:ext>
            </a:extLst>
          </p:cNvPr>
          <p:cNvSpPr>
            <a:spLocks noGrp="1"/>
          </p:cNvSpPr>
          <p:nvPr>
            <p:ph type="body" sz="quarter" idx="45" hasCustomPrompt="1"/>
          </p:nvPr>
        </p:nvSpPr>
        <p:spPr>
          <a:xfrm>
            <a:off x="29298903" y="7235683"/>
            <a:ext cx="6172213" cy="795528"/>
          </a:xfrm>
          <a:prstGeom prst="rect">
            <a:avLst/>
          </a:prstGeom>
        </p:spPr>
        <p:txBody>
          <a:bodyPr anchor="b"/>
          <a:lstStyle>
            <a:lvl1pPr marL="0" indent="0" algn="ctr">
              <a:spcBef>
                <a:spcPts val="1200"/>
              </a:spcBef>
              <a:buFontTx/>
              <a:buNone/>
              <a:defRPr sz="4000" b="0" cap="none" baseline="0">
                <a:solidFill>
                  <a:schemeClr val="bg1"/>
                </a:solidFill>
                <a:latin typeface="+mj-lt"/>
                <a:cs typeface="NVIDIA Sans" panose="020B0503020203020204" pitchFamily="34" charset="0"/>
              </a:defRPr>
            </a:lvl1pPr>
            <a:lvl2pPr marL="2562790" indent="0">
              <a:buFontTx/>
              <a:buNone/>
              <a:defRPr sz="4000" b="1">
                <a:solidFill>
                  <a:schemeClr val="tx1"/>
                </a:solidFill>
                <a:latin typeface="NVIDIA Sans" panose="020B0503020203020204" pitchFamily="34" charset="0"/>
              </a:defRPr>
            </a:lvl2pPr>
            <a:lvl3pPr marL="4883584" indent="0">
              <a:buFontTx/>
              <a:buNone/>
              <a:defRPr sz="4000" b="1">
                <a:solidFill>
                  <a:schemeClr val="tx1"/>
                </a:solidFill>
                <a:latin typeface="NVIDIA Sans" panose="020B0503020203020204" pitchFamily="34" charset="0"/>
              </a:defRPr>
            </a:lvl3pPr>
            <a:lvl4pPr marL="6933729" indent="0">
              <a:buFontTx/>
              <a:buNone/>
              <a:defRPr sz="4000" b="1">
                <a:solidFill>
                  <a:schemeClr val="tx1"/>
                </a:solidFill>
                <a:latin typeface="NVIDIA Sans" panose="020B0503020203020204" pitchFamily="34" charset="0"/>
              </a:defRPr>
            </a:lvl4pPr>
            <a:lvl5pPr marL="8471409" indent="0">
              <a:buFontTx/>
              <a:buNone/>
              <a:defRPr sz="4000" b="1">
                <a:solidFill>
                  <a:schemeClr val="tx1"/>
                </a:solidFill>
                <a:latin typeface="NVIDIA Sans" panose="020B0503020203020204" pitchFamily="34" charset="0"/>
              </a:defRPr>
            </a:lvl5pPr>
          </a:lstStyle>
          <a:p>
            <a:pPr lvl="0"/>
            <a:r>
              <a:rPr lang="en-US" dirty="0"/>
              <a:t>Click To Add Title</a:t>
            </a:r>
          </a:p>
        </p:txBody>
      </p:sp>
      <p:sp>
        <p:nvSpPr>
          <p:cNvPr id="34" name="Text Placeholder 7">
            <a:extLst>
              <a:ext uri="{FF2B5EF4-FFF2-40B4-BE49-F238E27FC236}">
                <a16:creationId xmlns:a16="http://schemas.microsoft.com/office/drawing/2014/main" id="{0376ABB2-52CB-85AB-C186-532F75164A98}"/>
              </a:ext>
            </a:extLst>
          </p:cNvPr>
          <p:cNvSpPr>
            <a:spLocks noGrp="1"/>
          </p:cNvSpPr>
          <p:nvPr>
            <p:ph type="body" sz="quarter" idx="46" hasCustomPrompt="1"/>
          </p:nvPr>
        </p:nvSpPr>
        <p:spPr>
          <a:xfrm>
            <a:off x="29298902" y="7947588"/>
            <a:ext cx="6172214" cy="679755"/>
          </a:xfrm>
          <a:prstGeom prst="rect">
            <a:avLst/>
          </a:prstGeom>
        </p:spPr>
        <p:txBody>
          <a:bodyPr/>
          <a:lstStyle>
            <a:lvl1pPr marL="0" indent="0" algn="ctr">
              <a:spcBef>
                <a:spcPts val="600"/>
              </a:spcBef>
              <a:buFontTx/>
              <a:buNone/>
              <a:defRPr sz="2800" b="0">
                <a:solidFill>
                  <a:schemeClr val="bg1"/>
                </a:solidFill>
                <a:latin typeface="NVIDIA Sans" panose="020B0503020203020204" pitchFamily="34" charset="0"/>
                <a:cs typeface="NVIDIA Sans" panose="020B0503020203020204" pitchFamily="34" charset="0"/>
              </a:defRPr>
            </a:lvl1pPr>
            <a:lvl2pPr marL="2562790" indent="0">
              <a:buFontTx/>
              <a:buNone/>
              <a:defRPr sz="4000" b="1">
                <a:solidFill>
                  <a:schemeClr val="tx1"/>
                </a:solidFill>
                <a:latin typeface="NVIDIA Sans" panose="020B0503020203020204" pitchFamily="34" charset="0"/>
              </a:defRPr>
            </a:lvl2pPr>
            <a:lvl3pPr marL="4883584" indent="0">
              <a:buFontTx/>
              <a:buNone/>
              <a:defRPr sz="4000" b="1">
                <a:solidFill>
                  <a:schemeClr val="tx1"/>
                </a:solidFill>
                <a:latin typeface="NVIDIA Sans" panose="020B0503020203020204" pitchFamily="34" charset="0"/>
              </a:defRPr>
            </a:lvl3pPr>
            <a:lvl4pPr marL="6933729" indent="0">
              <a:buFontTx/>
              <a:buNone/>
              <a:defRPr sz="4000" b="1">
                <a:solidFill>
                  <a:schemeClr val="tx1"/>
                </a:solidFill>
                <a:latin typeface="NVIDIA Sans" panose="020B0503020203020204" pitchFamily="34" charset="0"/>
              </a:defRPr>
            </a:lvl4pPr>
            <a:lvl5pPr marL="8471409" indent="0">
              <a:buFontTx/>
              <a:buNone/>
              <a:defRPr sz="4000" b="1">
                <a:solidFill>
                  <a:schemeClr val="tx1"/>
                </a:solidFill>
                <a:latin typeface="NVIDIA Sans" panose="020B0503020203020204" pitchFamily="34" charset="0"/>
              </a:defRPr>
            </a:lvl5pPr>
          </a:lstStyle>
          <a:p>
            <a:pPr lvl="0"/>
            <a:r>
              <a:rPr lang="en-US" dirty="0"/>
              <a:t>Click to add subtitle</a:t>
            </a:r>
          </a:p>
        </p:txBody>
      </p:sp>
      <p:sp>
        <p:nvSpPr>
          <p:cNvPr id="35" name="Text Placeholder 7">
            <a:extLst>
              <a:ext uri="{FF2B5EF4-FFF2-40B4-BE49-F238E27FC236}">
                <a16:creationId xmlns:a16="http://schemas.microsoft.com/office/drawing/2014/main" id="{63880F57-14E0-B28C-BF79-E4DCF3B7D679}"/>
              </a:ext>
            </a:extLst>
          </p:cNvPr>
          <p:cNvSpPr>
            <a:spLocks noGrp="1"/>
          </p:cNvSpPr>
          <p:nvPr>
            <p:ph type="body" sz="quarter" idx="47" hasCustomPrompt="1"/>
          </p:nvPr>
        </p:nvSpPr>
        <p:spPr>
          <a:xfrm>
            <a:off x="29298903" y="6492954"/>
            <a:ext cx="6172213" cy="795528"/>
          </a:xfrm>
          <a:prstGeom prst="rect">
            <a:avLst/>
          </a:prstGeom>
        </p:spPr>
        <p:txBody>
          <a:bodyPr anchor="b"/>
          <a:lstStyle>
            <a:lvl1pPr marL="0" indent="0" algn="ctr">
              <a:spcBef>
                <a:spcPts val="1200"/>
              </a:spcBef>
              <a:buFontTx/>
              <a:buNone/>
              <a:defRPr sz="7200" b="0" cap="none" baseline="0">
                <a:solidFill>
                  <a:schemeClr val="bg1"/>
                </a:solidFill>
                <a:latin typeface="NVIDIA Sans Light" panose="020B0303020203020204" pitchFamily="34" charset="0"/>
                <a:cs typeface="NVIDIA Sans Light" panose="020B0303020203020204" pitchFamily="34" charset="0"/>
              </a:defRPr>
            </a:lvl1pPr>
            <a:lvl2pPr marL="2562790" indent="0">
              <a:buFontTx/>
              <a:buNone/>
              <a:defRPr sz="4000" b="1">
                <a:solidFill>
                  <a:schemeClr val="tx1"/>
                </a:solidFill>
                <a:latin typeface="NVIDIA Sans" panose="020B0503020203020204" pitchFamily="34" charset="0"/>
              </a:defRPr>
            </a:lvl2pPr>
            <a:lvl3pPr marL="4883584" indent="0">
              <a:buFontTx/>
              <a:buNone/>
              <a:defRPr sz="4000" b="1">
                <a:solidFill>
                  <a:schemeClr val="tx1"/>
                </a:solidFill>
                <a:latin typeface="NVIDIA Sans" panose="020B0503020203020204" pitchFamily="34" charset="0"/>
              </a:defRPr>
            </a:lvl3pPr>
            <a:lvl4pPr marL="6933729" indent="0">
              <a:buFontTx/>
              <a:buNone/>
              <a:defRPr sz="4000" b="1">
                <a:solidFill>
                  <a:schemeClr val="tx1"/>
                </a:solidFill>
                <a:latin typeface="NVIDIA Sans" panose="020B0503020203020204" pitchFamily="34" charset="0"/>
              </a:defRPr>
            </a:lvl4pPr>
            <a:lvl5pPr marL="8471409" indent="0">
              <a:buFontTx/>
              <a:buNone/>
              <a:defRPr sz="4000" b="1">
                <a:solidFill>
                  <a:schemeClr val="tx1"/>
                </a:solidFill>
                <a:latin typeface="NVIDIA Sans" panose="020B0503020203020204" pitchFamily="34" charset="0"/>
              </a:defRPr>
            </a:lvl5pPr>
          </a:lstStyle>
          <a:p>
            <a:pPr lvl="0"/>
            <a:r>
              <a:rPr lang="en-US" dirty="0"/>
              <a:t>Year</a:t>
            </a:r>
          </a:p>
        </p:txBody>
      </p:sp>
    </p:spTree>
    <p:extLst>
      <p:ext uri="{BB962C8B-B14F-4D97-AF65-F5344CB8AC3E}">
        <p14:creationId xmlns:p14="http://schemas.microsoft.com/office/powerpoint/2010/main" val="589048930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10"/>
    </mc:Choice>
    <mc:Fallback xmlns:a16="http://schemas.microsoft.com/office/drawing/2014/main" xmlns:a14="http://schemas.microsoft.com/office/drawing/2010/main" xmlns="">
      <p:transition/>
    </mc:Fallback>
  </mc:AlternateContent>
</p:sldLayout>
</file>

<file path=ppt/slideLayouts/slideLayout3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Quote - LONG Layou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" name="Picture 5" descr="A green and white background&#10;&#10;Description automatically generated">
            <a:extLst>
              <a:ext uri="{FF2B5EF4-FFF2-40B4-BE49-F238E27FC236}">
                <a16:creationId xmlns:a16="http://schemas.microsoft.com/office/drawing/2014/main" id="{3BFE9B15-7828-3FC3-BCF0-23F89A1309F2}"/>
              </a:ext>
            </a:extLst>
          </p:cNvPr>
          <p:cNvPicPr>
            <a:picLocks noChangeAspect="1"/>
          </p:cNvPicPr>
          <p:nvPr userDrawn="1"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-1" y="0"/>
            <a:ext cx="36576003" cy="20574001"/>
          </a:xfrm>
          <a:prstGeom prst="rect">
            <a:avLst/>
          </a:prstGeom>
        </p:spPr>
      </p:pic>
      <p:sp>
        <p:nvSpPr>
          <p:cNvPr id="5" name="Rectangle 4">
            <a:extLst>
              <a:ext uri="{FF2B5EF4-FFF2-40B4-BE49-F238E27FC236}">
                <a16:creationId xmlns:a16="http://schemas.microsoft.com/office/drawing/2014/main" id="{CD79F16E-B355-8896-6563-603510529C31}"/>
              </a:ext>
            </a:extLst>
          </p:cNvPr>
          <p:cNvSpPr/>
          <p:nvPr userDrawn="1"/>
        </p:nvSpPr>
        <p:spPr>
          <a:xfrm>
            <a:off x="0" y="4143768"/>
            <a:ext cx="36576000" cy="2151778"/>
          </a:xfrm>
          <a:prstGeom prst="rect">
            <a:avLst/>
          </a:prstGeom>
          <a:gradFill>
            <a:gsLst>
              <a:gs pos="0">
                <a:schemeClr val="tx1">
                  <a:alpha val="0"/>
                </a:schemeClr>
              </a:gs>
              <a:gs pos="100000">
                <a:schemeClr val="tx1"/>
              </a:gs>
            </a:gsLst>
            <a:lin ang="5400000" scaled="1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lnSpc>
                <a:spcPct val="90000"/>
              </a:lnSpc>
            </a:pPr>
            <a:endParaRPr lang="en-US" sz="4000" dirty="0" err="1">
              <a:solidFill>
                <a:schemeClr val="tx1"/>
              </a:solidFill>
              <a:latin typeface="NVIDIA Sans" panose="020B0503020203020204" pitchFamily="34" charset="0"/>
            </a:endParaRPr>
          </a:p>
        </p:txBody>
      </p:sp>
      <p:sp>
        <p:nvSpPr>
          <p:cNvPr id="20" name="Rectangle 19">
            <a:extLst>
              <a:ext uri="{FF2B5EF4-FFF2-40B4-BE49-F238E27FC236}">
                <a16:creationId xmlns:a16="http://schemas.microsoft.com/office/drawing/2014/main" id="{EC5A15EA-E928-94AA-543D-8EA2FF0183F9}"/>
              </a:ext>
            </a:extLst>
          </p:cNvPr>
          <p:cNvSpPr/>
          <p:nvPr userDrawn="1"/>
        </p:nvSpPr>
        <p:spPr>
          <a:xfrm flipV="1">
            <a:off x="0" y="15269900"/>
            <a:ext cx="36576000" cy="4218249"/>
          </a:xfrm>
          <a:prstGeom prst="rect">
            <a:avLst/>
          </a:prstGeom>
          <a:gradFill>
            <a:gsLst>
              <a:gs pos="0">
                <a:schemeClr val="tx1">
                  <a:alpha val="0"/>
                </a:schemeClr>
              </a:gs>
              <a:gs pos="100000">
                <a:schemeClr val="tx1"/>
              </a:gs>
            </a:gsLst>
            <a:lin ang="5400000" scaled="1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lnSpc>
                <a:spcPct val="90000"/>
              </a:lnSpc>
            </a:pPr>
            <a:endParaRPr lang="en-US" sz="4000" dirty="0" err="1">
              <a:solidFill>
                <a:schemeClr val="tx1"/>
              </a:solidFill>
              <a:latin typeface="NVIDIA Sans" panose="020B0503020203020204" pitchFamily="34" charset="0"/>
            </a:endParaRPr>
          </a:p>
        </p:txBody>
      </p:sp>
      <p:sp>
        <p:nvSpPr>
          <p:cNvPr id="9" name="Rectangle 8">
            <a:extLst>
              <a:ext uri="{FF2B5EF4-FFF2-40B4-BE49-F238E27FC236}">
                <a16:creationId xmlns:a16="http://schemas.microsoft.com/office/drawing/2014/main" id="{83F43A3E-D43D-124C-0C49-E1D720395FC6}"/>
              </a:ext>
            </a:extLst>
          </p:cNvPr>
          <p:cNvSpPr/>
          <p:nvPr userDrawn="1"/>
        </p:nvSpPr>
        <p:spPr>
          <a:xfrm>
            <a:off x="0" y="1068230"/>
            <a:ext cx="36576000" cy="4218249"/>
          </a:xfrm>
          <a:prstGeom prst="rect">
            <a:avLst/>
          </a:prstGeom>
          <a:gradFill>
            <a:gsLst>
              <a:gs pos="0">
                <a:schemeClr val="tx1">
                  <a:alpha val="0"/>
                </a:schemeClr>
              </a:gs>
              <a:gs pos="100000">
                <a:schemeClr val="tx1"/>
              </a:gs>
            </a:gsLst>
            <a:lin ang="5400000" scaled="1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lnSpc>
                <a:spcPct val="90000"/>
              </a:lnSpc>
            </a:pPr>
            <a:endParaRPr lang="en-US" sz="4000" dirty="0" err="1">
              <a:solidFill>
                <a:schemeClr val="tx1"/>
              </a:solidFill>
              <a:latin typeface="NVIDIA Sans" panose="020B0503020203020204" pitchFamily="34" charset="0"/>
            </a:endParaRPr>
          </a:p>
        </p:txBody>
      </p:sp>
      <p:sp>
        <p:nvSpPr>
          <p:cNvPr id="7" name="Text Placeholder 4">
            <a:extLst>
              <a:ext uri="{FF2B5EF4-FFF2-40B4-BE49-F238E27FC236}">
                <a16:creationId xmlns:a16="http://schemas.microsoft.com/office/drawing/2014/main" id="{7CD9C284-B78C-1241-4B2A-F563F642D070}"/>
              </a:ext>
            </a:extLst>
          </p:cNvPr>
          <p:cNvSpPr>
            <a:spLocks noGrp="1"/>
          </p:cNvSpPr>
          <p:nvPr>
            <p:ph type="body" sz="quarter" idx="13" hasCustomPrompt="1"/>
          </p:nvPr>
        </p:nvSpPr>
        <p:spPr>
          <a:xfrm>
            <a:off x="6158753" y="13434560"/>
            <a:ext cx="24258494" cy="1043922"/>
          </a:xfrm>
          <a:prstGeom prst="rect">
            <a:avLst/>
          </a:prstGeom>
        </p:spPr>
        <p:txBody>
          <a:bodyPr/>
          <a:lstStyle>
            <a:lvl1pPr marL="0" indent="0" algn="ctr">
              <a:lnSpc>
                <a:spcPct val="90000"/>
              </a:lnSpc>
              <a:spcBef>
                <a:spcPts val="0"/>
              </a:spcBef>
              <a:buFontTx/>
              <a:buNone/>
              <a:defRPr sz="4400" i="1" cap="none" baseline="0">
                <a:solidFill>
                  <a:schemeClr val="tx2"/>
                </a:solidFill>
                <a:latin typeface="NVIDIA Sans" panose="020B0503020203020204" pitchFamily="34" charset="0"/>
                <a:cs typeface="NVIDIA Sans" panose="020B0503020203020204" pitchFamily="34" charset="0"/>
              </a:defRPr>
            </a:lvl1pPr>
            <a:lvl2pPr marL="2562793" indent="0" algn="l">
              <a:lnSpc>
                <a:spcPct val="90000"/>
              </a:lnSpc>
              <a:buFontTx/>
              <a:buNone/>
              <a:defRPr sz="7539" cap="all" baseline="0">
                <a:solidFill>
                  <a:schemeClr val="tx2"/>
                </a:solidFill>
                <a:latin typeface="NVIDIA Sans" panose="020B0503020203020204" pitchFamily="34" charset="0"/>
              </a:defRPr>
            </a:lvl2pPr>
            <a:lvl3pPr marL="4883581" indent="0" algn="l">
              <a:lnSpc>
                <a:spcPct val="90000"/>
              </a:lnSpc>
              <a:buFontTx/>
              <a:buNone/>
              <a:defRPr sz="7539" cap="all" baseline="0">
                <a:solidFill>
                  <a:schemeClr val="tx2"/>
                </a:solidFill>
                <a:latin typeface="NVIDIA Sans" panose="020B0503020203020204" pitchFamily="34" charset="0"/>
              </a:defRPr>
            </a:lvl3pPr>
            <a:lvl4pPr marL="6933729" indent="0">
              <a:buNone/>
              <a:defRPr/>
            </a:lvl4pPr>
          </a:lstStyle>
          <a:p>
            <a:pPr lvl="0"/>
            <a:r>
              <a:rPr lang="en-US" dirty="0"/>
              <a:t>— Quote source</a:t>
            </a:r>
          </a:p>
        </p:txBody>
      </p:sp>
      <p:sp>
        <p:nvSpPr>
          <p:cNvPr id="8" name="Text Placeholder 4">
            <a:extLst>
              <a:ext uri="{FF2B5EF4-FFF2-40B4-BE49-F238E27FC236}">
                <a16:creationId xmlns:a16="http://schemas.microsoft.com/office/drawing/2014/main" id="{434FF7EA-90ED-54BC-F712-E8CE0FF23DFE}"/>
              </a:ext>
            </a:extLst>
          </p:cNvPr>
          <p:cNvSpPr>
            <a:spLocks noGrp="1"/>
          </p:cNvSpPr>
          <p:nvPr>
            <p:ph type="body" sz="quarter" idx="14" hasCustomPrompt="1"/>
          </p:nvPr>
        </p:nvSpPr>
        <p:spPr>
          <a:xfrm>
            <a:off x="6158754" y="5706208"/>
            <a:ext cx="24258494" cy="7307014"/>
          </a:xfrm>
          <a:prstGeom prst="rect">
            <a:avLst/>
          </a:prstGeom>
        </p:spPr>
        <p:txBody>
          <a:bodyPr anchor="ctr"/>
          <a:lstStyle>
            <a:lvl1pPr marL="0" indent="0" algn="ctr">
              <a:lnSpc>
                <a:spcPct val="90000"/>
              </a:lnSpc>
              <a:spcBef>
                <a:spcPts val="0"/>
              </a:spcBef>
              <a:buFontTx/>
              <a:buNone/>
              <a:defRPr sz="12000" cap="none" baseline="0">
                <a:solidFill>
                  <a:schemeClr val="bg1"/>
                </a:solidFill>
                <a:latin typeface="NVIDIA Sans Light" panose="020B0303020203020204" pitchFamily="34" charset="0"/>
                <a:cs typeface="NVIDIA Sans Light" panose="020B0303020203020204" pitchFamily="34" charset="0"/>
              </a:defRPr>
            </a:lvl1pPr>
            <a:lvl2pPr marL="2562793" indent="0" algn="l">
              <a:lnSpc>
                <a:spcPct val="90000"/>
              </a:lnSpc>
              <a:buFontTx/>
              <a:buNone/>
              <a:defRPr sz="7539" cap="all" baseline="0">
                <a:solidFill>
                  <a:schemeClr val="tx2"/>
                </a:solidFill>
                <a:latin typeface="NVIDIA Sans" panose="020B0503020203020204" pitchFamily="34" charset="0"/>
              </a:defRPr>
            </a:lvl2pPr>
            <a:lvl3pPr marL="4883581" indent="0" algn="l">
              <a:lnSpc>
                <a:spcPct val="90000"/>
              </a:lnSpc>
              <a:buFontTx/>
              <a:buNone/>
              <a:defRPr sz="7539" cap="all" baseline="0">
                <a:solidFill>
                  <a:schemeClr val="tx2"/>
                </a:solidFill>
                <a:latin typeface="NVIDIA Sans" panose="020B0503020203020204" pitchFamily="34" charset="0"/>
              </a:defRPr>
            </a:lvl3pPr>
            <a:lvl4pPr marL="6933729" indent="0">
              <a:buNone/>
              <a:defRPr/>
            </a:lvl4pPr>
          </a:lstStyle>
          <a:p>
            <a:pPr lvl="0"/>
            <a:r>
              <a:rPr lang="en-US" dirty="0"/>
              <a:t>Click to add quote</a:t>
            </a:r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CD9D91CB-444B-B15F-7D27-F8959442EE8D}"/>
              </a:ext>
            </a:extLst>
          </p:cNvPr>
          <p:cNvSpPr txBox="1"/>
          <p:nvPr userDrawn="1"/>
        </p:nvSpPr>
        <p:spPr>
          <a:xfrm rot="10800000">
            <a:off x="17582278" y="12276665"/>
            <a:ext cx="1468672" cy="450892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US" sz="28700" dirty="0">
                <a:solidFill>
                  <a:schemeClr val="tx2"/>
                </a:solidFill>
                <a:latin typeface="NVIDIA Sans Light" panose="020B0303020203020204" pitchFamily="34" charset="0"/>
                <a:cs typeface="NVIDIA Sans Light" panose="020B0303020203020204" pitchFamily="34" charset="0"/>
              </a:rPr>
              <a:t>“</a:t>
            </a:r>
          </a:p>
        </p:txBody>
      </p:sp>
      <p:cxnSp>
        <p:nvCxnSpPr>
          <p:cNvPr id="13" name="Straight Connector 12">
            <a:extLst>
              <a:ext uri="{FF2B5EF4-FFF2-40B4-BE49-F238E27FC236}">
                <a16:creationId xmlns:a16="http://schemas.microsoft.com/office/drawing/2014/main" id="{0A168394-A768-2D2C-2FE6-DB4613D6BDFB}"/>
              </a:ext>
            </a:extLst>
          </p:cNvPr>
          <p:cNvCxnSpPr>
            <a:cxnSpLocks/>
          </p:cNvCxnSpPr>
          <p:nvPr userDrawn="1"/>
        </p:nvCxnSpPr>
        <p:spPr>
          <a:xfrm>
            <a:off x="6158753" y="15523509"/>
            <a:ext cx="11394911" cy="0"/>
          </a:xfrm>
          <a:prstGeom prst="line">
            <a:avLst/>
          </a:prstGeom>
          <a:ln w="31750">
            <a:solidFill>
              <a:schemeClr val="tx2">
                <a:lumMod val="7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4" name="Straight Connector 13">
            <a:extLst>
              <a:ext uri="{FF2B5EF4-FFF2-40B4-BE49-F238E27FC236}">
                <a16:creationId xmlns:a16="http://schemas.microsoft.com/office/drawing/2014/main" id="{7CF7CCAE-8B92-5A79-CBAF-C805450DD64B}"/>
              </a:ext>
            </a:extLst>
          </p:cNvPr>
          <p:cNvCxnSpPr>
            <a:cxnSpLocks/>
          </p:cNvCxnSpPr>
          <p:nvPr userDrawn="1"/>
        </p:nvCxnSpPr>
        <p:spPr>
          <a:xfrm>
            <a:off x="19022336" y="15523509"/>
            <a:ext cx="11394911" cy="0"/>
          </a:xfrm>
          <a:prstGeom prst="line">
            <a:avLst/>
          </a:prstGeom>
          <a:ln w="31750">
            <a:solidFill>
              <a:schemeClr val="tx2">
                <a:lumMod val="7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grpSp>
        <p:nvGrpSpPr>
          <p:cNvPr id="15" name="Group 14">
            <a:extLst>
              <a:ext uri="{FF2B5EF4-FFF2-40B4-BE49-F238E27FC236}">
                <a16:creationId xmlns:a16="http://schemas.microsoft.com/office/drawing/2014/main" id="{5F9A1B02-4A67-4CC9-F283-AC371711F42A}"/>
              </a:ext>
            </a:extLst>
          </p:cNvPr>
          <p:cNvGrpSpPr/>
          <p:nvPr userDrawn="1"/>
        </p:nvGrpSpPr>
        <p:grpSpPr>
          <a:xfrm>
            <a:off x="6158753" y="3796809"/>
            <a:ext cx="24258494" cy="4508927"/>
            <a:chOff x="6158753" y="6234204"/>
            <a:chExt cx="24258494" cy="4508927"/>
          </a:xfrm>
        </p:grpSpPr>
        <p:sp>
          <p:nvSpPr>
            <p:cNvPr id="16" name="TextBox 15">
              <a:extLst>
                <a:ext uri="{FF2B5EF4-FFF2-40B4-BE49-F238E27FC236}">
                  <a16:creationId xmlns:a16="http://schemas.microsoft.com/office/drawing/2014/main" id="{DA3E7C50-8DF7-896F-E1BB-D5842FE7F8E9}"/>
                </a:ext>
              </a:extLst>
            </p:cNvPr>
            <p:cNvSpPr txBox="1"/>
            <p:nvPr userDrawn="1"/>
          </p:nvSpPr>
          <p:spPr>
            <a:xfrm>
              <a:off x="17553664" y="6234204"/>
              <a:ext cx="1468672" cy="4508927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pPr algn="ctr"/>
              <a:r>
                <a:rPr lang="en-US" sz="28700" dirty="0">
                  <a:solidFill>
                    <a:schemeClr val="tx2"/>
                  </a:solidFill>
                  <a:latin typeface="NVIDIA Sans Light" panose="020B0303020203020204" pitchFamily="34" charset="0"/>
                  <a:cs typeface="NVIDIA Sans Light" panose="020B0303020203020204" pitchFamily="34" charset="0"/>
                </a:rPr>
                <a:t>“</a:t>
              </a:r>
            </a:p>
          </p:txBody>
        </p:sp>
        <p:cxnSp>
          <p:nvCxnSpPr>
            <p:cNvPr id="17" name="Straight Connector 16">
              <a:extLst>
                <a:ext uri="{FF2B5EF4-FFF2-40B4-BE49-F238E27FC236}">
                  <a16:creationId xmlns:a16="http://schemas.microsoft.com/office/drawing/2014/main" id="{0C4E42D4-651A-0018-08AF-103C03C79F4C}"/>
                </a:ext>
              </a:extLst>
            </p:cNvPr>
            <p:cNvCxnSpPr>
              <a:cxnSpLocks/>
            </p:cNvCxnSpPr>
            <p:nvPr userDrawn="1"/>
          </p:nvCxnSpPr>
          <p:spPr>
            <a:xfrm>
              <a:off x="6158753" y="7454586"/>
              <a:ext cx="11394911" cy="0"/>
            </a:xfrm>
            <a:prstGeom prst="line">
              <a:avLst/>
            </a:prstGeom>
            <a:ln w="31750">
              <a:solidFill>
                <a:schemeClr val="tx2">
                  <a:lumMod val="75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8" name="Straight Connector 17">
              <a:extLst>
                <a:ext uri="{FF2B5EF4-FFF2-40B4-BE49-F238E27FC236}">
                  <a16:creationId xmlns:a16="http://schemas.microsoft.com/office/drawing/2014/main" id="{85DE2FD7-58D2-230B-D513-D6416CD17B37}"/>
                </a:ext>
              </a:extLst>
            </p:cNvPr>
            <p:cNvCxnSpPr>
              <a:cxnSpLocks/>
            </p:cNvCxnSpPr>
            <p:nvPr userDrawn="1"/>
          </p:nvCxnSpPr>
          <p:spPr>
            <a:xfrm>
              <a:off x="19022336" y="7454586"/>
              <a:ext cx="11394911" cy="0"/>
            </a:xfrm>
            <a:prstGeom prst="line">
              <a:avLst/>
            </a:prstGeom>
            <a:ln w="31750">
              <a:solidFill>
                <a:schemeClr val="tx2">
                  <a:lumMod val="75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</p:spTree>
    <p:extLst>
      <p:ext uri="{BB962C8B-B14F-4D97-AF65-F5344CB8AC3E}">
        <p14:creationId xmlns:p14="http://schemas.microsoft.com/office/powerpoint/2010/main" val="363130377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10"/>
    </mc:Choice>
    <mc:Fallback xmlns:a16="http://schemas.microsoft.com/office/drawing/2014/main" xmlns:a14="http://schemas.microsoft.com/office/drawing/2010/main" xmlns="">
      <p:transition/>
    </mc:Fallback>
  </mc:AlternateContent>
</p:sldLayout>
</file>

<file path=ppt/slideLayouts/slideLayout3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Quote - SHORT Layou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 descr="A green and white background&#10;&#10;Description automatically generated">
            <a:extLst>
              <a:ext uri="{FF2B5EF4-FFF2-40B4-BE49-F238E27FC236}">
                <a16:creationId xmlns:a16="http://schemas.microsoft.com/office/drawing/2014/main" id="{61701B74-047D-F92D-ADA0-7BF31D83E2A9}"/>
              </a:ext>
            </a:extLst>
          </p:cNvPr>
          <p:cNvPicPr>
            <a:picLocks noChangeAspect="1"/>
          </p:cNvPicPr>
          <p:nvPr userDrawn="1"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-1" y="0"/>
            <a:ext cx="36576003" cy="20574001"/>
          </a:xfrm>
          <a:prstGeom prst="rect">
            <a:avLst/>
          </a:prstGeom>
        </p:spPr>
      </p:pic>
      <p:sp>
        <p:nvSpPr>
          <p:cNvPr id="6" name="Rectangle 5">
            <a:extLst>
              <a:ext uri="{FF2B5EF4-FFF2-40B4-BE49-F238E27FC236}">
                <a16:creationId xmlns:a16="http://schemas.microsoft.com/office/drawing/2014/main" id="{A85FB945-6B24-57D3-B359-4FC5884B9E2A}"/>
              </a:ext>
            </a:extLst>
          </p:cNvPr>
          <p:cNvSpPr/>
          <p:nvPr userDrawn="1"/>
        </p:nvSpPr>
        <p:spPr>
          <a:xfrm>
            <a:off x="0" y="4143768"/>
            <a:ext cx="36576000" cy="2151778"/>
          </a:xfrm>
          <a:prstGeom prst="rect">
            <a:avLst/>
          </a:prstGeom>
          <a:gradFill>
            <a:gsLst>
              <a:gs pos="0">
                <a:schemeClr val="tx1">
                  <a:alpha val="0"/>
                </a:schemeClr>
              </a:gs>
              <a:gs pos="100000">
                <a:schemeClr val="tx1"/>
              </a:gs>
            </a:gsLst>
            <a:lin ang="5400000" scaled="1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lnSpc>
                <a:spcPct val="90000"/>
              </a:lnSpc>
            </a:pPr>
            <a:endParaRPr lang="en-US" sz="4000" dirty="0" err="1">
              <a:solidFill>
                <a:schemeClr val="tx1"/>
              </a:solidFill>
              <a:latin typeface="NVIDIA Sans" panose="020B0503020203020204" pitchFamily="34" charset="0"/>
            </a:endParaRPr>
          </a:p>
        </p:txBody>
      </p:sp>
      <p:sp>
        <p:nvSpPr>
          <p:cNvPr id="7" name="Rectangle 6">
            <a:extLst>
              <a:ext uri="{FF2B5EF4-FFF2-40B4-BE49-F238E27FC236}">
                <a16:creationId xmlns:a16="http://schemas.microsoft.com/office/drawing/2014/main" id="{0E0A1354-6E59-B3D9-5AE9-EFF6955F88F2}"/>
              </a:ext>
            </a:extLst>
          </p:cNvPr>
          <p:cNvSpPr/>
          <p:nvPr userDrawn="1"/>
        </p:nvSpPr>
        <p:spPr>
          <a:xfrm flipV="1">
            <a:off x="0" y="15269900"/>
            <a:ext cx="36576000" cy="4218249"/>
          </a:xfrm>
          <a:prstGeom prst="rect">
            <a:avLst/>
          </a:prstGeom>
          <a:gradFill>
            <a:gsLst>
              <a:gs pos="0">
                <a:schemeClr val="tx1">
                  <a:alpha val="0"/>
                </a:schemeClr>
              </a:gs>
              <a:gs pos="100000">
                <a:schemeClr val="tx1"/>
              </a:gs>
            </a:gsLst>
            <a:lin ang="5400000" scaled="1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lnSpc>
                <a:spcPct val="90000"/>
              </a:lnSpc>
            </a:pPr>
            <a:endParaRPr lang="en-US" sz="4000" dirty="0" err="1">
              <a:solidFill>
                <a:schemeClr val="tx1"/>
              </a:solidFill>
              <a:latin typeface="NVIDIA Sans" panose="020B0503020203020204" pitchFamily="34" charset="0"/>
            </a:endParaRPr>
          </a:p>
        </p:txBody>
      </p:sp>
      <p:sp>
        <p:nvSpPr>
          <p:cNvPr id="8" name="Rectangle 7">
            <a:extLst>
              <a:ext uri="{FF2B5EF4-FFF2-40B4-BE49-F238E27FC236}">
                <a16:creationId xmlns:a16="http://schemas.microsoft.com/office/drawing/2014/main" id="{F0807B0F-0A81-6159-CB17-9A246F14A280}"/>
              </a:ext>
            </a:extLst>
          </p:cNvPr>
          <p:cNvSpPr/>
          <p:nvPr userDrawn="1"/>
        </p:nvSpPr>
        <p:spPr>
          <a:xfrm>
            <a:off x="0" y="1068230"/>
            <a:ext cx="36576000" cy="4218249"/>
          </a:xfrm>
          <a:prstGeom prst="rect">
            <a:avLst/>
          </a:prstGeom>
          <a:gradFill>
            <a:gsLst>
              <a:gs pos="0">
                <a:schemeClr val="tx1">
                  <a:alpha val="0"/>
                </a:schemeClr>
              </a:gs>
              <a:gs pos="100000">
                <a:schemeClr val="tx1"/>
              </a:gs>
            </a:gsLst>
            <a:lin ang="5400000" scaled="1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lnSpc>
                <a:spcPct val="90000"/>
              </a:lnSpc>
            </a:pPr>
            <a:endParaRPr lang="en-US" sz="4000" dirty="0" err="1">
              <a:solidFill>
                <a:schemeClr val="tx1"/>
              </a:solidFill>
              <a:latin typeface="NVIDIA Sans" panose="020B0503020203020204" pitchFamily="34" charset="0"/>
            </a:endParaRPr>
          </a:p>
        </p:txBody>
      </p:sp>
      <p:sp>
        <p:nvSpPr>
          <p:cNvPr id="5" name="Rectangle 4">
            <a:extLst>
              <a:ext uri="{FF2B5EF4-FFF2-40B4-BE49-F238E27FC236}">
                <a16:creationId xmlns:a16="http://schemas.microsoft.com/office/drawing/2014/main" id="{A4688F64-F571-BC4C-9D1B-F87497A44084}"/>
              </a:ext>
            </a:extLst>
          </p:cNvPr>
          <p:cNvSpPr/>
          <p:nvPr userDrawn="1"/>
        </p:nvSpPr>
        <p:spPr>
          <a:xfrm>
            <a:off x="0" y="4143768"/>
            <a:ext cx="36576000" cy="2151778"/>
          </a:xfrm>
          <a:prstGeom prst="rect">
            <a:avLst/>
          </a:prstGeom>
          <a:gradFill>
            <a:gsLst>
              <a:gs pos="0">
                <a:schemeClr val="tx1">
                  <a:alpha val="0"/>
                </a:schemeClr>
              </a:gs>
              <a:gs pos="100000">
                <a:schemeClr val="tx1"/>
              </a:gs>
            </a:gsLst>
            <a:lin ang="5400000" scaled="1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lnSpc>
                <a:spcPct val="90000"/>
              </a:lnSpc>
            </a:pPr>
            <a:endParaRPr lang="en-US" sz="4000" dirty="0" err="1">
              <a:solidFill>
                <a:schemeClr val="tx1"/>
              </a:solidFill>
              <a:latin typeface="NVIDIA Sans" panose="020B0503020203020204" pitchFamily="34" charset="0"/>
            </a:endParaRPr>
          </a:p>
        </p:txBody>
      </p:sp>
      <p:sp>
        <p:nvSpPr>
          <p:cNvPr id="27" name="Text Placeholder 4">
            <a:extLst>
              <a:ext uri="{FF2B5EF4-FFF2-40B4-BE49-F238E27FC236}">
                <a16:creationId xmlns:a16="http://schemas.microsoft.com/office/drawing/2014/main" id="{79BB071F-1DED-7BC0-205E-742D1CC39ADE}"/>
              </a:ext>
            </a:extLst>
          </p:cNvPr>
          <p:cNvSpPr>
            <a:spLocks noGrp="1"/>
          </p:cNvSpPr>
          <p:nvPr>
            <p:ph type="body" sz="quarter" idx="13" hasCustomPrompt="1"/>
          </p:nvPr>
        </p:nvSpPr>
        <p:spPr>
          <a:xfrm>
            <a:off x="6158753" y="11878330"/>
            <a:ext cx="24258494" cy="1043922"/>
          </a:xfrm>
          <a:prstGeom prst="rect">
            <a:avLst/>
          </a:prstGeom>
        </p:spPr>
        <p:txBody>
          <a:bodyPr/>
          <a:lstStyle>
            <a:lvl1pPr marL="0" indent="0" algn="ctr">
              <a:lnSpc>
                <a:spcPct val="90000"/>
              </a:lnSpc>
              <a:spcBef>
                <a:spcPts val="0"/>
              </a:spcBef>
              <a:buFontTx/>
              <a:buNone/>
              <a:defRPr sz="4400" i="1" cap="none" baseline="0">
                <a:solidFill>
                  <a:schemeClr val="tx2"/>
                </a:solidFill>
                <a:latin typeface="NVIDIA Sans" panose="020B0503020203020204" pitchFamily="34" charset="0"/>
                <a:cs typeface="NVIDIA Sans" panose="020B0503020203020204" pitchFamily="34" charset="0"/>
              </a:defRPr>
            </a:lvl1pPr>
            <a:lvl2pPr marL="2562793" indent="0" algn="l">
              <a:lnSpc>
                <a:spcPct val="90000"/>
              </a:lnSpc>
              <a:buFontTx/>
              <a:buNone/>
              <a:defRPr sz="7539" cap="all" baseline="0">
                <a:solidFill>
                  <a:schemeClr val="tx2"/>
                </a:solidFill>
                <a:latin typeface="NVIDIA Sans" panose="020B0503020203020204" pitchFamily="34" charset="0"/>
              </a:defRPr>
            </a:lvl2pPr>
            <a:lvl3pPr marL="4883581" indent="0" algn="l">
              <a:lnSpc>
                <a:spcPct val="90000"/>
              </a:lnSpc>
              <a:buFontTx/>
              <a:buNone/>
              <a:defRPr sz="7539" cap="all" baseline="0">
                <a:solidFill>
                  <a:schemeClr val="tx2"/>
                </a:solidFill>
                <a:latin typeface="NVIDIA Sans" panose="020B0503020203020204" pitchFamily="34" charset="0"/>
              </a:defRPr>
            </a:lvl3pPr>
            <a:lvl4pPr marL="6933729" indent="0">
              <a:buNone/>
              <a:defRPr/>
            </a:lvl4pPr>
          </a:lstStyle>
          <a:p>
            <a:pPr lvl="0"/>
            <a:r>
              <a:rPr lang="en-US" dirty="0"/>
              <a:t>— Quote source</a:t>
            </a:r>
          </a:p>
        </p:txBody>
      </p:sp>
      <p:sp>
        <p:nvSpPr>
          <p:cNvPr id="28" name="Text Placeholder 4">
            <a:extLst>
              <a:ext uri="{FF2B5EF4-FFF2-40B4-BE49-F238E27FC236}">
                <a16:creationId xmlns:a16="http://schemas.microsoft.com/office/drawing/2014/main" id="{652C8912-97F2-5FEC-2170-801AFD44E796}"/>
              </a:ext>
            </a:extLst>
          </p:cNvPr>
          <p:cNvSpPr>
            <a:spLocks noGrp="1"/>
          </p:cNvSpPr>
          <p:nvPr>
            <p:ph type="body" sz="quarter" idx="14" hasCustomPrompt="1"/>
          </p:nvPr>
        </p:nvSpPr>
        <p:spPr>
          <a:xfrm>
            <a:off x="6158754" y="7053551"/>
            <a:ext cx="24258494" cy="4403224"/>
          </a:xfrm>
          <a:prstGeom prst="rect">
            <a:avLst/>
          </a:prstGeom>
        </p:spPr>
        <p:txBody>
          <a:bodyPr anchor="ctr"/>
          <a:lstStyle>
            <a:lvl1pPr marL="0" indent="0" algn="ctr">
              <a:lnSpc>
                <a:spcPct val="90000"/>
              </a:lnSpc>
              <a:spcBef>
                <a:spcPts val="0"/>
              </a:spcBef>
              <a:buFontTx/>
              <a:buNone/>
              <a:defRPr sz="12000" cap="none" baseline="0">
                <a:solidFill>
                  <a:schemeClr val="bg1"/>
                </a:solidFill>
                <a:latin typeface="NVIDIA Sans Light" panose="020B0303020203020204" pitchFamily="34" charset="0"/>
                <a:cs typeface="NVIDIA Sans Light" panose="020B0303020203020204" pitchFamily="34" charset="0"/>
              </a:defRPr>
            </a:lvl1pPr>
            <a:lvl2pPr marL="2562793" indent="0" algn="l">
              <a:lnSpc>
                <a:spcPct val="90000"/>
              </a:lnSpc>
              <a:buFontTx/>
              <a:buNone/>
              <a:defRPr sz="7539" cap="all" baseline="0">
                <a:solidFill>
                  <a:schemeClr val="tx2"/>
                </a:solidFill>
                <a:latin typeface="NVIDIA Sans" panose="020B0503020203020204" pitchFamily="34" charset="0"/>
              </a:defRPr>
            </a:lvl2pPr>
            <a:lvl3pPr marL="4883581" indent="0" algn="l">
              <a:lnSpc>
                <a:spcPct val="90000"/>
              </a:lnSpc>
              <a:buFontTx/>
              <a:buNone/>
              <a:defRPr sz="7539" cap="all" baseline="0">
                <a:solidFill>
                  <a:schemeClr val="tx2"/>
                </a:solidFill>
                <a:latin typeface="NVIDIA Sans" panose="020B0503020203020204" pitchFamily="34" charset="0"/>
              </a:defRPr>
            </a:lvl3pPr>
            <a:lvl4pPr marL="6933729" indent="0">
              <a:buNone/>
              <a:defRPr/>
            </a:lvl4pPr>
          </a:lstStyle>
          <a:p>
            <a:pPr lvl="0"/>
            <a:r>
              <a:rPr lang="en-US" dirty="0"/>
              <a:t>Click to add quote</a:t>
            </a:r>
          </a:p>
        </p:txBody>
      </p:sp>
      <p:grpSp>
        <p:nvGrpSpPr>
          <p:cNvPr id="29" name="Group 28">
            <a:extLst>
              <a:ext uri="{FF2B5EF4-FFF2-40B4-BE49-F238E27FC236}">
                <a16:creationId xmlns:a16="http://schemas.microsoft.com/office/drawing/2014/main" id="{54182597-2C50-3A4E-9225-0ED4ED207042}"/>
              </a:ext>
            </a:extLst>
          </p:cNvPr>
          <p:cNvGrpSpPr/>
          <p:nvPr userDrawn="1"/>
        </p:nvGrpSpPr>
        <p:grpSpPr>
          <a:xfrm>
            <a:off x="6158753" y="5267062"/>
            <a:ext cx="24258494" cy="10102852"/>
            <a:chOff x="6158753" y="6264684"/>
            <a:chExt cx="24258494" cy="10102852"/>
          </a:xfrm>
        </p:grpSpPr>
        <p:grpSp>
          <p:nvGrpSpPr>
            <p:cNvPr id="30" name="Group 29">
              <a:extLst>
                <a:ext uri="{FF2B5EF4-FFF2-40B4-BE49-F238E27FC236}">
                  <a16:creationId xmlns:a16="http://schemas.microsoft.com/office/drawing/2014/main" id="{09B0E8CB-44E4-719C-A5CF-735DA9699441}"/>
                </a:ext>
              </a:extLst>
            </p:cNvPr>
            <p:cNvGrpSpPr/>
            <p:nvPr userDrawn="1"/>
          </p:nvGrpSpPr>
          <p:grpSpPr>
            <a:xfrm>
              <a:off x="17553664" y="6264684"/>
              <a:ext cx="1497286" cy="10102852"/>
              <a:chOff x="17553664" y="5634063"/>
              <a:chExt cx="1497286" cy="10102852"/>
            </a:xfrm>
          </p:grpSpPr>
          <p:sp>
            <p:nvSpPr>
              <p:cNvPr id="39" name="TextBox 38">
                <a:extLst>
                  <a:ext uri="{FF2B5EF4-FFF2-40B4-BE49-F238E27FC236}">
                    <a16:creationId xmlns:a16="http://schemas.microsoft.com/office/drawing/2014/main" id="{31D0B919-1FC7-23E4-68BE-05C833FAB722}"/>
                  </a:ext>
                </a:extLst>
              </p:cNvPr>
              <p:cNvSpPr txBox="1"/>
              <p:nvPr/>
            </p:nvSpPr>
            <p:spPr>
              <a:xfrm>
                <a:off x="17553664" y="5634063"/>
                <a:ext cx="1468672" cy="4508927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pPr algn="ctr"/>
                <a:r>
                  <a:rPr lang="en-US" sz="28700" dirty="0">
                    <a:solidFill>
                      <a:schemeClr val="tx2"/>
                    </a:solidFill>
                    <a:latin typeface="NVIDIA Sans Light" panose="020B0303020203020204" pitchFamily="34" charset="0"/>
                    <a:cs typeface="NVIDIA Sans Light" panose="020B0303020203020204" pitchFamily="34" charset="0"/>
                  </a:rPr>
                  <a:t>“</a:t>
                </a:r>
              </a:p>
            </p:txBody>
          </p:sp>
          <p:sp>
            <p:nvSpPr>
              <p:cNvPr id="40" name="TextBox 39">
                <a:extLst>
                  <a:ext uri="{FF2B5EF4-FFF2-40B4-BE49-F238E27FC236}">
                    <a16:creationId xmlns:a16="http://schemas.microsoft.com/office/drawing/2014/main" id="{4BD82AED-32A6-66BD-FAD0-B98CE3AFC77E}"/>
                  </a:ext>
                </a:extLst>
              </p:cNvPr>
              <p:cNvSpPr txBox="1"/>
              <p:nvPr/>
            </p:nvSpPr>
            <p:spPr>
              <a:xfrm rot="10800000">
                <a:off x="17582278" y="11227988"/>
                <a:ext cx="1468672" cy="4508927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pPr algn="ctr"/>
                <a:r>
                  <a:rPr lang="en-US" sz="28700" dirty="0">
                    <a:solidFill>
                      <a:schemeClr val="tx2"/>
                    </a:solidFill>
                    <a:latin typeface="NVIDIA Sans Light" panose="020B0303020203020204" pitchFamily="34" charset="0"/>
                    <a:cs typeface="NVIDIA Sans Light" panose="020B0303020203020204" pitchFamily="34" charset="0"/>
                  </a:rPr>
                  <a:t>“</a:t>
                </a:r>
              </a:p>
            </p:txBody>
          </p:sp>
        </p:grpSp>
        <p:cxnSp>
          <p:nvCxnSpPr>
            <p:cNvPr id="31" name="Straight Connector 30">
              <a:extLst>
                <a:ext uri="{FF2B5EF4-FFF2-40B4-BE49-F238E27FC236}">
                  <a16:creationId xmlns:a16="http://schemas.microsoft.com/office/drawing/2014/main" id="{191EC44D-F0B4-790F-3089-A3B3D01B77A7}"/>
                </a:ext>
              </a:extLst>
            </p:cNvPr>
            <p:cNvCxnSpPr>
              <a:cxnSpLocks/>
            </p:cNvCxnSpPr>
            <p:nvPr userDrawn="1"/>
          </p:nvCxnSpPr>
          <p:spPr>
            <a:xfrm>
              <a:off x="6158753" y="7454586"/>
              <a:ext cx="11394911" cy="0"/>
            </a:xfrm>
            <a:prstGeom prst="line">
              <a:avLst/>
            </a:prstGeom>
            <a:ln w="31750">
              <a:solidFill>
                <a:schemeClr val="accent5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2" name="Straight Connector 31">
              <a:extLst>
                <a:ext uri="{FF2B5EF4-FFF2-40B4-BE49-F238E27FC236}">
                  <a16:creationId xmlns:a16="http://schemas.microsoft.com/office/drawing/2014/main" id="{A7DAC6E7-C5E7-D30C-B66F-007182DE7AC2}"/>
                </a:ext>
              </a:extLst>
            </p:cNvPr>
            <p:cNvCxnSpPr>
              <a:cxnSpLocks/>
            </p:cNvCxnSpPr>
            <p:nvPr userDrawn="1"/>
          </p:nvCxnSpPr>
          <p:spPr>
            <a:xfrm>
              <a:off x="19022336" y="7454586"/>
              <a:ext cx="11394911" cy="0"/>
            </a:xfrm>
            <a:prstGeom prst="line">
              <a:avLst/>
            </a:prstGeom>
            <a:ln w="31750">
              <a:solidFill>
                <a:schemeClr val="accent5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7" name="Straight Connector 36">
              <a:extLst>
                <a:ext uri="{FF2B5EF4-FFF2-40B4-BE49-F238E27FC236}">
                  <a16:creationId xmlns:a16="http://schemas.microsoft.com/office/drawing/2014/main" id="{D77AA061-58A0-8C4F-C050-0B149A72E614}"/>
                </a:ext>
              </a:extLst>
            </p:cNvPr>
            <p:cNvCxnSpPr>
              <a:cxnSpLocks/>
            </p:cNvCxnSpPr>
            <p:nvPr userDrawn="1"/>
          </p:nvCxnSpPr>
          <p:spPr>
            <a:xfrm>
              <a:off x="6158753" y="15144241"/>
              <a:ext cx="11394911" cy="0"/>
            </a:xfrm>
            <a:prstGeom prst="line">
              <a:avLst/>
            </a:prstGeom>
            <a:ln w="31750">
              <a:solidFill>
                <a:schemeClr val="accent5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8" name="Straight Connector 37">
              <a:extLst>
                <a:ext uri="{FF2B5EF4-FFF2-40B4-BE49-F238E27FC236}">
                  <a16:creationId xmlns:a16="http://schemas.microsoft.com/office/drawing/2014/main" id="{1916F238-457C-1E6C-1D73-143F4C3F6160}"/>
                </a:ext>
              </a:extLst>
            </p:cNvPr>
            <p:cNvCxnSpPr>
              <a:cxnSpLocks/>
            </p:cNvCxnSpPr>
            <p:nvPr userDrawn="1"/>
          </p:nvCxnSpPr>
          <p:spPr>
            <a:xfrm>
              <a:off x="19022336" y="15144241"/>
              <a:ext cx="11394911" cy="0"/>
            </a:xfrm>
            <a:prstGeom prst="line">
              <a:avLst/>
            </a:prstGeom>
            <a:ln w="31750">
              <a:solidFill>
                <a:schemeClr val="accent5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</p:spTree>
    <p:extLst>
      <p:ext uri="{BB962C8B-B14F-4D97-AF65-F5344CB8AC3E}">
        <p14:creationId xmlns:p14="http://schemas.microsoft.com/office/powerpoint/2010/main" val="644065880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10"/>
    </mc:Choice>
    <mc:Fallback xmlns:a16="http://schemas.microsoft.com/office/drawing/2014/main" xmlns:a14="http://schemas.microsoft.com/office/drawing/2010/main" xmlns="">
      <p:transition/>
    </mc:Fallback>
  </mc:AlternateContent>
</p:sldLayout>
</file>

<file path=ppt/slideLayouts/slideLayout3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_Agenda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" name="Picture 7" descr="A green curved lines with a bright light behind them&#10;&#10;Description automatically generated">
            <a:extLst>
              <a:ext uri="{FF2B5EF4-FFF2-40B4-BE49-F238E27FC236}">
                <a16:creationId xmlns:a16="http://schemas.microsoft.com/office/drawing/2014/main" id="{F807122B-A2F6-379E-64FD-A4985E493AF1}"/>
              </a:ext>
            </a:extLst>
          </p:cNvPr>
          <p:cNvPicPr>
            <a:picLocks noChangeAspect="1"/>
          </p:cNvPicPr>
          <p:nvPr userDrawn="1"/>
        </p:nvPicPr>
        <p:blipFill rotWithShape="1"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2408" r="51136" b="926"/>
          <a:stretch/>
        </p:blipFill>
        <p:spPr>
          <a:xfrm>
            <a:off x="0" y="0"/>
            <a:ext cx="17150706" cy="20574000"/>
          </a:xfrm>
          <a:prstGeom prst="rect">
            <a:avLst/>
          </a:prstGeom>
        </p:spPr>
      </p:pic>
      <p:sp>
        <p:nvSpPr>
          <p:cNvPr id="3" name="Rectangle 2">
            <a:extLst>
              <a:ext uri="{FF2B5EF4-FFF2-40B4-BE49-F238E27FC236}">
                <a16:creationId xmlns:a16="http://schemas.microsoft.com/office/drawing/2014/main" id="{3EFDB0CE-6D06-5D9D-4F40-64EBE09315DF}"/>
              </a:ext>
            </a:extLst>
          </p:cNvPr>
          <p:cNvSpPr/>
          <p:nvPr userDrawn="1"/>
        </p:nvSpPr>
        <p:spPr>
          <a:xfrm>
            <a:off x="0" y="0"/>
            <a:ext cx="17150706" cy="20574000"/>
          </a:xfrm>
          <a:prstGeom prst="rect">
            <a:avLst/>
          </a:prstGeom>
          <a:solidFill>
            <a:schemeClr val="tx1">
              <a:alpha val="1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lnSpc>
                <a:spcPct val="90000"/>
              </a:lnSpc>
            </a:pPr>
            <a:endParaRPr lang="en-US" sz="4000" dirty="0" err="1">
              <a:solidFill>
                <a:schemeClr val="tx1"/>
              </a:solidFill>
              <a:latin typeface="NVIDIA Sans" panose="020B0503020203020204" pitchFamily="34" charset="0"/>
            </a:endParaRPr>
          </a:p>
        </p:txBody>
      </p:sp>
      <p:sp>
        <p:nvSpPr>
          <p:cNvPr id="6" name="Rectangle 5">
            <a:extLst>
              <a:ext uri="{FF2B5EF4-FFF2-40B4-BE49-F238E27FC236}">
                <a16:creationId xmlns:a16="http://schemas.microsoft.com/office/drawing/2014/main" id="{5714B981-6D72-A82B-BB74-685EAD4F2156}"/>
              </a:ext>
            </a:extLst>
          </p:cNvPr>
          <p:cNvSpPr/>
          <p:nvPr userDrawn="1"/>
        </p:nvSpPr>
        <p:spPr>
          <a:xfrm>
            <a:off x="17204620" y="5394960"/>
            <a:ext cx="566928" cy="15179040"/>
          </a:xfrm>
          <a:prstGeom prst="rect">
            <a:avLst/>
          </a:prstGeom>
          <a:solidFill>
            <a:schemeClr val="tx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lnSpc>
                <a:spcPct val="90000"/>
              </a:lnSpc>
            </a:pPr>
            <a:endParaRPr lang="en-US" sz="4000" dirty="0" err="1">
              <a:solidFill>
                <a:schemeClr val="tx1"/>
              </a:solidFill>
              <a:latin typeface="NVIDIA Sans" panose="020B0503020203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500587989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10"/>
    </mc:Choice>
    <mc:Fallback xmlns:a14="http://schemas.microsoft.com/office/drawing/2010/main" xmlns:a16="http://schemas.microsoft.com/office/drawing/2014/main" xmlns="">
      <p:transition/>
    </mc:Fallback>
  </mc:AlternateContent>
</p:sldLayout>
</file>

<file path=ppt/slideLayouts/slideLayout3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ransi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Picture 3" descr="A close-up of green and white&#10;&#10;Description automatically generated">
            <a:extLst>
              <a:ext uri="{FF2B5EF4-FFF2-40B4-BE49-F238E27FC236}">
                <a16:creationId xmlns:a16="http://schemas.microsoft.com/office/drawing/2014/main" id="{F680AE5A-C426-36FD-E875-65C352F89B66}"/>
              </a:ext>
            </a:extLst>
          </p:cNvPr>
          <p:cNvPicPr>
            <a:picLocks noChangeAspect="1"/>
          </p:cNvPicPr>
          <p:nvPr userDrawn="1"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36576000" cy="20574000"/>
          </a:xfrm>
          <a:prstGeom prst="rect">
            <a:avLst/>
          </a:prstGeom>
        </p:spPr>
      </p:pic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986AD3F4-3771-EC4B-882B-5E3EA6379A9B}"/>
              </a:ext>
            </a:extLst>
          </p:cNvPr>
          <p:cNvSpPr>
            <a:spLocks noGrp="1"/>
          </p:cNvSpPr>
          <p:nvPr>
            <p:ph type="body" sz="quarter" idx="13" hasCustomPrompt="1"/>
          </p:nvPr>
        </p:nvSpPr>
        <p:spPr>
          <a:xfrm>
            <a:off x="1473866" y="1865236"/>
            <a:ext cx="18476688" cy="5943600"/>
          </a:xfrm>
          <a:prstGeom prst="rect">
            <a:avLst/>
          </a:prstGeom>
        </p:spPr>
        <p:txBody>
          <a:bodyPr anchor="b"/>
          <a:lstStyle>
            <a:lvl1pPr marL="0" indent="0" algn="l">
              <a:spcBef>
                <a:spcPts val="0"/>
              </a:spcBef>
              <a:buFontTx/>
              <a:buNone/>
              <a:defRPr lang="en-US" sz="9000" b="1" kern="0" cap="none" baseline="0" dirty="0" smtClean="0">
                <a:solidFill>
                  <a:schemeClr val="bg1"/>
                </a:solidFill>
                <a:latin typeface="NVIDIA Sans" panose="020B0503020203020204" pitchFamily="34" charset="0"/>
                <a:ea typeface="+mj-ea"/>
                <a:cs typeface="NVIDIA Sans" panose="020B0503020203020204" pitchFamily="34" charset="0"/>
              </a:defRPr>
            </a:lvl1pPr>
            <a:lvl2pPr marL="2562790" indent="0">
              <a:buFontTx/>
              <a:buNone/>
              <a:defRPr lang="en-US" sz="8000" b="1" kern="0" cap="all" baseline="0" dirty="0" smtClean="0">
                <a:solidFill>
                  <a:schemeClr val="tx1"/>
                </a:solidFill>
                <a:latin typeface="NVIDIA Sans" panose="020B0503020203020204" pitchFamily="34" charset="0"/>
                <a:ea typeface="+mj-ea"/>
                <a:cs typeface="+mj-cs"/>
              </a:defRPr>
            </a:lvl2pPr>
            <a:lvl3pPr marL="4883584" indent="0">
              <a:buFontTx/>
              <a:buNone/>
              <a:defRPr lang="en-US" sz="8000" b="1" kern="0" cap="all" baseline="0" dirty="0" smtClean="0">
                <a:solidFill>
                  <a:schemeClr val="tx1"/>
                </a:solidFill>
                <a:latin typeface="NVIDIA Sans" panose="020B0503020203020204" pitchFamily="34" charset="0"/>
                <a:ea typeface="+mj-ea"/>
                <a:cs typeface="+mj-cs"/>
              </a:defRPr>
            </a:lvl3pPr>
            <a:lvl4pPr marL="6933729" indent="0">
              <a:buFontTx/>
              <a:buNone/>
              <a:defRPr lang="en-US" sz="8000" b="1" kern="0" cap="all" baseline="0" dirty="0" smtClean="0">
                <a:solidFill>
                  <a:schemeClr val="tx1"/>
                </a:solidFill>
                <a:latin typeface="NVIDIA Sans" panose="020B0503020203020204" pitchFamily="34" charset="0"/>
                <a:ea typeface="+mj-ea"/>
                <a:cs typeface="+mj-cs"/>
              </a:defRPr>
            </a:lvl4pPr>
            <a:lvl5pPr marL="8471409" indent="0">
              <a:buFontTx/>
              <a:buNone/>
              <a:defRPr lang="en-US" sz="8000" b="1" kern="0" cap="all" baseline="0" dirty="0">
                <a:solidFill>
                  <a:schemeClr val="tx1"/>
                </a:solidFill>
                <a:latin typeface="NVIDIA Sans" panose="020B0503020203020204" pitchFamily="34" charset="0"/>
                <a:ea typeface="+mj-ea"/>
                <a:cs typeface="+mj-cs"/>
              </a:defRPr>
            </a:lvl5pPr>
          </a:lstStyle>
          <a:p>
            <a:pPr lvl="0"/>
            <a:r>
              <a:rPr lang="en-US" dirty="0"/>
              <a:t>Click To Add Text</a:t>
            </a:r>
          </a:p>
        </p:txBody>
      </p:sp>
      <p:sp>
        <p:nvSpPr>
          <p:cNvPr id="8" name="Rectangle 7">
            <a:extLst>
              <a:ext uri="{FF2B5EF4-FFF2-40B4-BE49-F238E27FC236}">
                <a16:creationId xmlns:a16="http://schemas.microsoft.com/office/drawing/2014/main" id="{991690F0-C869-92D8-B1E3-3151C511786C}"/>
              </a:ext>
            </a:extLst>
          </p:cNvPr>
          <p:cNvSpPr/>
          <p:nvPr userDrawn="1"/>
        </p:nvSpPr>
        <p:spPr>
          <a:xfrm>
            <a:off x="-1" y="0"/>
            <a:ext cx="566928" cy="7498080"/>
          </a:xfrm>
          <a:prstGeom prst="rect">
            <a:avLst/>
          </a:prstGeom>
          <a:solidFill>
            <a:schemeClr val="tx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lnSpc>
                <a:spcPct val="90000"/>
              </a:lnSpc>
            </a:pPr>
            <a:endParaRPr lang="en-US" sz="4000" dirty="0" err="1">
              <a:solidFill>
                <a:schemeClr val="tx1"/>
              </a:solidFill>
              <a:latin typeface="NVIDIA Sans" panose="020B0503020203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553221842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10"/>
    </mc:Choice>
    <mc:Fallback xmlns:a16="http://schemas.microsoft.com/office/drawing/2014/main" xmlns:a14="http://schemas.microsoft.com/office/drawing/2010/main" xmlns="">
      <p:transition/>
    </mc:Fallback>
  </mc:AlternateContent>
</p:sldLayout>
</file>

<file path=ppt/slideLayouts/slideLayout3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Embarg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>
            <a:extLst>
              <a:ext uri="{FF2B5EF4-FFF2-40B4-BE49-F238E27FC236}">
                <a16:creationId xmlns:a16="http://schemas.microsoft.com/office/drawing/2014/main" id="{95068417-0A49-4E97-BD32-9EE897037421}"/>
              </a:ext>
            </a:extLst>
          </p:cNvPr>
          <p:cNvSpPr/>
          <p:nvPr userDrawn="1"/>
        </p:nvSpPr>
        <p:spPr>
          <a:xfrm>
            <a:off x="0" y="0"/>
            <a:ext cx="36576000" cy="20574000"/>
          </a:xfrm>
          <a:prstGeom prst="rect">
            <a:avLst/>
          </a:prstGeom>
          <a:solidFill>
            <a:srgbClr val="9E000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9" name="Text Placeholder 4">
            <a:extLst>
              <a:ext uri="{FF2B5EF4-FFF2-40B4-BE49-F238E27FC236}">
                <a16:creationId xmlns:a16="http://schemas.microsoft.com/office/drawing/2014/main" id="{5CE798D4-9140-2EC5-6DC9-6C6A5F5737E4}"/>
              </a:ext>
            </a:extLst>
          </p:cNvPr>
          <p:cNvSpPr>
            <a:spLocks noGrp="1"/>
          </p:cNvSpPr>
          <p:nvPr>
            <p:ph type="body" sz="quarter" idx="10" hasCustomPrompt="1"/>
          </p:nvPr>
        </p:nvSpPr>
        <p:spPr>
          <a:xfrm>
            <a:off x="7634260" y="10771999"/>
            <a:ext cx="22733876" cy="5476186"/>
          </a:xfrm>
          <a:prstGeom prst="rect">
            <a:avLst/>
          </a:prstGeom>
        </p:spPr>
        <p:txBody>
          <a:bodyPr/>
          <a:lstStyle>
            <a:lvl1pPr marL="0" indent="0" algn="l">
              <a:lnSpc>
                <a:spcPct val="90000"/>
              </a:lnSpc>
              <a:spcBef>
                <a:spcPts val="0"/>
              </a:spcBef>
              <a:buFontTx/>
              <a:buNone/>
              <a:defRPr sz="4400" cap="none" baseline="0">
                <a:solidFill>
                  <a:schemeClr val="tx1"/>
                </a:solidFill>
                <a:latin typeface="NVIDIA Sans Medium" panose="020B0603020203020204" pitchFamily="34" charset="0"/>
                <a:cs typeface="NVIDIA Sans Medium" panose="020B0603020203020204" pitchFamily="34" charset="0"/>
              </a:defRPr>
            </a:lvl1pPr>
            <a:lvl2pPr marL="2562793" indent="0" algn="l">
              <a:lnSpc>
                <a:spcPct val="90000"/>
              </a:lnSpc>
              <a:buFontTx/>
              <a:buNone/>
              <a:defRPr sz="7539" cap="all" baseline="0">
                <a:solidFill>
                  <a:schemeClr val="tx2"/>
                </a:solidFill>
                <a:latin typeface="NVIDIA Sans" panose="020B0503020203020204" pitchFamily="34" charset="0"/>
              </a:defRPr>
            </a:lvl2pPr>
            <a:lvl3pPr marL="4883581" indent="0" algn="l">
              <a:lnSpc>
                <a:spcPct val="90000"/>
              </a:lnSpc>
              <a:buFontTx/>
              <a:buNone/>
              <a:defRPr sz="7539" cap="all" baseline="0">
                <a:solidFill>
                  <a:schemeClr val="tx2"/>
                </a:solidFill>
                <a:latin typeface="NVIDIA Sans" panose="020B0503020203020204" pitchFamily="34" charset="0"/>
              </a:defRPr>
            </a:lvl3pPr>
            <a:lvl4pPr marL="6933729" indent="0">
              <a:buNone/>
              <a:defRPr/>
            </a:lvl4pPr>
          </a:lstStyle>
          <a:p>
            <a:pPr lvl="0"/>
            <a:r>
              <a:rPr lang="en-US" dirty="0"/>
              <a:t>Edit Text Style</a:t>
            </a:r>
          </a:p>
        </p:txBody>
      </p:sp>
      <p:sp>
        <p:nvSpPr>
          <p:cNvPr id="10" name="Title 1">
            <a:extLst>
              <a:ext uri="{FF2B5EF4-FFF2-40B4-BE49-F238E27FC236}">
                <a16:creationId xmlns:a16="http://schemas.microsoft.com/office/drawing/2014/main" id="{9FAAD9D4-FB4F-9DA0-9C5E-7AD5B9D1B73A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7634260" y="9024760"/>
            <a:ext cx="22733877" cy="1754266"/>
          </a:xfrm>
          <a:prstGeom prst="rect">
            <a:avLst/>
          </a:prstGeom>
        </p:spPr>
        <p:txBody>
          <a:bodyPr/>
          <a:lstStyle>
            <a:lvl1pPr algn="l">
              <a:defRPr sz="12000" b="0" cap="none">
                <a:solidFill>
                  <a:schemeClr val="tx1"/>
                </a:solidFill>
                <a:latin typeface="NVIDIA Sans Light" panose="020B0303020203020204" pitchFamily="34" charset="0"/>
                <a:cs typeface="NVIDIA Sans Light" panose="020B0303020203020204" pitchFamily="34" charset="0"/>
              </a:defRPr>
            </a:lvl1pPr>
          </a:lstStyle>
          <a:p>
            <a:r>
              <a:rPr lang="en-US" dirty="0"/>
              <a:t>Click to add text</a:t>
            </a:r>
          </a:p>
        </p:txBody>
      </p:sp>
      <p:pic>
        <p:nvPicPr>
          <p:cNvPr id="11" name="Picture 10" descr="A close up of a logo&#10;&#10;Description automatically generated">
            <a:extLst>
              <a:ext uri="{FF2B5EF4-FFF2-40B4-BE49-F238E27FC236}">
                <a16:creationId xmlns:a16="http://schemas.microsoft.com/office/drawing/2014/main" id="{71DC9D6B-A1D3-6E9D-3F5B-25ABC3B87F48}"/>
              </a:ext>
            </a:extLst>
          </p:cNvPr>
          <p:cNvPicPr>
            <a:picLocks noChangeAspect="1"/>
          </p:cNvPicPr>
          <p:nvPr userDrawn="1"/>
        </p:nvPicPr>
        <p:blipFill>
          <a:blip r:embed="rId2"/>
          <a:stretch>
            <a:fillRect/>
          </a:stretch>
        </p:blipFill>
        <p:spPr>
          <a:xfrm>
            <a:off x="7193140" y="6248046"/>
            <a:ext cx="2357259" cy="235725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514405411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10"/>
    </mc:Choice>
    <mc:Fallback xmlns:a16="http://schemas.microsoft.com/office/drawing/2014/main" xmlns="">
      <p:transition/>
    </mc:Fallback>
  </mc:AlternateContent>
</p:sldLayout>
</file>

<file path=ppt/slideLayouts/slideLayout4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Closing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Picture 4" descr="A green and white background&#10;&#10;Description automatically generated">
            <a:extLst>
              <a:ext uri="{FF2B5EF4-FFF2-40B4-BE49-F238E27FC236}">
                <a16:creationId xmlns:a16="http://schemas.microsoft.com/office/drawing/2014/main" id="{59444DC2-EE0C-D166-FB2A-0933A4B046B0}"/>
              </a:ext>
            </a:extLst>
          </p:cNvPr>
          <p:cNvPicPr>
            <a:picLocks noChangeAspect="1"/>
          </p:cNvPicPr>
          <p:nvPr userDrawn="1"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36576000" cy="20574000"/>
          </a:xfrm>
          <a:prstGeom prst="rect">
            <a:avLst/>
          </a:prstGeom>
        </p:spPr>
      </p:pic>
      <p:pic>
        <p:nvPicPr>
          <p:cNvPr id="3" name="Picture 2" descr="A picture containing graphics, logo, symbol, graphic design&#10;&#10;Description automatically generated">
            <a:extLst>
              <a:ext uri="{FF2B5EF4-FFF2-40B4-BE49-F238E27FC236}">
                <a16:creationId xmlns:a16="http://schemas.microsoft.com/office/drawing/2014/main" id="{9BB9031F-8728-8968-10CA-E5BDE38FC762}"/>
              </a:ext>
            </a:extLst>
          </p:cNvPr>
          <p:cNvPicPr>
            <a:picLocks noChangeAspect="1"/>
          </p:cNvPicPr>
          <p:nvPr userDrawn="1"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16125" y="773531"/>
            <a:ext cx="8365991" cy="288231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577155796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10"/>
    </mc:Choice>
    <mc:Fallback xmlns:a16="http://schemas.microsoft.com/office/drawing/2014/main" xmlns:a14="http://schemas.microsoft.com/office/drawing/2010/main" xmlns="">
      <p:transition/>
    </mc:Fallback>
  </mc:AlternateContent>
</p:sldLayout>
</file>

<file path=ppt/slideMasters/_rels/slideMaster1.xml.rels><?xml version="1.0" encoding="UTF-8" standalone="yes"?>
<Relationships xmlns="http://schemas.openxmlformats.org/package/2006/relationships"><Relationship Id="rId13" Type="http://schemas.openxmlformats.org/officeDocument/2006/relationships/slideLayout" Target="../slideLayouts/slideLayout13.xml"/><Relationship Id="rId18" Type="http://schemas.openxmlformats.org/officeDocument/2006/relationships/slideLayout" Target="../slideLayouts/slideLayout18.xml"/><Relationship Id="rId26" Type="http://schemas.openxmlformats.org/officeDocument/2006/relationships/slideLayout" Target="../slideLayouts/slideLayout26.xml"/><Relationship Id="rId39" Type="http://schemas.openxmlformats.org/officeDocument/2006/relationships/slideLayout" Target="../slideLayouts/slideLayout39.xml"/><Relationship Id="rId21" Type="http://schemas.openxmlformats.org/officeDocument/2006/relationships/slideLayout" Target="../slideLayouts/slideLayout21.xml"/><Relationship Id="rId34" Type="http://schemas.openxmlformats.org/officeDocument/2006/relationships/slideLayout" Target="../slideLayouts/slideLayout34.xml"/><Relationship Id="rId42" Type="http://schemas.openxmlformats.org/officeDocument/2006/relationships/image" Target="../media/image1.png"/><Relationship Id="rId7" Type="http://schemas.openxmlformats.org/officeDocument/2006/relationships/slideLayout" Target="../slideLayouts/slideLayout7.xml"/><Relationship Id="rId2" Type="http://schemas.openxmlformats.org/officeDocument/2006/relationships/slideLayout" Target="../slideLayouts/slideLayout2.xml"/><Relationship Id="rId16" Type="http://schemas.openxmlformats.org/officeDocument/2006/relationships/slideLayout" Target="../slideLayouts/slideLayout16.xml"/><Relationship Id="rId20" Type="http://schemas.openxmlformats.org/officeDocument/2006/relationships/slideLayout" Target="../slideLayouts/slideLayout20.xml"/><Relationship Id="rId29" Type="http://schemas.openxmlformats.org/officeDocument/2006/relationships/slideLayout" Target="../slideLayouts/slideLayout29.xml"/><Relationship Id="rId41" Type="http://schemas.openxmlformats.org/officeDocument/2006/relationships/theme" Target="../theme/theme1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24" Type="http://schemas.openxmlformats.org/officeDocument/2006/relationships/slideLayout" Target="../slideLayouts/slideLayout24.xml"/><Relationship Id="rId32" Type="http://schemas.openxmlformats.org/officeDocument/2006/relationships/slideLayout" Target="../slideLayouts/slideLayout32.xml"/><Relationship Id="rId37" Type="http://schemas.openxmlformats.org/officeDocument/2006/relationships/slideLayout" Target="../slideLayouts/slideLayout37.xml"/><Relationship Id="rId40" Type="http://schemas.openxmlformats.org/officeDocument/2006/relationships/slideLayout" Target="../slideLayouts/slideLayout40.xml"/><Relationship Id="rId5" Type="http://schemas.openxmlformats.org/officeDocument/2006/relationships/slideLayout" Target="../slideLayouts/slideLayout5.xml"/><Relationship Id="rId15" Type="http://schemas.openxmlformats.org/officeDocument/2006/relationships/slideLayout" Target="../slideLayouts/slideLayout15.xml"/><Relationship Id="rId23" Type="http://schemas.openxmlformats.org/officeDocument/2006/relationships/slideLayout" Target="../slideLayouts/slideLayout23.xml"/><Relationship Id="rId28" Type="http://schemas.openxmlformats.org/officeDocument/2006/relationships/slideLayout" Target="../slideLayouts/slideLayout28.xml"/><Relationship Id="rId36" Type="http://schemas.openxmlformats.org/officeDocument/2006/relationships/slideLayout" Target="../slideLayouts/slideLayout36.xml"/><Relationship Id="rId10" Type="http://schemas.openxmlformats.org/officeDocument/2006/relationships/slideLayout" Target="../slideLayouts/slideLayout10.xml"/><Relationship Id="rId19" Type="http://schemas.openxmlformats.org/officeDocument/2006/relationships/slideLayout" Target="../slideLayouts/slideLayout19.xml"/><Relationship Id="rId31" Type="http://schemas.openxmlformats.org/officeDocument/2006/relationships/slideLayout" Target="../slideLayouts/slideLayout31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slideLayout" Target="../slideLayouts/slideLayout14.xml"/><Relationship Id="rId22" Type="http://schemas.openxmlformats.org/officeDocument/2006/relationships/slideLayout" Target="../slideLayouts/slideLayout22.xml"/><Relationship Id="rId27" Type="http://schemas.openxmlformats.org/officeDocument/2006/relationships/slideLayout" Target="../slideLayouts/slideLayout27.xml"/><Relationship Id="rId30" Type="http://schemas.openxmlformats.org/officeDocument/2006/relationships/slideLayout" Target="../slideLayouts/slideLayout30.xml"/><Relationship Id="rId35" Type="http://schemas.openxmlformats.org/officeDocument/2006/relationships/slideLayout" Target="../slideLayouts/slideLayout35.xml"/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12" Type="http://schemas.openxmlformats.org/officeDocument/2006/relationships/slideLayout" Target="../slideLayouts/slideLayout12.xml"/><Relationship Id="rId17" Type="http://schemas.openxmlformats.org/officeDocument/2006/relationships/slideLayout" Target="../slideLayouts/slideLayout17.xml"/><Relationship Id="rId25" Type="http://schemas.openxmlformats.org/officeDocument/2006/relationships/slideLayout" Target="../slideLayouts/slideLayout25.xml"/><Relationship Id="rId33" Type="http://schemas.openxmlformats.org/officeDocument/2006/relationships/slideLayout" Target="../slideLayouts/slideLayout33.xml"/><Relationship Id="rId38" Type="http://schemas.openxmlformats.org/officeDocument/2006/relationships/slideLayout" Target="../slideLayouts/slideLayout38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tx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2514600" y="0"/>
            <a:ext cx="31546800" cy="2514600"/>
          </a:xfrm>
          <a:prstGeom prst="rect">
            <a:avLst/>
          </a:prstGeom>
        </p:spPr>
        <p:txBody>
          <a:bodyPr vert="horz" lIns="91440" tIns="45720" rIns="91440" bIns="45720" rtlCol="0" anchor="b">
            <a:normAutofit/>
          </a:bodyPr>
          <a:lstStyle/>
          <a:p>
            <a:r>
              <a:rPr lang="en-US" dirty="0"/>
              <a:t>Click To Add Title</a:t>
            </a:r>
          </a:p>
        </p:txBody>
      </p:sp>
      <p:grpSp>
        <p:nvGrpSpPr>
          <p:cNvPr id="8" name="Group 7">
            <a:extLst>
              <a:ext uri="{FF2B5EF4-FFF2-40B4-BE49-F238E27FC236}">
                <a16:creationId xmlns:a16="http://schemas.microsoft.com/office/drawing/2014/main" id="{71DA1210-4468-5B83-C91A-BBA62AF1227D}"/>
              </a:ext>
            </a:extLst>
          </p:cNvPr>
          <p:cNvGrpSpPr/>
          <p:nvPr userDrawn="1"/>
        </p:nvGrpSpPr>
        <p:grpSpPr>
          <a:xfrm>
            <a:off x="34061399" y="19504414"/>
            <a:ext cx="2514601" cy="1072783"/>
            <a:chOff x="34061399" y="19504414"/>
            <a:chExt cx="2514601" cy="1072783"/>
          </a:xfrm>
        </p:grpSpPr>
        <p:sp>
          <p:nvSpPr>
            <p:cNvPr id="5" name="Rectangle 4">
              <a:extLst>
                <a:ext uri="{FF2B5EF4-FFF2-40B4-BE49-F238E27FC236}">
                  <a16:creationId xmlns:a16="http://schemas.microsoft.com/office/drawing/2014/main" id="{B76547AF-589A-45F3-BD57-EACA3BF60CFD}"/>
                </a:ext>
              </a:extLst>
            </p:cNvPr>
            <p:cNvSpPr/>
            <p:nvPr userDrawn="1"/>
          </p:nvSpPr>
          <p:spPr>
            <a:xfrm>
              <a:off x="36420552" y="19687526"/>
              <a:ext cx="155448" cy="889671"/>
            </a:xfrm>
            <a:prstGeom prst="rect">
              <a:avLst/>
            </a:prstGeom>
            <a:solidFill>
              <a:schemeClr val="tx2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>
                <a:lnSpc>
                  <a:spcPct val="90000"/>
                </a:lnSpc>
              </a:pPr>
              <a:endParaRPr lang="en-US" sz="4000" dirty="0" err="1">
                <a:solidFill>
                  <a:schemeClr val="tx1"/>
                </a:solidFill>
                <a:latin typeface="NVIDIA Sans" panose="020B0503020203020204" pitchFamily="34" charset="0"/>
              </a:endParaRPr>
            </a:p>
          </p:txBody>
        </p:sp>
        <p:pic>
          <p:nvPicPr>
            <p:cNvPr id="9" name="Picture 8" descr="A picture containing shape&#10;&#10;Description automatically generated">
              <a:extLst>
                <a:ext uri="{FF2B5EF4-FFF2-40B4-BE49-F238E27FC236}">
                  <a16:creationId xmlns:a16="http://schemas.microsoft.com/office/drawing/2014/main" id="{0F64E9CA-B4B2-365B-092F-3051F7475EA8}"/>
                </a:ext>
              </a:extLst>
            </p:cNvPr>
            <p:cNvPicPr>
              <a:picLocks noChangeAspect="1"/>
            </p:cNvPicPr>
            <p:nvPr userDrawn="1"/>
          </p:nvPicPr>
          <p:blipFill>
            <a:blip r:embed="rId42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34061399" y="19504414"/>
              <a:ext cx="2003438" cy="690238"/>
            </a:xfrm>
            <a:prstGeom prst="rect">
              <a:avLst/>
            </a:prstGeom>
          </p:spPr>
        </p:pic>
      </p:grpSp>
    </p:spTree>
    <p:extLst>
      <p:ext uri="{BB962C8B-B14F-4D97-AF65-F5344CB8AC3E}">
        <p14:creationId xmlns:p14="http://schemas.microsoft.com/office/powerpoint/2010/main" val="832407578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61" r:id="rId1"/>
    <p:sldLayoutId id="2147483662" r:id="rId2"/>
    <p:sldLayoutId id="2147483722" r:id="rId3"/>
    <p:sldLayoutId id="2147483718" r:id="rId4"/>
    <p:sldLayoutId id="2147483681" r:id="rId5"/>
    <p:sldLayoutId id="2147483680" r:id="rId6"/>
    <p:sldLayoutId id="2147483682" r:id="rId7"/>
    <p:sldLayoutId id="2147483683" r:id="rId8"/>
    <p:sldLayoutId id="2147483705" r:id="rId9"/>
    <p:sldLayoutId id="2147483685" r:id="rId10"/>
    <p:sldLayoutId id="2147483686" r:id="rId11"/>
    <p:sldLayoutId id="2147483687" r:id="rId12"/>
    <p:sldLayoutId id="2147483691" r:id="rId13"/>
    <p:sldLayoutId id="2147483688" r:id="rId14"/>
    <p:sldLayoutId id="2147483690" r:id="rId15"/>
    <p:sldLayoutId id="2147483689" r:id="rId16"/>
    <p:sldLayoutId id="2147483692" r:id="rId17"/>
    <p:sldLayoutId id="2147483693" r:id="rId18"/>
    <p:sldLayoutId id="2147483709" r:id="rId19"/>
    <p:sldLayoutId id="2147483723" r:id="rId20"/>
    <p:sldLayoutId id="2147483710" r:id="rId21"/>
    <p:sldLayoutId id="2147483711" r:id="rId22"/>
    <p:sldLayoutId id="2147483712" r:id="rId23"/>
    <p:sldLayoutId id="2147483713" r:id="rId24"/>
    <p:sldLayoutId id="2147483714" r:id="rId25"/>
    <p:sldLayoutId id="2147483715" r:id="rId26"/>
    <p:sldLayoutId id="2147483716" r:id="rId27"/>
    <p:sldLayoutId id="2147483717" r:id="rId28"/>
    <p:sldLayoutId id="2147483695" r:id="rId29"/>
    <p:sldLayoutId id="2147483721" r:id="rId30"/>
    <p:sldLayoutId id="2147483694" r:id="rId31"/>
    <p:sldLayoutId id="2147483719" r:id="rId32"/>
    <p:sldLayoutId id="2147483724" r:id="rId33"/>
    <p:sldLayoutId id="2147483720" r:id="rId34"/>
    <p:sldLayoutId id="2147483672" r:id="rId35"/>
    <p:sldLayoutId id="2147483708" r:id="rId36"/>
    <p:sldLayoutId id="2147483725" r:id="rId37"/>
    <p:sldLayoutId id="2147483679" r:id="rId38"/>
    <p:sldLayoutId id="2147483676" r:id="rId39"/>
    <p:sldLayoutId id="2147483684" r:id="rId40"/>
  </p:sldLayoutIdLst>
  <mc:AlternateContent xmlns:mc="http://schemas.openxmlformats.org/markup-compatibility/2006" xmlns:p14="http://schemas.microsoft.com/office/powerpoint/2010/main">
    <mc:Choice Requires="p14">
      <p:transition p14:dur="10"/>
    </mc:Choice>
    <mc:Fallback xmlns:a16="http://schemas.microsoft.com/office/drawing/2014/main" xmlns:a14="http://schemas.microsoft.com/office/drawing/2010/main" xmlns="">
      <p:transition/>
    </mc:Fallback>
  </mc:AlternateContent>
  <p:txStyles>
    <p:titleStyle>
      <a:lvl1pPr algn="ctr" defTabSz="2743200" rtl="0" eaLnBrk="1" latinLnBrk="0" hangingPunct="1">
        <a:lnSpc>
          <a:spcPct val="90000"/>
        </a:lnSpc>
        <a:spcBef>
          <a:spcPct val="0"/>
        </a:spcBef>
        <a:buNone/>
        <a:defRPr sz="7200" b="1" kern="1200" cap="none" baseline="0">
          <a:solidFill>
            <a:schemeClr val="bg1"/>
          </a:solidFill>
          <a:latin typeface="NVIDIA Sans" panose="020B0503020203020204" pitchFamily="34" charset="0"/>
          <a:ea typeface="+mj-ea"/>
          <a:cs typeface="NVIDIA Sans" panose="020B0503020203020204" pitchFamily="34" charset="0"/>
        </a:defRPr>
      </a:lvl1pPr>
    </p:titleStyle>
    <p:bodyStyle>
      <a:lvl1pPr marL="685800" indent="-685800" algn="l" defTabSz="2743200" rtl="0" eaLnBrk="1" latinLnBrk="0" hangingPunct="1">
        <a:lnSpc>
          <a:spcPct val="90000"/>
        </a:lnSpc>
        <a:spcBef>
          <a:spcPts val="3000"/>
        </a:spcBef>
        <a:buFont typeface="NVIDIA Sans" panose="020B0503020203020204" pitchFamily="34" charset="0"/>
        <a:buChar char="•"/>
        <a:defRPr sz="8400" kern="1200">
          <a:solidFill>
            <a:schemeClr val="tx1"/>
          </a:solidFill>
          <a:latin typeface="+mn-lt"/>
          <a:ea typeface="+mn-ea"/>
          <a:cs typeface="+mn-cs"/>
        </a:defRPr>
      </a:lvl1pPr>
      <a:lvl2pPr marL="2057400" indent="-685800" algn="l" defTabSz="2743200" rtl="0" eaLnBrk="1" latinLnBrk="0" hangingPunct="1">
        <a:lnSpc>
          <a:spcPct val="90000"/>
        </a:lnSpc>
        <a:spcBef>
          <a:spcPts val="1500"/>
        </a:spcBef>
        <a:buFont typeface="NVIDIA Sans" panose="020B0503020203020204" pitchFamily="34" charset="0"/>
        <a:buChar char="•"/>
        <a:defRPr sz="7200" kern="1200">
          <a:solidFill>
            <a:schemeClr val="tx1"/>
          </a:solidFill>
          <a:latin typeface="+mn-lt"/>
          <a:ea typeface="+mn-ea"/>
          <a:cs typeface="+mn-cs"/>
        </a:defRPr>
      </a:lvl2pPr>
      <a:lvl3pPr marL="3429000" indent="-685800" algn="l" defTabSz="2743200" rtl="0" eaLnBrk="1" latinLnBrk="0" hangingPunct="1">
        <a:lnSpc>
          <a:spcPct val="90000"/>
        </a:lnSpc>
        <a:spcBef>
          <a:spcPts val="1500"/>
        </a:spcBef>
        <a:buFont typeface="NVIDIA Sans" panose="020B0503020203020204" pitchFamily="34" charset="0"/>
        <a:buChar char="•"/>
        <a:defRPr sz="6000" kern="1200">
          <a:solidFill>
            <a:schemeClr val="tx1"/>
          </a:solidFill>
          <a:latin typeface="+mn-lt"/>
          <a:ea typeface="+mn-ea"/>
          <a:cs typeface="+mn-cs"/>
        </a:defRPr>
      </a:lvl3pPr>
      <a:lvl4pPr marL="4800600" indent="-685800" algn="l" defTabSz="2743200" rtl="0" eaLnBrk="1" latinLnBrk="0" hangingPunct="1">
        <a:lnSpc>
          <a:spcPct val="90000"/>
        </a:lnSpc>
        <a:spcBef>
          <a:spcPts val="1500"/>
        </a:spcBef>
        <a:buFont typeface="NVIDIA Sans" panose="020B0503020203020204" pitchFamily="34" charset="0"/>
        <a:buChar char="•"/>
        <a:defRPr sz="5400" kern="1200">
          <a:solidFill>
            <a:schemeClr val="tx1"/>
          </a:solidFill>
          <a:latin typeface="+mn-lt"/>
          <a:ea typeface="+mn-ea"/>
          <a:cs typeface="+mn-cs"/>
        </a:defRPr>
      </a:lvl4pPr>
      <a:lvl5pPr marL="6172200" indent="-685800" algn="l" defTabSz="2743200" rtl="0" eaLnBrk="1" latinLnBrk="0" hangingPunct="1">
        <a:lnSpc>
          <a:spcPct val="90000"/>
        </a:lnSpc>
        <a:spcBef>
          <a:spcPts val="1500"/>
        </a:spcBef>
        <a:buFont typeface="NVIDIA Sans" panose="020B0503020203020204" pitchFamily="34" charset="0"/>
        <a:buChar char="•"/>
        <a:defRPr sz="5400" kern="1200">
          <a:solidFill>
            <a:schemeClr val="tx1"/>
          </a:solidFill>
          <a:latin typeface="+mn-lt"/>
          <a:ea typeface="+mn-ea"/>
          <a:cs typeface="+mn-cs"/>
        </a:defRPr>
      </a:lvl5pPr>
      <a:lvl6pPr marL="7543800" indent="-685800" algn="l" defTabSz="2743200" rtl="0" eaLnBrk="1" latinLnBrk="0" hangingPunct="1">
        <a:lnSpc>
          <a:spcPct val="90000"/>
        </a:lnSpc>
        <a:spcBef>
          <a:spcPts val="1500"/>
        </a:spcBef>
        <a:buFont typeface="NVIDIA Sans" panose="020B0503020203020204" pitchFamily="34" charset="0"/>
        <a:buChar char="•"/>
        <a:defRPr sz="5400" kern="1200">
          <a:solidFill>
            <a:schemeClr val="tx1"/>
          </a:solidFill>
          <a:latin typeface="+mn-lt"/>
          <a:ea typeface="+mn-ea"/>
          <a:cs typeface="+mn-cs"/>
        </a:defRPr>
      </a:lvl6pPr>
      <a:lvl7pPr marL="8915400" indent="-685800" algn="l" defTabSz="2743200" rtl="0" eaLnBrk="1" latinLnBrk="0" hangingPunct="1">
        <a:lnSpc>
          <a:spcPct val="90000"/>
        </a:lnSpc>
        <a:spcBef>
          <a:spcPts val="1500"/>
        </a:spcBef>
        <a:buFont typeface="NVIDIA Sans" panose="020B0503020203020204" pitchFamily="34" charset="0"/>
        <a:buChar char="•"/>
        <a:defRPr sz="5400" kern="1200">
          <a:solidFill>
            <a:schemeClr val="tx1"/>
          </a:solidFill>
          <a:latin typeface="+mn-lt"/>
          <a:ea typeface="+mn-ea"/>
          <a:cs typeface="+mn-cs"/>
        </a:defRPr>
      </a:lvl7pPr>
      <a:lvl8pPr marL="10287000" indent="-685800" algn="l" defTabSz="2743200" rtl="0" eaLnBrk="1" latinLnBrk="0" hangingPunct="1">
        <a:lnSpc>
          <a:spcPct val="90000"/>
        </a:lnSpc>
        <a:spcBef>
          <a:spcPts val="1500"/>
        </a:spcBef>
        <a:buFont typeface="NVIDIA Sans" panose="020B0503020203020204" pitchFamily="34" charset="0"/>
        <a:buChar char="•"/>
        <a:defRPr sz="5400" kern="1200">
          <a:solidFill>
            <a:schemeClr val="tx1"/>
          </a:solidFill>
          <a:latin typeface="+mn-lt"/>
          <a:ea typeface="+mn-ea"/>
          <a:cs typeface="+mn-cs"/>
        </a:defRPr>
      </a:lvl8pPr>
      <a:lvl9pPr marL="11658600" indent="-685800" algn="l" defTabSz="2743200" rtl="0" eaLnBrk="1" latinLnBrk="0" hangingPunct="1">
        <a:lnSpc>
          <a:spcPct val="90000"/>
        </a:lnSpc>
        <a:spcBef>
          <a:spcPts val="1500"/>
        </a:spcBef>
        <a:buFont typeface="NVIDIA Sans" panose="020B0503020203020204" pitchFamily="34" charset="0"/>
        <a:buChar char="•"/>
        <a:defRPr sz="54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2743200" rtl="0" eaLnBrk="1" latinLnBrk="0" hangingPunct="1">
        <a:defRPr sz="5400" kern="1200">
          <a:solidFill>
            <a:schemeClr val="tx1"/>
          </a:solidFill>
          <a:latin typeface="+mn-lt"/>
          <a:ea typeface="+mn-ea"/>
          <a:cs typeface="+mn-cs"/>
        </a:defRPr>
      </a:lvl1pPr>
      <a:lvl2pPr marL="1371600" algn="l" defTabSz="2743200" rtl="0" eaLnBrk="1" latinLnBrk="0" hangingPunct="1">
        <a:defRPr sz="5400" kern="1200">
          <a:solidFill>
            <a:schemeClr val="tx1"/>
          </a:solidFill>
          <a:latin typeface="+mn-lt"/>
          <a:ea typeface="+mn-ea"/>
          <a:cs typeface="+mn-cs"/>
        </a:defRPr>
      </a:lvl2pPr>
      <a:lvl3pPr marL="2743200" algn="l" defTabSz="2743200" rtl="0" eaLnBrk="1" latinLnBrk="0" hangingPunct="1">
        <a:defRPr sz="5400" kern="1200">
          <a:solidFill>
            <a:schemeClr val="tx1"/>
          </a:solidFill>
          <a:latin typeface="+mn-lt"/>
          <a:ea typeface="+mn-ea"/>
          <a:cs typeface="+mn-cs"/>
        </a:defRPr>
      </a:lvl3pPr>
      <a:lvl4pPr marL="4114800" algn="l" defTabSz="2743200" rtl="0" eaLnBrk="1" latinLnBrk="0" hangingPunct="1">
        <a:defRPr sz="5400" kern="1200">
          <a:solidFill>
            <a:schemeClr val="tx1"/>
          </a:solidFill>
          <a:latin typeface="+mn-lt"/>
          <a:ea typeface="+mn-ea"/>
          <a:cs typeface="+mn-cs"/>
        </a:defRPr>
      </a:lvl4pPr>
      <a:lvl5pPr marL="5486400" algn="l" defTabSz="2743200" rtl="0" eaLnBrk="1" latinLnBrk="0" hangingPunct="1">
        <a:defRPr sz="5400" kern="1200">
          <a:solidFill>
            <a:schemeClr val="tx1"/>
          </a:solidFill>
          <a:latin typeface="+mn-lt"/>
          <a:ea typeface="+mn-ea"/>
          <a:cs typeface="+mn-cs"/>
        </a:defRPr>
      </a:lvl5pPr>
      <a:lvl6pPr marL="6858000" algn="l" defTabSz="2743200" rtl="0" eaLnBrk="1" latinLnBrk="0" hangingPunct="1">
        <a:defRPr sz="5400" kern="1200">
          <a:solidFill>
            <a:schemeClr val="tx1"/>
          </a:solidFill>
          <a:latin typeface="+mn-lt"/>
          <a:ea typeface="+mn-ea"/>
          <a:cs typeface="+mn-cs"/>
        </a:defRPr>
      </a:lvl6pPr>
      <a:lvl7pPr marL="8229600" algn="l" defTabSz="2743200" rtl="0" eaLnBrk="1" latinLnBrk="0" hangingPunct="1">
        <a:defRPr sz="5400" kern="1200">
          <a:solidFill>
            <a:schemeClr val="tx1"/>
          </a:solidFill>
          <a:latin typeface="+mn-lt"/>
          <a:ea typeface="+mn-ea"/>
          <a:cs typeface="+mn-cs"/>
        </a:defRPr>
      </a:lvl7pPr>
      <a:lvl8pPr marL="9601200" algn="l" defTabSz="2743200" rtl="0" eaLnBrk="1" latinLnBrk="0" hangingPunct="1">
        <a:defRPr sz="5400" kern="1200">
          <a:solidFill>
            <a:schemeClr val="tx1"/>
          </a:solidFill>
          <a:latin typeface="+mn-lt"/>
          <a:ea typeface="+mn-ea"/>
          <a:cs typeface="+mn-cs"/>
        </a:defRPr>
      </a:lvl8pPr>
      <a:lvl9pPr marL="10972800" algn="l" defTabSz="2743200" rtl="0" eaLnBrk="1" latinLnBrk="0" hangingPunct="1">
        <a:defRPr sz="54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7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7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7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7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7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7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7.xml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11.png"/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14.png"/><Relationship Id="rId5" Type="http://schemas.openxmlformats.org/officeDocument/2006/relationships/image" Target="../media/image13.png"/><Relationship Id="rId4" Type="http://schemas.openxmlformats.org/officeDocument/2006/relationships/image" Target="../media/image12.png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40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dirty="0"/>
              <a:t>NVIDIA GenAI Specialist Program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513012" y="8119527"/>
            <a:ext cx="19282214" cy="1703832"/>
          </a:xfrm>
        </p:spPr>
        <p:txBody>
          <a:bodyPr anchor="ctr"/>
          <a:lstStyle/>
          <a:p>
            <a:r>
              <a:rPr lang="en-US" dirty="0"/>
              <a:t>15</a:t>
            </a:r>
            <a:r>
              <a:rPr lang="en-US" baseline="30000" dirty="0"/>
              <a:t>th</a:t>
            </a:r>
            <a:r>
              <a:rPr lang="en-US" dirty="0"/>
              <a:t> Jun – 17</a:t>
            </a:r>
            <a:r>
              <a:rPr lang="en-US" baseline="30000" dirty="0"/>
              <a:t>th</a:t>
            </a:r>
            <a:r>
              <a:rPr lang="en-US" dirty="0"/>
              <a:t> Jun</a:t>
            </a:r>
            <a:endParaRPr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709574" y="19633768"/>
            <a:ext cx="6503213" cy="446456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300">
                <a:solidFill>
                  <a:srgbClr val="000000"/>
                </a:solidFill>
                <a:latin typeface="NVIDIA Sans Medium"/>
              </a:rPr>
              <a:t>NVIDIA CONFIDENTIAL. DO NOT DISTRIBUTE.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1463040" y="1097280"/>
            <a:ext cx="33649920" cy="2377440"/>
          </a:xfrm>
          <a:prstGeom prst="rect">
            <a:avLst/>
          </a:prstGeom>
          <a:noFill/>
        </p:spPr>
        <p:txBody>
          <a:bodyPr wrap="square" lIns="50000" tIns="20000" rIns="50000" bIns="20000" anchor="ctr">
            <a:spAutoFit/>
          </a:bodyPr>
          <a:lstStyle/>
          <a:p>
            <a:pPr algn="l"/>
            <a:r>
              <a:rPr sz="7200" b="1" i="0">
                <a:solidFill>
                  <a:srgbClr val="000000"/>
                </a:solidFill>
                <a:latin typeface="NVIDIA Sans Medium"/>
              </a:rPr>
              <a:t>Welcome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463040" y="3756050"/>
            <a:ext cx="33649920" cy="717499"/>
          </a:xfrm>
          <a:prstGeom prst="rect">
            <a:avLst/>
          </a:prstGeom>
          <a:noFill/>
        </p:spPr>
        <p:txBody>
          <a:bodyPr wrap="square" lIns="50000" tIns="20000" rIns="50000" bIns="20000" anchor="ctr">
            <a:spAutoFit/>
          </a:bodyPr>
          <a:lstStyle/>
          <a:p>
            <a:r>
              <a:rPr lang="en-GB" sz="4400" i="1" dirty="0">
                <a:solidFill>
                  <a:srgbClr val="5E5E5E"/>
                </a:solidFill>
                <a:latin typeface="NVIDIA Sans"/>
              </a:rPr>
              <a:t>Three days. Every layer. One complete stack</a:t>
            </a:r>
          </a:p>
        </p:txBody>
      </p:sp>
      <p:sp>
        <p:nvSpPr>
          <p:cNvPr id="5" name="Rectangle 4"/>
          <p:cNvSpPr/>
          <p:nvPr/>
        </p:nvSpPr>
        <p:spPr>
          <a:xfrm>
            <a:off x="1463040" y="4901184"/>
            <a:ext cx="2194560" cy="109728"/>
          </a:xfrm>
          <a:prstGeom prst="rect">
            <a:avLst/>
          </a:prstGeom>
          <a:solidFill>
            <a:srgbClr val="76B9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Rounded Rectangle 5"/>
          <p:cNvSpPr/>
          <p:nvPr/>
        </p:nvSpPr>
        <p:spPr>
          <a:xfrm>
            <a:off x="1828800" y="6583680"/>
            <a:ext cx="32918400" cy="8046720"/>
          </a:xfrm>
          <a:prstGeom prst="roundRect">
            <a:avLst>
              <a:gd name="adj" fmla="val 4000"/>
            </a:avLst>
          </a:prstGeom>
          <a:solidFill>
            <a:srgbClr val="FFFFFF"/>
          </a:solidFill>
          <a:ln w="25400">
            <a:solidFill>
              <a:srgbClr val="76B90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TextBox 6"/>
          <p:cNvSpPr txBox="1"/>
          <p:nvPr/>
        </p:nvSpPr>
        <p:spPr>
          <a:xfrm>
            <a:off x="3657600" y="7315200"/>
            <a:ext cx="29260800" cy="902165"/>
          </a:xfrm>
          <a:prstGeom prst="rect">
            <a:avLst/>
          </a:prstGeom>
          <a:noFill/>
        </p:spPr>
        <p:txBody>
          <a:bodyPr wrap="square" lIns="50000" tIns="20000" rIns="50000" bIns="20000" anchor="t">
            <a:spAutoFit/>
          </a:bodyPr>
          <a:lstStyle/>
          <a:p>
            <a:pPr algn="ctr"/>
            <a:r>
              <a:rPr sz="5600" b="0" i="1" dirty="0">
                <a:solidFill>
                  <a:srgbClr val="5E5E5E"/>
                </a:solidFill>
                <a:latin typeface="NVIDIA Sans"/>
              </a:rPr>
              <a:t>By the end of </a:t>
            </a:r>
            <a:r>
              <a:rPr lang="en-US" sz="5600" b="0" i="1" dirty="0">
                <a:solidFill>
                  <a:srgbClr val="5E5E5E"/>
                </a:solidFill>
                <a:latin typeface="NVIDIA Sans"/>
              </a:rPr>
              <a:t>this 3-day Workshop</a:t>
            </a:r>
            <a:endParaRPr sz="5600" b="0" i="1" dirty="0">
              <a:solidFill>
                <a:srgbClr val="5E5E5E"/>
              </a:solidFill>
              <a:latin typeface="NVIDIA Sans"/>
            </a:endParaRPr>
          </a:p>
        </p:txBody>
      </p:sp>
      <p:sp>
        <p:nvSpPr>
          <p:cNvPr id="8" name="TextBox 7"/>
          <p:cNvSpPr txBox="1"/>
          <p:nvPr/>
        </p:nvSpPr>
        <p:spPr>
          <a:xfrm>
            <a:off x="2560320" y="9509760"/>
            <a:ext cx="31455360" cy="2256382"/>
          </a:xfrm>
          <a:prstGeom prst="rect">
            <a:avLst/>
          </a:prstGeom>
          <a:noFill/>
        </p:spPr>
        <p:txBody>
          <a:bodyPr wrap="square" lIns="50000" tIns="20000" rIns="50000" bIns="20000" anchor="t">
            <a:spAutoFit/>
          </a:bodyPr>
          <a:lstStyle/>
          <a:p>
            <a:pPr algn="ctr"/>
            <a:r>
              <a:rPr lang="en-IN" sz="7200" b="1" dirty="0">
                <a:solidFill>
                  <a:srgbClr val="76B900"/>
                </a:solidFill>
                <a:latin typeface="NVIDIA Sans Medium"/>
              </a:rPr>
              <a:t>you will have explored every layer of the NVIDIA GenAI and Agentic AI stack—and developed a functional agent to see how it all connects.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828800" y="15361920"/>
            <a:ext cx="32918400" cy="655944"/>
          </a:xfrm>
          <a:prstGeom prst="rect">
            <a:avLst/>
          </a:prstGeom>
          <a:noFill/>
        </p:spPr>
        <p:txBody>
          <a:bodyPr wrap="square" lIns="50000" tIns="20000" rIns="50000" bIns="20000" anchor="t">
            <a:spAutoFit/>
          </a:bodyPr>
          <a:lstStyle/>
          <a:p>
            <a:pPr algn="ctr"/>
            <a:r>
              <a:rPr sz="4000" b="0" i="1" dirty="0">
                <a:solidFill>
                  <a:srgbClr val="5E5E5E"/>
                </a:solidFill>
                <a:latin typeface="NVIDIA Sans"/>
              </a:rPr>
              <a:t>Data Curator · Data Designer · NeMo Framework · Evaluator · NIM · NAT · Guardrails</a:t>
            </a:r>
            <a:r>
              <a:rPr lang="en-IN" sz="4000" i="1" dirty="0">
                <a:solidFill>
                  <a:srgbClr val="5E5E5E"/>
                </a:solidFill>
              </a:rPr>
              <a:t> · Blueprint· </a:t>
            </a:r>
            <a:r>
              <a:rPr lang="en-IN" sz="4000" i="1" dirty="0" err="1">
                <a:solidFill>
                  <a:srgbClr val="5E5E5E"/>
                </a:solidFill>
              </a:rPr>
              <a:t>NemoClaw</a:t>
            </a:r>
            <a:r>
              <a:rPr sz="4000" b="0" i="1" dirty="0">
                <a:solidFill>
                  <a:srgbClr val="5E5E5E"/>
                </a:solidFill>
                <a:latin typeface="NVIDIA Sans"/>
              </a:rPr>
              <a:t> · AI Factory</a:t>
            </a:r>
            <a:r>
              <a:rPr lang="en-US" sz="4000" b="0" i="1" dirty="0">
                <a:solidFill>
                  <a:srgbClr val="5E5E5E"/>
                </a:solidFill>
                <a:latin typeface="NVIDIA Sans"/>
              </a:rPr>
              <a:t> </a:t>
            </a:r>
            <a:endParaRPr sz="4000" b="0" i="1" dirty="0">
              <a:solidFill>
                <a:srgbClr val="5E5E5E"/>
              </a:solidFill>
              <a:latin typeface="NVIDIA Sans"/>
            </a:endParaRP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709574" y="19633768"/>
            <a:ext cx="6503213" cy="446456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300">
                <a:solidFill>
                  <a:srgbClr val="000000"/>
                </a:solidFill>
                <a:latin typeface="NVIDIA Sans Medium"/>
              </a:rPr>
              <a:t>NVIDIA CONFIDENTIAL. DO NOT DISTRIBUTE.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1463040" y="1097280"/>
            <a:ext cx="33649920" cy="2377440"/>
          </a:xfrm>
          <a:prstGeom prst="rect">
            <a:avLst/>
          </a:prstGeom>
          <a:noFill/>
        </p:spPr>
        <p:txBody>
          <a:bodyPr wrap="square" lIns="50000" tIns="20000" rIns="50000" bIns="20000" anchor="ctr">
            <a:spAutoFit/>
          </a:bodyPr>
          <a:lstStyle/>
          <a:p>
            <a:pPr algn="l"/>
            <a:r>
              <a:rPr sz="7200" b="1" i="0">
                <a:solidFill>
                  <a:srgbClr val="000000"/>
                </a:solidFill>
                <a:latin typeface="NVIDIA Sans Medium"/>
              </a:rPr>
              <a:t>Your Instructors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463040" y="3474720"/>
            <a:ext cx="33649920" cy="1280160"/>
          </a:xfrm>
          <a:prstGeom prst="rect">
            <a:avLst/>
          </a:prstGeom>
          <a:noFill/>
        </p:spPr>
        <p:txBody>
          <a:bodyPr wrap="square" lIns="50000" tIns="20000" rIns="50000" bIns="20000" anchor="ctr">
            <a:spAutoFit/>
          </a:bodyPr>
          <a:lstStyle/>
          <a:p>
            <a:pPr algn="l"/>
            <a:r>
              <a:rPr sz="4400" b="0" i="1">
                <a:solidFill>
                  <a:srgbClr val="5E5E5E"/>
                </a:solidFill>
                <a:latin typeface="NVIDIA Sans"/>
              </a:rPr>
              <a:t>Bios and contact — for questions during and after the workshop</a:t>
            </a:r>
          </a:p>
        </p:txBody>
      </p:sp>
      <p:sp>
        <p:nvSpPr>
          <p:cNvPr id="5" name="Rectangle 4"/>
          <p:cNvSpPr/>
          <p:nvPr/>
        </p:nvSpPr>
        <p:spPr>
          <a:xfrm>
            <a:off x="1463040" y="4901184"/>
            <a:ext cx="2194560" cy="109728"/>
          </a:xfrm>
          <a:prstGeom prst="rect">
            <a:avLst/>
          </a:prstGeom>
          <a:solidFill>
            <a:srgbClr val="76B9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Rounded Rectangle 5"/>
          <p:cNvSpPr/>
          <p:nvPr/>
        </p:nvSpPr>
        <p:spPr>
          <a:xfrm>
            <a:off x="1463040" y="6533242"/>
            <a:ext cx="10512447" cy="12070068"/>
          </a:xfrm>
          <a:prstGeom prst="roundRect">
            <a:avLst>
              <a:gd name="adj" fmla="val 4000"/>
            </a:avLst>
          </a:prstGeom>
          <a:solidFill>
            <a:srgbClr val="FFFFFF"/>
          </a:solidFill>
          <a:ln w="19050">
            <a:solidFill>
              <a:srgbClr val="76B90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Oval 6"/>
          <p:cNvSpPr/>
          <p:nvPr/>
        </p:nvSpPr>
        <p:spPr>
          <a:xfrm>
            <a:off x="4754880" y="7778712"/>
            <a:ext cx="3657600" cy="3657600"/>
          </a:xfrm>
          <a:prstGeom prst="ellipse">
            <a:avLst/>
          </a:prstGeom>
          <a:solidFill>
            <a:srgbClr val="CDCDCD"/>
          </a:solidFill>
          <a:ln w="19050">
            <a:solidFill>
              <a:srgbClr val="76B90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TextBox 7"/>
          <p:cNvSpPr txBox="1"/>
          <p:nvPr/>
        </p:nvSpPr>
        <p:spPr>
          <a:xfrm>
            <a:off x="4754880" y="7778712"/>
            <a:ext cx="3657600" cy="3657600"/>
          </a:xfrm>
          <a:prstGeom prst="rect">
            <a:avLst/>
          </a:prstGeom>
          <a:noFill/>
        </p:spPr>
        <p:txBody>
          <a:bodyPr wrap="square" lIns="50000" tIns="20000" rIns="50000" bIns="20000" anchor="ctr">
            <a:spAutoFit/>
          </a:bodyPr>
          <a:lstStyle/>
          <a:p>
            <a:pPr algn="ctr"/>
            <a:r>
              <a:rPr sz="8800" b="0" i="0">
                <a:solidFill>
                  <a:srgbClr val="5E5E5E"/>
                </a:solidFill>
                <a:latin typeface="NVIDIA Sans"/>
              </a:rPr>
              <a:t>📷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463040" y="12751162"/>
            <a:ext cx="9692640" cy="1025276"/>
          </a:xfrm>
          <a:prstGeom prst="rect">
            <a:avLst/>
          </a:prstGeom>
          <a:noFill/>
        </p:spPr>
        <p:txBody>
          <a:bodyPr wrap="square" lIns="50000" tIns="20000" rIns="50000" bIns="20000" anchor="t">
            <a:spAutoFit/>
          </a:bodyPr>
          <a:lstStyle/>
          <a:p>
            <a:pPr algn="ctr"/>
            <a:r>
              <a:rPr sz="6400" b="1" i="0" dirty="0">
                <a:solidFill>
                  <a:srgbClr val="76B900"/>
                </a:solidFill>
                <a:latin typeface="NVIDIA Sans Medium"/>
              </a:rPr>
              <a:t>[Name]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463040" y="14762842"/>
            <a:ext cx="9692640" cy="655944"/>
          </a:xfrm>
          <a:prstGeom prst="rect">
            <a:avLst/>
          </a:prstGeom>
          <a:noFill/>
        </p:spPr>
        <p:txBody>
          <a:bodyPr wrap="square" lIns="50000" tIns="20000" rIns="50000" bIns="20000" anchor="t">
            <a:spAutoFit/>
          </a:bodyPr>
          <a:lstStyle/>
          <a:p>
            <a:pPr algn="ctr"/>
            <a:r>
              <a:rPr sz="4000" b="0" i="0" dirty="0">
                <a:solidFill>
                  <a:srgbClr val="000000"/>
                </a:solidFill>
                <a:latin typeface="NVIDIA Sans"/>
              </a:rPr>
              <a:t>[Role · NVIDIA]</a:t>
            </a:r>
          </a:p>
        </p:txBody>
      </p:sp>
      <p:sp>
        <p:nvSpPr>
          <p:cNvPr id="19" name="Rounded Rectangle 18">
            <a:extLst>
              <a:ext uri="{FF2B5EF4-FFF2-40B4-BE49-F238E27FC236}">
                <a16:creationId xmlns:a16="http://schemas.microsoft.com/office/drawing/2014/main" id="{FF240207-250E-F5AC-404C-E12FD95290F0}"/>
              </a:ext>
            </a:extLst>
          </p:cNvPr>
          <p:cNvSpPr/>
          <p:nvPr/>
        </p:nvSpPr>
        <p:spPr>
          <a:xfrm>
            <a:off x="13502640" y="6533242"/>
            <a:ext cx="10512447" cy="12070068"/>
          </a:xfrm>
          <a:prstGeom prst="roundRect">
            <a:avLst>
              <a:gd name="adj" fmla="val 4000"/>
            </a:avLst>
          </a:prstGeom>
          <a:solidFill>
            <a:srgbClr val="FFFFFF"/>
          </a:solidFill>
          <a:ln w="19050">
            <a:solidFill>
              <a:srgbClr val="76B90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0" name="Oval 19">
            <a:extLst>
              <a:ext uri="{FF2B5EF4-FFF2-40B4-BE49-F238E27FC236}">
                <a16:creationId xmlns:a16="http://schemas.microsoft.com/office/drawing/2014/main" id="{4E36939A-A2FE-8F6E-1455-8DBB39F073C6}"/>
              </a:ext>
            </a:extLst>
          </p:cNvPr>
          <p:cNvSpPr/>
          <p:nvPr/>
        </p:nvSpPr>
        <p:spPr>
          <a:xfrm>
            <a:off x="16794480" y="7778712"/>
            <a:ext cx="3657600" cy="3657600"/>
          </a:xfrm>
          <a:prstGeom prst="ellipse">
            <a:avLst/>
          </a:prstGeom>
          <a:solidFill>
            <a:srgbClr val="CDCDCD"/>
          </a:solidFill>
          <a:ln w="19050">
            <a:solidFill>
              <a:srgbClr val="76B90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1" name="TextBox 20">
            <a:extLst>
              <a:ext uri="{FF2B5EF4-FFF2-40B4-BE49-F238E27FC236}">
                <a16:creationId xmlns:a16="http://schemas.microsoft.com/office/drawing/2014/main" id="{2DC9359D-D6A2-CB6C-E1CD-61C4933A53D6}"/>
              </a:ext>
            </a:extLst>
          </p:cNvPr>
          <p:cNvSpPr txBox="1"/>
          <p:nvPr/>
        </p:nvSpPr>
        <p:spPr>
          <a:xfrm>
            <a:off x="16794480" y="7778712"/>
            <a:ext cx="3657600" cy="3657600"/>
          </a:xfrm>
          <a:prstGeom prst="rect">
            <a:avLst/>
          </a:prstGeom>
          <a:noFill/>
        </p:spPr>
        <p:txBody>
          <a:bodyPr wrap="square" lIns="50000" tIns="20000" rIns="50000" bIns="20000" anchor="ctr">
            <a:spAutoFit/>
          </a:bodyPr>
          <a:lstStyle/>
          <a:p>
            <a:pPr algn="ctr"/>
            <a:r>
              <a:rPr sz="8800" b="0" i="0">
                <a:solidFill>
                  <a:srgbClr val="5E5E5E"/>
                </a:solidFill>
                <a:latin typeface="NVIDIA Sans"/>
              </a:rPr>
              <a:t>📷</a:t>
            </a:r>
          </a:p>
        </p:txBody>
      </p:sp>
      <p:sp>
        <p:nvSpPr>
          <p:cNvPr id="22" name="TextBox 21">
            <a:extLst>
              <a:ext uri="{FF2B5EF4-FFF2-40B4-BE49-F238E27FC236}">
                <a16:creationId xmlns:a16="http://schemas.microsoft.com/office/drawing/2014/main" id="{FE6B672D-5B9D-C890-B8D6-3CEF74AA757A}"/>
              </a:ext>
            </a:extLst>
          </p:cNvPr>
          <p:cNvSpPr txBox="1"/>
          <p:nvPr/>
        </p:nvSpPr>
        <p:spPr>
          <a:xfrm>
            <a:off x="13502640" y="12751162"/>
            <a:ext cx="9692640" cy="1025276"/>
          </a:xfrm>
          <a:prstGeom prst="rect">
            <a:avLst/>
          </a:prstGeom>
          <a:noFill/>
        </p:spPr>
        <p:txBody>
          <a:bodyPr wrap="square" lIns="50000" tIns="20000" rIns="50000" bIns="20000" anchor="t">
            <a:spAutoFit/>
          </a:bodyPr>
          <a:lstStyle/>
          <a:p>
            <a:pPr algn="ctr"/>
            <a:r>
              <a:rPr sz="6400" b="1" i="0" dirty="0">
                <a:solidFill>
                  <a:srgbClr val="76B900"/>
                </a:solidFill>
                <a:latin typeface="NVIDIA Sans Medium"/>
              </a:rPr>
              <a:t>[Name]</a:t>
            </a:r>
          </a:p>
        </p:txBody>
      </p:sp>
      <p:sp>
        <p:nvSpPr>
          <p:cNvPr id="23" name="TextBox 22">
            <a:extLst>
              <a:ext uri="{FF2B5EF4-FFF2-40B4-BE49-F238E27FC236}">
                <a16:creationId xmlns:a16="http://schemas.microsoft.com/office/drawing/2014/main" id="{DB8B7217-FAEE-B6FB-9DA0-63BDC21E6BF1}"/>
              </a:ext>
            </a:extLst>
          </p:cNvPr>
          <p:cNvSpPr txBox="1"/>
          <p:nvPr/>
        </p:nvSpPr>
        <p:spPr>
          <a:xfrm>
            <a:off x="13502640" y="14762842"/>
            <a:ext cx="9692640" cy="655944"/>
          </a:xfrm>
          <a:prstGeom prst="rect">
            <a:avLst/>
          </a:prstGeom>
          <a:noFill/>
        </p:spPr>
        <p:txBody>
          <a:bodyPr wrap="square" lIns="50000" tIns="20000" rIns="50000" bIns="20000" anchor="t">
            <a:spAutoFit/>
          </a:bodyPr>
          <a:lstStyle/>
          <a:p>
            <a:pPr algn="ctr"/>
            <a:r>
              <a:rPr sz="4000" b="0" i="0" dirty="0">
                <a:solidFill>
                  <a:srgbClr val="000000"/>
                </a:solidFill>
                <a:latin typeface="NVIDIA Sans"/>
              </a:rPr>
              <a:t>[Role · NVIDIA]</a:t>
            </a:r>
          </a:p>
        </p:txBody>
      </p:sp>
      <p:sp>
        <p:nvSpPr>
          <p:cNvPr id="24" name="Rounded Rectangle 23">
            <a:extLst>
              <a:ext uri="{FF2B5EF4-FFF2-40B4-BE49-F238E27FC236}">
                <a16:creationId xmlns:a16="http://schemas.microsoft.com/office/drawing/2014/main" id="{E375B802-8425-BEF6-5E7A-CC41C29963C8}"/>
              </a:ext>
            </a:extLst>
          </p:cNvPr>
          <p:cNvSpPr/>
          <p:nvPr/>
        </p:nvSpPr>
        <p:spPr>
          <a:xfrm>
            <a:off x="25571669" y="6533242"/>
            <a:ext cx="10512447" cy="12070068"/>
          </a:xfrm>
          <a:prstGeom prst="roundRect">
            <a:avLst>
              <a:gd name="adj" fmla="val 4000"/>
            </a:avLst>
          </a:prstGeom>
          <a:solidFill>
            <a:srgbClr val="FFFFFF"/>
          </a:solidFill>
          <a:ln w="19050">
            <a:solidFill>
              <a:srgbClr val="76B90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5" name="Oval 24">
            <a:extLst>
              <a:ext uri="{FF2B5EF4-FFF2-40B4-BE49-F238E27FC236}">
                <a16:creationId xmlns:a16="http://schemas.microsoft.com/office/drawing/2014/main" id="{CD0EFC1E-A768-2DEF-0676-5298D2A094B4}"/>
              </a:ext>
            </a:extLst>
          </p:cNvPr>
          <p:cNvSpPr/>
          <p:nvPr/>
        </p:nvSpPr>
        <p:spPr>
          <a:xfrm>
            <a:off x="28863509" y="7778712"/>
            <a:ext cx="3657600" cy="3657600"/>
          </a:xfrm>
          <a:prstGeom prst="ellipse">
            <a:avLst/>
          </a:prstGeom>
          <a:solidFill>
            <a:srgbClr val="CDCDCD"/>
          </a:solidFill>
          <a:ln w="19050">
            <a:solidFill>
              <a:srgbClr val="76B90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6" name="TextBox 25">
            <a:extLst>
              <a:ext uri="{FF2B5EF4-FFF2-40B4-BE49-F238E27FC236}">
                <a16:creationId xmlns:a16="http://schemas.microsoft.com/office/drawing/2014/main" id="{2C43E60E-1124-3F6A-D705-0E3F669A2954}"/>
              </a:ext>
            </a:extLst>
          </p:cNvPr>
          <p:cNvSpPr txBox="1"/>
          <p:nvPr/>
        </p:nvSpPr>
        <p:spPr>
          <a:xfrm>
            <a:off x="28863509" y="7778712"/>
            <a:ext cx="3657600" cy="3657600"/>
          </a:xfrm>
          <a:prstGeom prst="rect">
            <a:avLst/>
          </a:prstGeom>
          <a:noFill/>
        </p:spPr>
        <p:txBody>
          <a:bodyPr wrap="square" lIns="50000" tIns="20000" rIns="50000" bIns="20000" anchor="ctr">
            <a:spAutoFit/>
          </a:bodyPr>
          <a:lstStyle/>
          <a:p>
            <a:pPr algn="ctr"/>
            <a:r>
              <a:rPr sz="8800" b="0" i="0">
                <a:solidFill>
                  <a:srgbClr val="5E5E5E"/>
                </a:solidFill>
                <a:latin typeface="NVIDIA Sans"/>
              </a:rPr>
              <a:t>📷</a:t>
            </a:r>
          </a:p>
        </p:txBody>
      </p:sp>
      <p:sp>
        <p:nvSpPr>
          <p:cNvPr id="27" name="TextBox 26">
            <a:extLst>
              <a:ext uri="{FF2B5EF4-FFF2-40B4-BE49-F238E27FC236}">
                <a16:creationId xmlns:a16="http://schemas.microsoft.com/office/drawing/2014/main" id="{41FAEE06-6DAC-E98B-0BF8-982A4DC4B716}"/>
              </a:ext>
            </a:extLst>
          </p:cNvPr>
          <p:cNvSpPr txBox="1"/>
          <p:nvPr/>
        </p:nvSpPr>
        <p:spPr>
          <a:xfrm>
            <a:off x="25571669" y="12751162"/>
            <a:ext cx="9692640" cy="1025276"/>
          </a:xfrm>
          <a:prstGeom prst="rect">
            <a:avLst/>
          </a:prstGeom>
          <a:noFill/>
        </p:spPr>
        <p:txBody>
          <a:bodyPr wrap="square" lIns="50000" tIns="20000" rIns="50000" bIns="20000" anchor="t">
            <a:spAutoFit/>
          </a:bodyPr>
          <a:lstStyle/>
          <a:p>
            <a:pPr algn="ctr"/>
            <a:r>
              <a:rPr sz="6400" b="1" i="0" dirty="0">
                <a:solidFill>
                  <a:srgbClr val="76B900"/>
                </a:solidFill>
                <a:latin typeface="NVIDIA Sans Medium"/>
              </a:rPr>
              <a:t>[Name]</a:t>
            </a:r>
          </a:p>
        </p:txBody>
      </p:sp>
      <p:sp>
        <p:nvSpPr>
          <p:cNvPr id="28" name="TextBox 27">
            <a:extLst>
              <a:ext uri="{FF2B5EF4-FFF2-40B4-BE49-F238E27FC236}">
                <a16:creationId xmlns:a16="http://schemas.microsoft.com/office/drawing/2014/main" id="{B6794AD4-33D9-1C08-21BB-C0AB93F9E6CE}"/>
              </a:ext>
            </a:extLst>
          </p:cNvPr>
          <p:cNvSpPr txBox="1"/>
          <p:nvPr/>
        </p:nvSpPr>
        <p:spPr>
          <a:xfrm>
            <a:off x="25571669" y="14762842"/>
            <a:ext cx="9692640" cy="655944"/>
          </a:xfrm>
          <a:prstGeom prst="rect">
            <a:avLst/>
          </a:prstGeom>
          <a:noFill/>
        </p:spPr>
        <p:txBody>
          <a:bodyPr wrap="square" lIns="50000" tIns="20000" rIns="50000" bIns="20000" anchor="t">
            <a:spAutoFit/>
          </a:bodyPr>
          <a:lstStyle/>
          <a:p>
            <a:pPr algn="ctr"/>
            <a:r>
              <a:rPr sz="4000" b="0" i="0" dirty="0">
                <a:solidFill>
                  <a:srgbClr val="000000"/>
                </a:solidFill>
                <a:latin typeface="NVIDIA Sans"/>
              </a:rPr>
              <a:t>[Role · NVIDIA]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709574" y="19633768"/>
            <a:ext cx="6503213" cy="446456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300">
                <a:solidFill>
                  <a:srgbClr val="000000"/>
                </a:solidFill>
                <a:latin typeface="NVIDIA Sans Medium"/>
              </a:rPr>
              <a:t>NVIDIA CONFIDENTIAL. DO NOT DISTRIBUTE.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1463040" y="1097280"/>
            <a:ext cx="33649920" cy="2377440"/>
          </a:xfrm>
          <a:prstGeom prst="rect">
            <a:avLst/>
          </a:prstGeom>
          <a:noFill/>
        </p:spPr>
        <p:txBody>
          <a:bodyPr wrap="square" lIns="50000" tIns="20000" rIns="50000" bIns="20000" anchor="ctr">
            <a:spAutoFit/>
          </a:bodyPr>
          <a:lstStyle/>
          <a:p>
            <a:pPr algn="l"/>
            <a:r>
              <a:rPr sz="7200" b="1" i="0">
                <a:solidFill>
                  <a:srgbClr val="000000"/>
                </a:solidFill>
                <a:latin typeface="NVIDIA Sans Medium"/>
              </a:rPr>
              <a:t>What the GenAI Specialist Program Is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463040" y="3474720"/>
            <a:ext cx="33649920" cy="1280160"/>
          </a:xfrm>
          <a:prstGeom prst="rect">
            <a:avLst/>
          </a:prstGeom>
          <a:noFill/>
        </p:spPr>
        <p:txBody>
          <a:bodyPr wrap="square" lIns="50000" tIns="20000" rIns="50000" bIns="20000" anchor="ctr">
            <a:spAutoFit/>
          </a:bodyPr>
          <a:lstStyle/>
          <a:p>
            <a:pPr algn="l"/>
            <a:r>
              <a:rPr sz="4400" b="0" i="1">
                <a:solidFill>
                  <a:srgbClr val="5E5E5E"/>
                </a:solidFill>
                <a:latin typeface="NVIDIA Sans"/>
              </a:rPr>
              <a:t>Positioning vs Foundations and AI Factory Specialist tracks</a:t>
            </a:r>
          </a:p>
        </p:txBody>
      </p:sp>
      <p:sp>
        <p:nvSpPr>
          <p:cNvPr id="5" name="Rectangle 4"/>
          <p:cNvSpPr/>
          <p:nvPr/>
        </p:nvSpPr>
        <p:spPr>
          <a:xfrm>
            <a:off x="1463040" y="4901184"/>
            <a:ext cx="2194560" cy="109728"/>
          </a:xfrm>
          <a:prstGeom prst="rect">
            <a:avLst/>
          </a:prstGeom>
          <a:solidFill>
            <a:srgbClr val="76B9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Rounded Rectangle 5"/>
          <p:cNvSpPr/>
          <p:nvPr/>
        </p:nvSpPr>
        <p:spPr>
          <a:xfrm>
            <a:off x="1463040" y="5852160"/>
            <a:ext cx="10789920" cy="12435840"/>
          </a:xfrm>
          <a:prstGeom prst="roundRect">
            <a:avLst>
              <a:gd name="adj" fmla="val 4000"/>
            </a:avLst>
          </a:prstGeom>
          <a:solidFill>
            <a:srgbClr val="FFFFFF"/>
          </a:solidFill>
          <a:ln w="19050">
            <a:solidFill>
              <a:srgbClr val="CDCDCD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Rectangle 6"/>
          <p:cNvSpPr/>
          <p:nvPr/>
        </p:nvSpPr>
        <p:spPr>
          <a:xfrm>
            <a:off x="1463040" y="5852160"/>
            <a:ext cx="10789920" cy="1828800"/>
          </a:xfrm>
          <a:prstGeom prst="rect">
            <a:avLst/>
          </a:prstGeom>
          <a:solidFill>
            <a:srgbClr val="CDCDC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TextBox 7"/>
          <p:cNvSpPr txBox="1"/>
          <p:nvPr/>
        </p:nvSpPr>
        <p:spPr>
          <a:xfrm>
            <a:off x="1463040" y="5852160"/>
            <a:ext cx="10789920" cy="1828800"/>
          </a:xfrm>
          <a:prstGeom prst="rect">
            <a:avLst/>
          </a:prstGeom>
          <a:noFill/>
        </p:spPr>
        <p:txBody>
          <a:bodyPr wrap="square" lIns="50000" tIns="20000" rIns="50000" bIns="20000" anchor="ctr">
            <a:spAutoFit/>
          </a:bodyPr>
          <a:lstStyle/>
          <a:p>
            <a:pPr algn="ctr"/>
            <a:r>
              <a:rPr sz="5200" b="1" i="0">
                <a:solidFill>
                  <a:srgbClr val="000000"/>
                </a:solidFill>
                <a:latin typeface="NVIDIA Sans Medium"/>
              </a:rPr>
              <a:t>Foundations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2194560" y="8229600"/>
            <a:ext cx="9326880" cy="1463040"/>
          </a:xfrm>
          <a:prstGeom prst="rect">
            <a:avLst/>
          </a:prstGeom>
          <a:noFill/>
        </p:spPr>
        <p:txBody>
          <a:bodyPr wrap="square" lIns="50000" tIns="20000" rIns="50000" bIns="20000" anchor="t">
            <a:spAutoFit/>
          </a:bodyPr>
          <a:lstStyle/>
          <a:p>
            <a:pPr algn="ctr"/>
            <a:r>
              <a:rPr sz="4400" b="1" i="1">
                <a:solidFill>
                  <a:srgbClr val="CDCDCD"/>
                </a:solidFill>
                <a:latin typeface="NVIDIA Sans Medium"/>
              </a:rPr>
              <a:t>Entry-level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2194560" y="9692640"/>
            <a:ext cx="9326880" cy="655944"/>
          </a:xfrm>
          <a:prstGeom prst="rect">
            <a:avLst/>
          </a:prstGeom>
          <a:noFill/>
        </p:spPr>
        <p:txBody>
          <a:bodyPr wrap="square" lIns="50000" tIns="20000" rIns="50000" bIns="20000" anchor="t">
            <a:spAutoFit/>
          </a:bodyPr>
          <a:lstStyle/>
          <a:p>
            <a:pPr algn="ctr"/>
            <a:r>
              <a:rPr lang="en-US" sz="4000" b="0" i="0" dirty="0">
                <a:solidFill>
                  <a:srgbClr val="5E5E5E"/>
                </a:solidFill>
                <a:latin typeface="NVIDIA Sans"/>
              </a:rPr>
              <a:t>Theory</a:t>
            </a:r>
            <a:r>
              <a:rPr sz="4000" b="0" i="0" dirty="0">
                <a:solidFill>
                  <a:srgbClr val="5E5E5E"/>
                </a:solidFill>
                <a:latin typeface="NVIDIA Sans"/>
              </a:rPr>
              <a:t> · 1 day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2194560" y="11521440"/>
            <a:ext cx="9326880" cy="6217920"/>
          </a:xfrm>
          <a:prstGeom prst="rect">
            <a:avLst/>
          </a:prstGeom>
          <a:noFill/>
        </p:spPr>
        <p:txBody>
          <a:bodyPr wrap="square" lIns="50000" tIns="20000" rIns="50000" bIns="20000" anchor="t">
            <a:spAutoFit/>
          </a:bodyPr>
          <a:lstStyle/>
          <a:p>
            <a:pPr algn="l"/>
            <a:r>
              <a:rPr sz="4000" b="0" i="0">
                <a:solidFill>
                  <a:srgbClr val="000000"/>
                </a:solidFill>
                <a:latin typeface="NVIDIA Sans"/>
              </a:rPr>
              <a:t>What is an LLM? · Prompting · RAG basics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12801600" y="5852160"/>
            <a:ext cx="10789920" cy="12435840"/>
          </a:xfrm>
          <a:prstGeom prst="roundRect">
            <a:avLst>
              <a:gd name="adj" fmla="val 4000"/>
            </a:avLst>
          </a:prstGeom>
          <a:solidFill>
            <a:srgbClr val="E2F0D9"/>
          </a:solidFill>
          <a:ln w="31750">
            <a:solidFill>
              <a:srgbClr val="76B90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3" name="Rectangle 12"/>
          <p:cNvSpPr/>
          <p:nvPr/>
        </p:nvSpPr>
        <p:spPr>
          <a:xfrm>
            <a:off x="12801600" y="5852160"/>
            <a:ext cx="10789920" cy="1828800"/>
          </a:xfrm>
          <a:prstGeom prst="rect">
            <a:avLst/>
          </a:prstGeom>
          <a:solidFill>
            <a:srgbClr val="76B9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4" name="TextBox 13"/>
          <p:cNvSpPr txBox="1"/>
          <p:nvPr/>
        </p:nvSpPr>
        <p:spPr>
          <a:xfrm>
            <a:off x="12801600" y="5852160"/>
            <a:ext cx="10789920" cy="1828800"/>
          </a:xfrm>
          <a:prstGeom prst="rect">
            <a:avLst/>
          </a:prstGeom>
          <a:noFill/>
        </p:spPr>
        <p:txBody>
          <a:bodyPr wrap="square" lIns="50000" tIns="20000" rIns="50000" bIns="20000" anchor="ctr">
            <a:spAutoFit/>
          </a:bodyPr>
          <a:lstStyle/>
          <a:p>
            <a:pPr algn="ctr"/>
            <a:r>
              <a:rPr sz="5200" b="1" i="0">
                <a:solidFill>
                  <a:srgbClr val="000000"/>
                </a:solidFill>
                <a:latin typeface="NVIDIA Sans Medium"/>
              </a:rPr>
              <a:t>GenAI Specialist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3533120" y="8229600"/>
            <a:ext cx="9326880" cy="1463040"/>
          </a:xfrm>
          <a:prstGeom prst="rect">
            <a:avLst/>
          </a:prstGeom>
          <a:noFill/>
        </p:spPr>
        <p:txBody>
          <a:bodyPr wrap="square" lIns="50000" tIns="20000" rIns="50000" bIns="20000" anchor="t">
            <a:spAutoFit/>
          </a:bodyPr>
          <a:lstStyle/>
          <a:p>
            <a:pPr algn="ctr"/>
            <a:r>
              <a:rPr sz="4400" b="1" i="1">
                <a:solidFill>
                  <a:srgbClr val="76B900"/>
                </a:solidFill>
                <a:latin typeface="NVIDIA Sans Medium"/>
              </a:rPr>
              <a:t>← We are here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13533120" y="9692640"/>
            <a:ext cx="9326880" cy="1463040"/>
          </a:xfrm>
          <a:prstGeom prst="rect">
            <a:avLst/>
          </a:prstGeom>
          <a:noFill/>
        </p:spPr>
        <p:txBody>
          <a:bodyPr wrap="square" lIns="50000" tIns="20000" rIns="50000" bIns="20000" anchor="t">
            <a:spAutoFit/>
          </a:bodyPr>
          <a:lstStyle/>
          <a:p>
            <a:pPr algn="ctr"/>
            <a:r>
              <a:rPr sz="4000" b="0" i="0">
                <a:solidFill>
                  <a:srgbClr val="5E5E5E"/>
                </a:solidFill>
                <a:latin typeface="NVIDIA Sans"/>
              </a:rPr>
              <a:t>Hands-on · 3 days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13533120" y="11521440"/>
            <a:ext cx="9326880" cy="6217920"/>
          </a:xfrm>
          <a:prstGeom prst="rect">
            <a:avLst/>
          </a:prstGeom>
          <a:noFill/>
        </p:spPr>
        <p:txBody>
          <a:bodyPr wrap="square" lIns="50000" tIns="20000" rIns="50000" bIns="20000" anchor="t">
            <a:spAutoFit/>
          </a:bodyPr>
          <a:lstStyle/>
          <a:p>
            <a:pPr algn="l"/>
            <a:r>
              <a:rPr sz="4000" b="0" i="0">
                <a:solidFill>
                  <a:srgbClr val="000000"/>
                </a:solidFill>
                <a:latin typeface="NVIDIA Sans"/>
              </a:rPr>
              <a:t>End-to-end customisation: data → train → eval → deploy → orchestrate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24140160" y="5852160"/>
            <a:ext cx="10789920" cy="12435840"/>
          </a:xfrm>
          <a:prstGeom prst="roundRect">
            <a:avLst>
              <a:gd name="adj" fmla="val 4000"/>
            </a:avLst>
          </a:prstGeom>
          <a:solidFill>
            <a:srgbClr val="FFFFFF"/>
          </a:solidFill>
          <a:ln w="19050">
            <a:solidFill>
              <a:srgbClr val="008564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9" name="Rectangle 18"/>
          <p:cNvSpPr/>
          <p:nvPr/>
        </p:nvSpPr>
        <p:spPr>
          <a:xfrm>
            <a:off x="24140160" y="5852160"/>
            <a:ext cx="10789920" cy="1828800"/>
          </a:xfrm>
          <a:prstGeom prst="rect">
            <a:avLst/>
          </a:prstGeom>
          <a:solidFill>
            <a:srgbClr val="00856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0" name="TextBox 19"/>
          <p:cNvSpPr txBox="1"/>
          <p:nvPr/>
        </p:nvSpPr>
        <p:spPr>
          <a:xfrm>
            <a:off x="24140160" y="5852160"/>
            <a:ext cx="10789920" cy="1828800"/>
          </a:xfrm>
          <a:prstGeom prst="rect">
            <a:avLst/>
          </a:prstGeom>
          <a:noFill/>
        </p:spPr>
        <p:txBody>
          <a:bodyPr wrap="square" lIns="50000" tIns="20000" rIns="50000" bIns="20000" anchor="ctr">
            <a:spAutoFit/>
          </a:bodyPr>
          <a:lstStyle/>
          <a:p>
            <a:pPr algn="ctr"/>
            <a:r>
              <a:rPr sz="5200" b="1" i="0">
                <a:solidFill>
                  <a:srgbClr val="FFFFFF"/>
                </a:solidFill>
                <a:latin typeface="NVIDIA Sans Medium"/>
              </a:rPr>
              <a:t>AI Factory Specialist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24871680" y="8229600"/>
            <a:ext cx="9326880" cy="1463040"/>
          </a:xfrm>
          <a:prstGeom prst="rect">
            <a:avLst/>
          </a:prstGeom>
          <a:noFill/>
        </p:spPr>
        <p:txBody>
          <a:bodyPr wrap="square" lIns="50000" tIns="20000" rIns="50000" bIns="20000" anchor="t">
            <a:spAutoFit/>
          </a:bodyPr>
          <a:lstStyle/>
          <a:p>
            <a:pPr algn="ctr"/>
            <a:r>
              <a:rPr sz="4400" b="1" i="1">
                <a:solidFill>
                  <a:srgbClr val="008564"/>
                </a:solidFill>
                <a:latin typeface="NVIDIA Sans Medium"/>
              </a:rPr>
              <a:t>Infra-deep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24871680" y="9692640"/>
            <a:ext cx="9326880" cy="1463040"/>
          </a:xfrm>
          <a:prstGeom prst="rect">
            <a:avLst/>
          </a:prstGeom>
          <a:noFill/>
        </p:spPr>
        <p:txBody>
          <a:bodyPr wrap="square" lIns="50000" tIns="20000" rIns="50000" bIns="20000" anchor="t">
            <a:spAutoFit/>
          </a:bodyPr>
          <a:lstStyle/>
          <a:p>
            <a:pPr algn="ctr"/>
            <a:r>
              <a:rPr sz="4000" b="0" i="0">
                <a:solidFill>
                  <a:srgbClr val="5E5E5E"/>
                </a:solidFill>
                <a:latin typeface="NVIDIA Sans"/>
              </a:rPr>
              <a:t>Hands-on · 3 days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24871680" y="11521440"/>
            <a:ext cx="9326880" cy="6217920"/>
          </a:xfrm>
          <a:prstGeom prst="rect">
            <a:avLst/>
          </a:prstGeom>
          <a:noFill/>
        </p:spPr>
        <p:txBody>
          <a:bodyPr wrap="square" lIns="50000" tIns="20000" rIns="50000" bIns="20000" anchor="t">
            <a:spAutoFit/>
          </a:bodyPr>
          <a:lstStyle/>
          <a:p>
            <a:pPr algn="l"/>
            <a:r>
              <a:rPr sz="4000" b="0" i="0">
                <a:solidFill>
                  <a:srgbClr val="000000"/>
                </a:solidFill>
                <a:latin typeface="NVIDIA Sans"/>
              </a:rPr>
              <a:t>BCM · Mission Control · Run:AI · sizing · NIM Operator @ fleet scale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709574" y="19633768"/>
            <a:ext cx="6503213" cy="446456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300">
                <a:solidFill>
                  <a:srgbClr val="000000"/>
                </a:solidFill>
                <a:latin typeface="NVIDIA Sans Medium"/>
              </a:rPr>
              <a:t>NVIDIA CONFIDENTIAL. DO NOT DISTRIBUTE.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1463040" y="1097280"/>
            <a:ext cx="33649920" cy="2377440"/>
          </a:xfrm>
          <a:prstGeom prst="rect">
            <a:avLst/>
          </a:prstGeom>
          <a:noFill/>
        </p:spPr>
        <p:txBody>
          <a:bodyPr wrap="square" lIns="50000" tIns="20000" rIns="50000" bIns="20000" anchor="ctr">
            <a:spAutoFit/>
          </a:bodyPr>
          <a:lstStyle/>
          <a:p>
            <a:pPr algn="l"/>
            <a:r>
              <a:rPr sz="7200" b="1" i="0">
                <a:solidFill>
                  <a:srgbClr val="000000"/>
                </a:solidFill>
                <a:latin typeface="NVIDIA Sans Medium"/>
              </a:rPr>
              <a:t>The 3-Day Journey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463040" y="3474720"/>
            <a:ext cx="33649920" cy="1280160"/>
          </a:xfrm>
          <a:prstGeom prst="rect">
            <a:avLst/>
          </a:prstGeom>
          <a:noFill/>
        </p:spPr>
        <p:txBody>
          <a:bodyPr wrap="square" lIns="50000" tIns="20000" rIns="50000" bIns="20000" anchor="ctr">
            <a:spAutoFit/>
          </a:bodyPr>
          <a:lstStyle/>
          <a:p>
            <a:pPr algn="l"/>
            <a:r>
              <a:rPr sz="4400" b="0" i="1">
                <a:solidFill>
                  <a:srgbClr val="5E5E5E"/>
                </a:solidFill>
                <a:latin typeface="NVIDIA Sans"/>
              </a:rPr>
              <a:t>Each day builds on the previous; everything traces back to one anchor app</a:t>
            </a:r>
          </a:p>
        </p:txBody>
      </p:sp>
      <p:sp>
        <p:nvSpPr>
          <p:cNvPr id="5" name="Rectangle 4"/>
          <p:cNvSpPr/>
          <p:nvPr/>
        </p:nvSpPr>
        <p:spPr>
          <a:xfrm>
            <a:off x="1463040" y="4901184"/>
            <a:ext cx="2194560" cy="109728"/>
          </a:xfrm>
          <a:prstGeom prst="rect">
            <a:avLst/>
          </a:prstGeom>
          <a:solidFill>
            <a:srgbClr val="76B9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Rounded Rectangle 5"/>
          <p:cNvSpPr/>
          <p:nvPr/>
        </p:nvSpPr>
        <p:spPr>
          <a:xfrm>
            <a:off x="2011680" y="6217920"/>
            <a:ext cx="32186880" cy="3657600"/>
          </a:xfrm>
          <a:prstGeom prst="roundRect">
            <a:avLst>
              <a:gd name="adj" fmla="val 4000"/>
            </a:avLst>
          </a:prstGeom>
          <a:solidFill>
            <a:srgbClr val="FFFFFF"/>
          </a:solidFill>
          <a:ln w="25400">
            <a:solidFill>
              <a:srgbClr val="76B90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Rectangle 6"/>
          <p:cNvSpPr/>
          <p:nvPr/>
        </p:nvSpPr>
        <p:spPr>
          <a:xfrm>
            <a:off x="2011680" y="6217920"/>
            <a:ext cx="1097280" cy="3657600"/>
          </a:xfrm>
          <a:prstGeom prst="rect">
            <a:avLst/>
          </a:prstGeom>
          <a:solidFill>
            <a:srgbClr val="76B9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TextBox 7"/>
          <p:cNvSpPr txBox="1"/>
          <p:nvPr/>
        </p:nvSpPr>
        <p:spPr>
          <a:xfrm>
            <a:off x="3657600" y="6583680"/>
            <a:ext cx="3657600" cy="1463040"/>
          </a:xfrm>
          <a:prstGeom prst="rect">
            <a:avLst/>
          </a:prstGeom>
          <a:noFill/>
        </p:spPr>
        <p:txBody>
          <a:bodyPr wrap="square" lIns="50000" tIns="20000" rIns="50000" bIns="20000" anchor="t">
            <a:spAutoFit/>
          </a:bodyPr>
          <a:lstStyle/>
          <a:p>
            <a:pPr algn="l"/>
            <a:r>
              <a:rPr sz="6000" b="1" i="0">
                <a:solidFill>
                  <a:srgbClr val="76B900"/>
                </a:solidFill>
                <a:latin typeface="NVIDIA Sans Medium"/>
              </a:rPr>
              <a:t>Day 1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7863840" y="6583680"/>
            <a:ext cx="24871680" cy="1463040"/>
          </a:xfrm>
          <a:prstGeom prst="rect">
            <a:avLst/>
          </a:prstGeom>
          <a:noFill/>
        </p:spPr>
        <p:txBody>
          <a:bodyPr wrap="square" lIns="50000" tIns="20000" rIns="50000" bIns="20000" anchor="t">
            <a:spAutoFit/>
          </a:bodyPr>
          <a:lstStyle/>
          <a:p>
            <a:pPr algn="l"/>
            <a:r>
              <a:rPr sz="5600" b="1" i="0">
                <a:solidFill>
                  <a:srgbClr val="000000"/>
                </a:solidFill>
                <a:latin typeface="NVIDIA Sans Medium"/>
              </a:rPr>
              <a:t>Why &amp; What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3657600" y="8229600"/>
            <a:ext cx="30358080" cy="1463040"/>
          </a:xfrm>
          <a:prstGeom prst="rect">
            <a:avLst/>
          </a:prstGeom>
          <a:noFill/>
        </p:spPr>
        <p:txBody>
          <a:bodyPr wrap="square" lIns="50000" tIns="20000" rIns="50000" bIns="20000" anchor="t">
            <a:spAutoFit/>
          </a:bodyPr>
          <a:lstStyle/>
          <a:p>
            <a:pPr algn="l"/>
            <a:r>
              <a:rPr sz="4000" b="0" i="0" dirty="0">
                <a:solidFill>
                  <a:srgbClr val="5E5E5E"/>
                </a:solidFill>
                <a:latin typeface="NVIDIA Sans"/>
              </a:rPr>
              <a:t>Foundations · AI Factory backdrop · NVIDIA service map · Meet the AML agent · Data prep · NeMo Curator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2011680" y="10607040"/>
            <a:ext cx="32186880" cy="3657600"/>
          </a:xfrm>
          <a:prstGeom prst="roundRect">
            <a:avLst>
              <a:gd name="adj" fmla="val 4000"/>
            </a:avLst>
          </a:prstGeom>
          <a:solidFill>
            <a:srgbClr val="FFFFFF"/>
          </a:solidFill>
          <a:ln w="25400">
            <a:solidFill>
              <a:srgbClr val="008564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2" name="Rectangle 11"/>
          <p:cNvSpPr/>
          <p:nvPr/>
        </p:nvSpPr>
        <p:spPr>
          <a:xfrm>
            <a:off x="2011680" y="10607040"/>
            <a:ext cx="1097280" cy="3657600"/>
          </a:xfrm>
          <a:prstGeom prst="rect">
            <a:avLst/>
          </a:prstGeom>
          <a:solidFill>
            <a:srgbClr val="00856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3" name="TextBox 12"/>
          <p:cNvSpPr txBox="1"/>
          <p:nvPr/>
        </p:nvSpPr>
        <p:spPr>
          <a:xfrm>
            <a:off x="3657600" y="10972800"/>
            <a:ext cx="3657600" cy="1463040"/>
          </a:xfrm>
          <a:prstGeom prst="rect">
            <a:avLst/>
          </a:prstGeom>
          <a:noFill/>
        </p:spPr>
        <p:txBody>
          <a:bodyPr wrap="square" lIns="50000" tIns="20000" rIns="50000" bIns="20000" anchor="t">
            <a:spAutoFit/>
          </a:bodyPr>
          <a:lstStyle/>
          <a:p>
            <a:pPr algn="l"/>
            <a:r>
              <a:rPr sz="6000" b="1" i="0">
                <a:solidFill>
                  <a:srgbClr val="008564"/>
                </a:solidFill>
                <a:latin typeface="NVIDIA Sans Medium"/>
              </a:rPr>
              <a:t>Day 2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7863840" y="10972800"/>
            <a:ext cx="24871680" cy="1463040"/>
          </a:xfrm>
          <a:prstGeom prst="rect">
            <a:avLst/>
          </a:prstGeom>
          <a:noFill/>
        </p:spPr>
        <p:txBody>
          <a:bodyPr wrap="square" lIns="50000" tIns="20000" rIns="50000" bIns="20000" anchor="t">
            <a:spAutoFit/>
          </a:bodyPr>
          <a:lstStyle/>
          <a:p>
            <a:pPr algn="l"/>
            <a:r>
              <a:rPr sz="5600" b="1" i="0">
                <a:solidFill>
                  <a:srgbClr val="000000"/>
                </a:solidFill>
                <a:latin typeface="NVIDIA Sans Medium"/>
              </a:rPr>
              <a:t>Train the Brain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3657600" y="12618720"/>
            <a:ext cx="30358080" cy="1463040"/>
          </a:xfrm>
          <a:prstGeom prst="rect">
            <a:avLst/>
          </a:prstGeom>
          <a:noFill/>
        </p:spPr>
        <p:txBody>
          <a:bodyPr wrap="square" lIns="50000" tIns="20000" rIns="50000" bIns="20000" anchor="t">
            <a:spAutoFit/>
          </a:bodyPr>
          <a:lstStyle/>
          <a:p>
            <a:pPr algn="l"/>
            <a:r>
              <a:rPr sz="4000" b="0" i="0" dirty="0">
                <a:solidFill>
                  <a:srgbClr val="5E5E5E"/>
                </a:solidFill>
                <a:latin typeface="NVIDIA Sans"/>
              </a:rPr>
              <a:t>CPT theory + hands-on · NeMo Data Designer · SFT (LoRA on 30B) · RL post-training · NeMo Evaluator · NIM intro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2011680" y="14996160"/>
            <a:ext cx="32186880" cy="3657600"/>
          </a:xfrm>
          <a:prstGeom prst="roundRect">
            <a:avLst>
              <a:gd name="adj" fmla="val 4000"/>
            </a:avLst>
          </a:prstGeom>
          <a:solidFill>
            <a:srgbClr val="FFFFFF"/>
          </a:solidFill>
          <a:ln w="25400">
            <a:solidFill>
              <a:srgbClr val="5D168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7" name="Rectangle 16"/>
          <p:cNvSpPr/>
          <p:nvPr/>
        </p:nvSpPr>
        <p:spPr>
          <a:xfrm>
            <a:off x="2011680" y="14996160"/>
            <a:ext cx="1097280" cy="3657600"/>
          </a:xfrm>
          <a:prstGeom prst="rect">
            <a:avLst/>
          </a:prstGeom>
          <a:solidFill>
            <a:srgbClr val="5D168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8" name="TextBox 17"/>
          <p:cNvSpPr txBox="1"/>
          <p:nvPr/>
        </p:nvSpPr>
        <p:spPr>
          <a:xfrm>
            <a:off x="3657600" y="15361920"/>
            <a:ext cx="3657600" cy="1463040"/>
          </a:xfrm>
          <a:prstGeom prst="rect">
            <a:avLst/>
          </a:prstGeom>
          <a:noFill/>
        </p:spPr>
        <p:txBody>
          <a:bodyPr wrap="square" lIns="50000" tIns="20000" rIns="50000" bIns="20000" anchor="t">
            <a:spAutoFit/>
          </a:bodyPr>
          <a:lstStyle/>
          <a:p>
            <a:pPr algn="l"/>
            <a:r>
              <a:rPr sz="6000" b="1" i="0">
                <a:solidFill>
                  <a:srgbClr val="5D1682"/>
                </a:solidFill>
                <a:latin typeface="NVIDIA Sans Medium"/>
              </a:rPr>
              <a:t>Day 3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7863840" y="15361920"/>
            <a:ext cx="24871680" cy="1463040"/>
          </a:xfrm>
          <a:prstGeom prst="rect">
            <a:avLst/>
          </a:prstGeom>
          <a:noFill/>
        </p:spPr>
        <p:txBody>
          <a:bodyPr wrap="square" lIns="50000" tIns="20000" rIns="50000" bIns="20000" anchor="t">
            <a:spAutoFit/>
          </a:bodyPr>
          <a:lstStyle/>
          <a:p>
            <a:pPr algn="l"/>
            <a:r>
              <a:rPr sz="5600" b="1" i="0">
                <a:solidFill>
                  <a:srgbClr val="000000"/>
                </a:solidFill>
                <a:latin typeface="NVIDIA Sans Medium"/>
              </a:rPr>
              <a:t>Ship It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3657600" y="17007840"/>
            <a:ext cx="30358080" cy="1463040"/>
          </a:xfrm>
          <a:prstGeom prst="rect">
            <a:avLst/>
          </a:prstGeom>
          <a:noFill/>
        </p:spPr>
        <p:txBody>
          <a:bodyPr wrap="square" lIns="50000" tIns="20000" rIns="50000" bIns="20000" anchor="t">
            <a:spAutoFit/>
          </a:bodyPr>
          <a:lstStyle/>
          <a:p>
            <a:pPr algn="l"/>
            <a:r>
              <a:rPr sz="4000" b="0" i="0" dirty="0">
                <a:solidFill>
                  <a:srgbClr val="5E5E5E"/>
                </a:solidFill>
                <a:latin typeface="NVIDIA Sans"/>
              </a:rPr>
              <a:t>NeMo Agent Toolkit · K8s Operator · Guardrails · </a:t>
            </a:r>
            <a:r>
              <a:rPr sz="4000" b="0" i="0" dirty="0" err="1">
                <a:solidFill>
                  <a:srgbClr val="5E5E5E"/>
                </a:solidFill>
                <a:latin typeface="NVIDIA Sans"/>
              </a:rPr>
              <a:t>NemoClaw</a:t>
            </a:r>
            <a:r>
              <a:rPr sz="4000" b="0" i="0" dirty="0">
                <a:solidFill>
                  <a:srgbClr val="5E5E5E"/>
                </a:solidFill>
                <a:latin typeface="NVIDIA Sans"/>
              </a:rPr>
              <a:t> · Blueprints flyover · AI Factory offerings · breakouts + wrap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709574" y="19633768"/>
            <a:ext cx="6503213" cy="446456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300">
                <a:solidFill>
                  <a:srgbClr val="000000"/>
                </a:solidFill>
                <a:latin typeface="NVIDIA Sans Medium"/>
              </a:rPr>
              <a:t>NVIDIA CONFIDENTIAL. DO NOT DISTRIBUTE.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1463040" y="1097280"/>
            <a:ext cx="33649920" cy="2377440"/>
          </a:xfrm>
          <a:prstGeom prst="rect">
            <a:avLst/>
          </a:prstGeom>
          <a:noFill/>
        </p:spPr>
        <p:txBody>
          <a:bodyPr wrap="square" lIns="50000" tIns="20000" rIns="50000" bIns="20000" anchor="ctr">
            <a:spAutoFit/>
          </a:bodyPr>
          <a:lstStyle/>
          <a:p>
            <a:pPr algn="l"/>
            <a:r>
              <a:rPr sz="7200" b="1" i="0">
                <a:solidFill>
                  <a:srgbClr val="000000"/>
                </a:solidFill>
                <a:latin typeface="NVIDIA Sans Medium"/>
              </a:rPr>
              <a:t>What You'll Learn — Day 1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463040" y="3474720"/>
            <a:ext cx="33649920" cy="1280160"/>
          </a:xfrm>
          <a:prstGeom prst="rect">
            <a:avLst/>
          </a:prstGeom>
          <a:noFill/>
        </p:spPr>
        <p:txBody>
          <a:bodyPr wrap="square" lIns="50000" tIns="20000" rIns="50000" bIns="20000" anchor="ctr">
            <a:spAutoFit/>
          </a:bodyPr>
          <a:lstStyle/>
          <a:p>
            <a:pPr algn="l"/>
            <a:r>
              <a:rPr sz="4400" b="0" i="1" dirty="0">
                <a:solidFill>
                  <a:srgbClr val="5E5E5E"/>
                </a:solidFill>
                <a:latin typeface="NVIDIA Sans"/>
              </a:rPr>
              <a:t>Foundations + Data + Curator</a:t>
            </a:r>
          </a:p>
        </p:txBody>
      </p:sp>
      <p:sp>
        <p:nvSpPr>
          <p:cNvPr id="5" name="Rectangle 4"/>
          <p:cNvSpPr/>
          <p:nvPr/>
        </p:nvSpPr>
        <p:spPr>
          <a:xfrm>
            <a:off x="1463040" y="4901184"/>
            <a:ext cx="2194560" cy="109728"/>
          </a:xfrm>
          <a:prstGeom prst="rect">
            <a:avLst/>
          </a:prstGeom>
          <a:solidFill>
            <a:srgbClr val="76B9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Rounded Rectangle 5"/>
          <p:cNvSpPr/>
          <p:nvPr/>
        </p:nvSpPr>
        <p:spPr>
          <a:xfrm>
            <a:off x="2011680" y="6217920"/>
            <a:ext cx="32918400" cy="2560320"/>
          </a:xfrm>
          <a:prstGeom prst="roundRect">
            <a:avLst>
              <a:gd name="adj" fmla="val 4000"/>
            </a:avLst>
          </a:prstGeom>
          <a:solidFill>
            <a:srgbClr val="F7F7F7"/>
          </a:solidFill>
          <a:ln w="12700">
            <a:solidFill>
              <a:srgbClr val="76B90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Oval 6"/>
          <p:cNvSpPr/>
          <p:nvPr/>
        </p:nvSpPr>
        <p:spPr>
          <a:xfrm>
            <a:off x="2560320" y="6949440"/>
            <a:ext cx="1097280" cy="1097280"/>
          </a:xfrm>
          <a:prstGeom prst="ellipse">
            <a:avLst/>
          </a:prstGeom>
          <a:solidFill>
            <a:srgbClr val="76B9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TextBox 7"/>
          <p:cNvSpPr txBox="1"/>
          <p:nvPr/>
        </p:nvSpPr>
        <p:spPr>
          <a:xfrm>
            <a:off x="2560320" y="6949440"/>
            <a:ext cx="1097280" cy="1097280"/>
          </a:xfrm>
          <a:prstGeom prst="rect">
            <a:avLst/>
          </a:prstGeom>
          <a:noFill/>
        </p:spPr>
        <p:txBody>
          <a:bodyPr wrap="square" lIns="50000" tIns="20000" rIns="50000" bIns="20000" anchor="ctr">
            <a:spAutoFit/>
          </a:bodyPr>
          <a:lstStyle/>
          <a:p>
            <a:pPr algn="ctr"/>
            <a:r>
              <a:rPr sz="4800" b="1" i="0">
                <a:solidFill>
                  <a:srgbClr val="FFFFFF"/>
                </a:solidFill>
                <a:latin typeface="NVIDIA Sans Medium"/>
              </a:rPr>
              <a:t>✓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389120" y="6400800"/>
            <a:ext cx="10972800" cy="2194560"/>
          </a:xfrm>
          <a:prstGeom prst="rect">
            <a:avLst/>
          </a:prstGeom>
          <a:noFill/>
        </p:spPr>
        <p:txBody>
          <a:bodyPr wrap="square" lIns="50000" tIns="20000" rIns="50000" bIns="20000" anchor="ctr">
            <a:spAutoFit/>
          </a:bodyPr>
          <a:lstStyle/>
          <a:p>
            <a:pPr algn="l"/>
            <a:r>
              <a:rPr sz="5200" b="1" i="0">
                <a:solidFill>
                  <a:srgbClr val="76B900"/>
                </a:solidFill>
                <a:latin typeface="NVIDIA Sans Medium"/>
              </a:rPr>
              <a:t>AI Factory in context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6459200" y="6400800"/>
            <a:ext cx="18288000" cy="2194560"/>
          </a:xfrm>
          <a:prstGeom prst="rect">
            <a:avLst/>
          </a:prstGeom>
          <a:noFill/>
        </p:spPr>
        <p:txBody>
          <a:bodyPr wrap="square" lIns="50000" tIns="20000" rIns="50000" bIns="20000" anchor="ctr">
            <a:spAutoFit/>
          </a:bodyPr>
          <a:lstStyle/>
          <a:p>
            <a:pPr algn="l"/>
            <a:r>
              <a:rPr sz="4400" b="0" i="0">
                <a:solidFill>
                  <a:srgbClr val="000000"/>
                </a:solidFill>
                <a:latin typeface="NVIDIA Sans"/>
              </a:rPr>
              <a:t>NCP / OEM / CSP / DGX flavours and when each applies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2011680" y="9144000"/>
            <a:ext cx="32918400" cy="2560320"/>
          </a:xfrm>
          <a:prstGeom prst="roundRect">
            <a:avLst>
              <a:gd name="adj" fmla="val 4000"/>
            </a:avLst>
          </a:prstGeom>
          <a:solidFill>
            <a:srgbClr val="F7F7F7"/>
          </a:solidFill>
          <a:ln w="12700">
            <a:solidFill>
              <a:srgbClr val="76B90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2" name="Oval 11"/>
          <p:cNvSpPr/>
          <p:nvPr/>
        </p:nvSpPr>
        <p:spPr>
          <a:xfrm>
            <a:off x="2560320" y="9875520"/>
            <a:ext cx="1097280" cy="1097280"/>
          </a:xfrm>
          <a:prstGeom prst="ellipse">
            <a:avLst/>
          </a:prstGeom>
          <a:solidFill>
            <a:srgbClr val="76B9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3" name="TextBox 12"/>
          <p:cNvSpPr txBox="1"/>
          <p:nvPr/>
        </p:nvSpPr>
        <p:spPr>
          <a:xfrm>
            <a:off x="2560320" y="9875520"/>
            <a:ext cx="1097280" cy="1097280"/>
          </a:xfrm>
          <a:prstGeom prst="rect">
            <a:avLst/>
          </a:prstGeom>
          <a:noFill/>
        </p:spPr>
        <p:txBody>
          <a:bodyPr wrap="square" lIns="50000" tIns="20000" rIns="50000" bIns="20000" anchor="ctr">
            <a:spAutoFit/>
          </a:bodyPr>
          <a:lstStyle/>
          <a:p>
            <a:pPr algn="ctr"/>
            <a:r>
              <a:rPr sz="4800" b="1" i="0">
                <a:solidFill>
                  <a:srgbClr val="FFFFFF"/>
                </a:solidFill>
                <a:latin typeface="NVIDIA Sans Medium"/>
              </a:rPr>
              <a:t>✓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4389120" y="9326880"/>
            <a:ext cx="10972800" cy="2194560"/>
          </a:xfrm>
          <a:prstGeom prst="rect">
            <a:avLst/>
          </a:prstGeom>
          <a:noFill/>
        </p:spPr>
        <p:txBody>
          <a:bodyPr wrap="square" lIns="50000" tIns="20000" rIns="50000" bIns="20000" anchor="ctr">
            <a:spAutoFit/>
          </a:bodyPr>
          <a:lstStyle/>
          <a:p>
            <a:pPr algn="l"/>
            <a:r>
              <a:rPr sz="5200" b="1" i="0">
                <a:solidFill>
                  <a:srgbClr val="76B900"/>
                </a:solidFill>
                <a:latin typeface="NVIDIA Sans Medium"/>
              </a:rPr>
              <a:t>The full NVIDIA stack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6459200" y="9326880"/>
            <a:ext cx="18288000" cy="2194560"/>
          </a:xfrm>
          <a:prstGeom prst="rect">
            <a:avLst/>
          </a:prstGeom>
          <a:noFill/>
        </p:spPr>
        <p:txBody>
          <a:bodyPr wrap="square" lIns="50000" tIns="20000" rIns="50000" bIns="20000" anchor="ctr">
            <a:spAutoFit/>
          </a:bodyPr>
          <a:lstStyle/>
          <a:p>
            <a:pPr algn="l"/>
            <a:r>
              <a:rPr sz="4400" b="0" i="0">
                <a:solidFill>
                  <a:srgbClr val="000000"/>
                </a:solidFill>
                <a:latin typeface="NVIDIA Sans"/>
              </a:rPr>
              <a:t>Every GenAI / Agentic service mapped to a layer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2011680" y="12070080"/>
            <a:ext cx="32918400" cy="2560320"/>
          </a:xfrm>
          <a:prstGeom prst="roundRect">
            <a:avLst>
              <a:gd name="adj" fmla="val 4000"/>
            </a:avLst>
          </a:prstGeom>
          <a:solidFill>
            <a:srgbClr val="F7F7F7"/>
          </a:solidFill>
          <a:ln w="12700">
            <a:solidFill>
              <a:srgbClr val="76B90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7" name="Oval 16"/>
          <p:cNvSpPr/>
          <p:nvPr/>
        </p:nvSpPr>
        <p:spPr>
          <a:xfrm>
            <a:off x="2560320" y="12801600"/>
            <a:ext cx="1097280" cy="1097280"/>
          </a:xfrm>
          <a:prstGeom prst="ellipse">
            <a:avLst/>
          </a:prstGeom>
          <a:solidFill>
            <a:srgbClr val="76B9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8" name="TextBox 17"/>
          <p:cNvSpPr txBox="1"/>
          <p:nvPr/>
        </p:nvSpPr>
        <p:spPr>
          <a:xfrm>
            <a:off x="2560320" y="12801600"/>
            <a:ext cx="1097280" cy="1097280"/>
          </a:xfrm>
          <a:prstGeom prst="rect">
            <a:avLst/>
          </a:prstGeom>
          <a:noFill/>
        </p:spPr>
        <p:txBody>
          <a:bodyPr wrap="square" lIns="50000" tIns="20000" rIns="50000" bIns="20000" anchor="ctr">
            <a:spAutoFit/>
          </a:bodyPr>
          <a:lstStyle/>
          <a:p>
            <a:pPr algn="ctr"/>
            <a:r>
              <a:rPr sz="4800" b="1" i="0">
                <a:solidFill>
                  <a:srgbClr val="FFFFFF"/>
                </a:solidFill>
                <a:latin typeface="NVIDIA Sans Medium"/>
              </a:rPr>
              <a:t>✓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4389120" y="12252960"/>
            <a:ext cx="10972800" cy="2194560"/>
          </a:xfrm>
          <a:prstGeom prst="rect">
            <a:avLst/>
          </a:prstGeom>
          <a:noFill/>
        </p:spPr>
        <p:txBody>
          <a:bodyPr wrap="square" lIns="50000" tIns="20000" rIns="50000" bIns="20000" anchor="ctr">
            <a:spAutoFit/>
          </a:bodyPr>
          <a:lstStyle/>
          <a:p>
            <a:pPr algn="l"/>
            <a:r>
              <a:rPr sz="5200" b="1" i="0">
                <a:solidFill>
                  <a:srgbClr val="76B900"/>
                </a:solidFill>
                <a:latin typeface="NVIDIA Sans Medium"/>
              </a:rPr>
              <a:t>The AML agent end-to-end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16459200" y="12252960"/>
            <a:ext cx="18288000" cy="2194560"/>
          </a:xfrm>
          <a:prstGeom prst="rect">
            <a:avLst/>
          </a:prstGeom>
          <a:noFill/>
        </p:spPr>
        <p:txBody>
          <a:bodyPr wrap="square" lIns="50000" tIns="20000" rIns="50000" bIns="20000" anchor="ctr">
            <a:spAutoFit/>
          </a:bodyPr>
          <a:lstStyle/>
          <a:p>
            <a:pPr algn="l"/>
            <a:r>
              <a:rPr sz="4400" b="0" i="0">
                <a:solidFill>
                  <a:srgbClr val="000000"/>
                </a:solidFill>
                <a:latin typeface="NVIDIA Sans"/>
              </a:rPr>
              <a:t>Live demo · architecture · 7-phase build map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2011680" y="14996160"/>
            <a:ext cx="32918400" cy="2560320"/>
          </a:xfrm>
          <a:prstGeom prst="roundRect">
            <a:avLst>
              <a:gd name="adj" fmla="val 4000"/>
            </a:avLst>
          </a:prstGeom>
          <a:solidFill>
            <a:srgbClr val="F7F7F7"/>
          </a:solidFill>
          <a:ln w="12700">
            <a:solidFill>
              <a:srgbClr val="76B90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2" name="Oval 21"/>
          <p:cNvSpPr/>
          <p:nvPr/>
        </p:nvSpPr>
        <p:spPr>
          <a:xfrm>
            <a:off x="2560320" y="15727680"/>
            <a:ext cx="1097280" cy="1097280"/>
          </a:xfrm>
          <a:prstGeom prst="ellipse">
            <a:avLst/>
          </a:prstGeom>
          <a:solidFill>
            <a:srgbClr val="76B9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3" name="TextBox 22"/>
          <p:cNvSpPr txBox="1"/>
          <p:nvPr/>
        </p:nvSpPr>
        <p:spPr>
          <a:xfrm>
            <a:off x="2560320" y="15727680"/>
            <a:ext cx="1097280" cy="1097280"/>
          </a:xfrm>
          <a:prstGeom prst="rect">
            <a:avLst/>
          </a:prstGeom>
          <a:noFill/>
        </p:spPr>
        <p:txBody>
          <a:bodyPr wrap="square" lIns="50000" tIns="20000" rIns="50000" bIns="20000" anchor="ctr">
            <a:spAutoFit/>
          </a:bodyPr>
          <a:lstStyle/>
          <a:p>
            <a:pPr algn="ctr"/>
            <a:r>
              <a:rPr sz="4800" b="1" i="0">
                <a:solidFill>
                  <a:srgbClr val="FFFFFF"/>
                </a:solidFill>
                <a:latin typeface="NVIDIA Sans Medium"/>
              </a:rPr>
              <a:t>✓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4389120" y="15179040"/>
            <a:ext cx="10972800" cy="2194560"/>
          </a:xfrm>
          <a:prstGeom prst="rect">
            <a:avLst/>
          </a:prstGeom>
          <a:noFill/>
        </p:spPr>
        <p:txBody>
          <a:bodyPr wrap="square" lIns="50000" tIns="20000" rIns="50000" bIns="20000" anchor="ctr">
            <a:spAutoFit/>
          </a:bodyPr>
          <a:lstStyle/>
          <a:p>
            <a:pPr algn="l"/>
            <a:r>
              <a:rPr sz="5200" b="1" i="0" dirty="0">
                <a:solidFill>
                  <a:srgbClr val="76B900"/>
                </a:solidFill>
                <a:latin typeface="NVIDIA Sans Medium"/>
              </a:rPr>
              <a:t>Hands-on: NeMo Curator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16459200" y="15179040"/>
            <a:ext cx="18288000" cy="2194560"/>
          </a:xfrm>
          <a:prstGeom prst="rect">
            <a:avLst/>
          </a:prstGeom>
          <a:noFill/>
        </p:spPr>
        <p:txBody>
          <a:bodyPr wrap="square" lIns="50000" tIns="20000" rIns="50000" bIns="20000" anchor="ctr">
            <a:spAutoFit/>
          </a:bodyPr>
          <a:lstStyle/>
          <a:p>
            <a:pPr algn="l"/>
            <a:r>
              <a:rPr sz="4400" b="0" i="0">
                <a:solidFill>
                  <a:srgbClr val="000000"/>
                </a:solidFill>
                <a:latin typeface="NVIDIA Sans"/>
              </a:rPr>
              <a:t>Dedup, filter, redact 100 MB of real AML corpus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709574" y="19633768"/>
            <a:ext cx="6503213" cy="446456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300">
                <a:solidFill>
                  <a:srgbClr val="000000"/>
                </a:solidFill>
                <a:latin typeface="NVIDIA Sans Medium"/>
              </a:rPr>
              <a:t>NVIDIA CONFIDENTIAL. DO NOT DISTRIBUTE.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1463040" y="1097280"/>
            <a:ext cx="33649920" cy="2377440"/>
          </a:xfrm>
          <a:prstGeom prst="rect">
            <a:avLst/>
          </a:prstGeom>
          <a:noFill/>
        </p:spPr>
        <p:txBody>
          <a:bodyPr wrap="square" lIns="50000" tIns="20000" rIns="50000" bIns="20000" anchor="ctr">
            <a:spAutoFit/>
          </a:bodyPr>
          <a:lstStyle/>
          <a:p>
            <a:pPr algn="l"/>
            <a:r>
              <a:rPr sz="7200" b="1" i="0">
                <a:solidFill>
                  <a:srgbClr val="000000"/>
                </a:solidFill>
                <a:latin typeface="NVIDIA Sans Medium"/>
              </a:rPr>
              <a:t>What You'll Learn — Day 2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463040" y="3474720"/>
            <a:ext cx="33649920" cy="1280160"/>
          </a:xfrm>
          <a:prstGeom prst="rect">
            <a:avLst/>
          </a:prstGeom>
          <a:noFill/>
        </p:spPr>
        <p:txBody>
          <a:bodyPr wrap="square" lIns="50000" tIns="20000" rIns="50000" bIns="20000" anchor="ctr">
            <a:spAutoFit/>
          </a:bodyPr>
          <a:lstStyle/>
          <a:p>
            <a:pPr algn="l"/>
            <a:r>
              <a:rPr sz="4400" b="0" i="1">
                <a:solidFill>
                  <a:srgbClr val="5E5E5E"/>
                </a:solidFill>
                <a:latin typeface="NVIDIA Sans"/>
              </a:rPr>
              <a:t>Train the Brain — CPT, SDG, SFT, RL, and continuous eval</a:t>
            </a:r>
          </a:p>
        </p:txBody>
      </p:sp>
      <p:sp>
        <p:nvSpPr>
          <p:cNvPr id="5" name="Rectangle 4"/>
          <p:cNvSpPr/>
          <p:nvPr/>
        </p:nvSpPr>
        <p:spPr>
          <a:xfrm>
            <a:off x="1463040" y="4901184"/>
            <a:ext cx="2194560" cy="109728"/>
          </a:xfrm>
          <a:prstGeom prst="rect">
            <a:avLst/>
          </a:prstGeom>
          <a:solidFill>
            <a:srgbClr val="76B9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Rounded Rectangle 5"/>
          <p:cNvSpPr/>
          <p:nvPr/>
        </p:nvSpPr>
        <p:spPr>
          <a:xfrm>
            <a:off x="2011680" y="5852160"/>
            <a:ext cx="32918400" cy="1755648"/>
          </a:xfrm>
          <a:prstGeom prst="roundRect">
            <a:avLst>
              <a:gd name="adj" fmla="val 4000"/>
            </a:avLst>
          </a:prstGeom>
          <a:solidFill>
            <a:srgbClr val="F7F7F7"/>
          </a:solidFill>
          <a:ln w="12700">
            <a:solidFill>
              <a:srgbClr val="008564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Oval 6"/>
          <p:cNvSpPr/>
          <p:nvPr/>
        </p:nvSpPr>
        <p:spPr>
          <a:xfrm>
            <a:off x="2560320" y="6217920"/>
            <a:ext cx="1024128" cy="1024128"/>
          </a:xfrm>
          <a:prstGeom prst="ellipse">
            <a:avLst/>
          </a:prstGeom>
          <a:solidFill>
            <a:srgbClr val="00856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TextBox 7"/>
          <p:cNvSpPr txBox="1"/>
          <p:nvPr/>
        </p:nvSpPr>
        <p:spPr>
          <a:xfrm>
            <a:off x="2560320" y="6217920"/>
            <a:ext cx="1024128" cy="1024128"/>
          </a:xfrm>
          <a:prstGeom prst="rect">
            <a:avLst/>
          </a:prstGeom>
          <a:noFill/>
        </p:spPr>
        <p:txBody>
          <a:bodyPr wrap="square" lIns="50000" tIns="20000" rIns="50000" bIns="20000" anchor="ctr">
            <a:spAutoFit/>
          </a:bodyPr>
          <a:lstStyle/>
          <a:p>
            <a:pPr algn="ctr"/>
            <a:r>
              <a:rPr sz="4400" b="1" i="0">
                <a:solidFill>
                  <a:srgbClr val="FFFFFF"/>
                </a:solidFill>
                <a:latin typeface="NVIDIA Sans Medium"/>
              </a:rPr>
              <a:t>✓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206240" y="5852160"/>
            <a:ext cx="12801600" cy="1755648"/>
          </a:xfrm>
          <a:prstGeom prst="rect">
            <a:avLst/>
          </a:prstGeom>
          <a:noFill/>
        </p:spPr>
        <p:txBody>
          <a:bodyPr wrap="square" lIns="50000" tIns="20000" rIns="50000" bIns="20000" anchor="ctr">
            <a:spAutoFit/>
          </a:bodyPr>
          <a:lstStyle/>
          <a:p>
            <a:pPr algn="l"/>
            <a:r>
              <a:rPr sz="4800" b="1" i="0">
                <a:solidFill>
                  <a:srgbClr val="008564"/>
                </a:solidFill>
                <a:latin typeface="NVIDIA Sans Medium"/>
              </a:rPr>
              <a:t>CPT — Continued Pre-Training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7739360" y="5852160"/>
            <a:ext cx="17190720" cy="1755648"/>
          </a:xfrm>
          <a:prstGeom prst="rect">
            <a:avLst/>
          </a:prstGeom>
          <a:noFill/>
        </p:spPr>
        <p:txBody>
          <a:bodyPr wrap="square" lIns="50000" tIns="20000" rIns="50000" bIns="20000" anchor="ctr">
            <a:spAutoFit/>
          </a:bodyPr>
          <a:lstStyle/>
          <a:p>
            <a:pPr algn="l"/>
            <a:r>
              <a:rPr sz="4000" b="0" i="0">
                <a:solidFill>
                  <a:srgbClr val="000000"/>
                </a:solidFill>
                <a:latin typeface="NVIDIA Sans"/>
              </a:rPr>
              <a:t>2-stage strategy · FP8 · parallelism · packing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2011680" y="7900416"/>
            <a:ext cx="32918400" cy="1755648"/>
          </a:xfrm>
          <a:prstGeom prst="roundRect">
            <a:avLst>
              <a:gd name="adj" fmla="val 4000"/>
            </a:avLst>
          </a:prstGeom>
          <a:solidFill>
            <a:srgbClr val="F7F7F7"/>
          </a:solidFill>
          <a:ln w="12700">
            <a:solidFill>
              <a:srgbClr val="008564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2" name="Oval 11"/>
          <p:cNvSpPr/>
          <p:nvPr/>
        </p:nvSpPr>
        <p:spPr>
          <a:xfrm>
            <a:off x="2560320" y="8266176"/>
            <a:ext cx="1024128" cy="1024128"/>
          </a:xfrm>
          <a:prstGeom prst="ellipse">
            <a:avLst/>
          </a:prstGeom>
          <a:solidFill>
            <a:srgbClr val="00856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3" name="TextBox 12"/>
          <p:cNvSpPr txBox="1"/>
          <p:nvPr/>
        </p:nvSpPr>
        <p:spPr>
          <a:xfrm>
            <a:off x="2560320" y="8266176"/>
            <a:ext cx="1024128" cy="1024128"/>
          </a:xfrm>
          <a:prstGeom prst="rect">
            <a:avLst/>
          </a:prstGeom>
          <a:noFill/>
        </p:spPr>
        <p:txBody>
          <a:bodyPr wrap="square" lIns="50000" tIns="20000" rIns="50000" bIns="20000" anchor="ctr">
            <a:spAutoFit/>
          </a:bodyPr>
          <a:lstStyle/>
          <a:p>
            <a:pPr algn="ctr"/>
            <a:r>
              <a:rPr sz="4400" b="1" i="0">
                <a:solidFill>
                  <a:srgbClr val="FFFFFF"/>
                </a:solidFill>
                <a:latin typeface="NVIDIA Sans Medium"/>
              </a:rPr>
              <a:t>✓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4206240" y="7900416"/>
            <a:ext cx="12801600" cy="1755648"/>
          </a:xfrm>
          <a:prstGeom prst="rect">
            <a:avLst/>
          </a:prstGeom>
          <a:noFill/>
        </p:spPr>
        <p:txBody>
          <a:bodyPr wrap="square" lIns="50000" tIns="20000" rIns="50000" bIns="20000" anchor="ctr">
            <a:spAutoFit/>
          </a:bodyPr>
          <a:lstStyle/>
          <a:p>
            <a:pPr algn="l"/>
            <a:r>
              <a:rPr sz="4800" b="1" i="0">
                <a:solidFill>
                  <a:srgbClr val="008564"/>
                </a:solidFill>
                <a:latin typeface="NVIDIA Sans Medium"/>
              </a:rPr>
              <a:t>SDG with Data Designer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7739360" y="7900416"/>
            <a:ext cx="17190720" cy="1755648"/>
          </a:xfrm>
          <a:prstGeom prst="rect">
            <a:avLst/>
          </a:prstGeom>
          <a:noFill/>
        </p:spPr>
        <p:txBody>
          <a:bodyPr wrap="square" lIns="50000" tIns="20000" rIns="50000" bIns="20000" anchor="ctr">
            <a:spAutoFit/>
          </a:bodyPr>
          <a:lstStyle/>
          <a:p>
            <a:pPr algn="l"/>
            <a:r>
              <a:rPr sz="4000" b="0" i="0">
                <a:solidFill>
                  <a:srgbClr val="000000"/>
                </a:solidFill>
                <a:latin typeface="NVIDIA Sans"/>
              </a:rPr>
              <a:t>Generate the SFT corpus the AML investigator learns from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2011680" y="9948672"/>
            <a:ext cx="32918400" cy="1755648"/>
          </a:xfrm>
          <a:prstGeom prst="roundRect">
            <a:avLst>
              <a:gd name="adj" fmla="val 4000"/>
            </a:avLst>
          </a:prstGeom>
          <a:solidFill>
            <a:srgbClr val="F7F7F7"/>
          </a:solidFill>
          <a:ln w="12700">
            <a:solidFill>
              <a:srgbClr val="008564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7" name="Oval 16"/>
          <p:cNvSpPr/>
          <p:nvPr/>
        </p:nvSpPr>
        <p:spPr>
          <a:xfrm>
            <a:off x="2560320" y="10314432"/>
            <a:ext cx="1024128" cy="1024128"/>
          </a:xfrm>
          <a:prstGeom prst="ellipse">
            <a:avLst/>
          </a:prstGeom>
          <a:solidFill>
            <a:srgbClr val="00856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8" name="TextBox 17"/>
          <p:cNvSpPr txBox="1"/>
          <p:nvPr/>
        </p:nvSpPr>
        <p:spPr>
          <a:xfrm>
            <a:off x="2560320" y="10314432"/>
            <a:ext cx="1024128" cy="1024128"/>
          </a:xfrm>
          <a:prstGeom prst="rect">
            <a:avLst/>
          </a:prstGeom>
          <a:noFill/>
        </p:spPr>
        <p:txBody>
          <a:bodyPr wrap="square" lIns="50000" tIns="20000" rIns="50000" bIns="20000" anchor="ctr">
            <a:spAutoFit/>
          </a:bodyPr>
          <a:lstStyle/>
          <a:p>
            <a:pPr algn="ctr"/>
            <a:r>
              <a:rPr sz="4400" b="1" i="0">
                <a:solidFill>
                  <a:srgbClr val="FFFFFF"/>
                </a:solidFill>
                <a:latin typeface="NVIDIA Sans Medium"/>
              </a:rPr>
              <a:t>✓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4206240" y="9948672"/>
            <a:ext cx="12801600" cy="1755648"/>
          </a:xfrm>
          <a:prstGeom prst="rect">
            <a:avLst/>
          </a:prstGeom>
          <a:noFill/>
        </p:spPr>
        <p:txBody>
          <a:bodyPr wrap="square" lIns="50000" tIns="20000" rIns="50000" bIns="20000" anchor="ctr">
            <a:spAutoFit/>
          </a:bodyPr>
          <a:lstStyle/>
          <a:p>
            <a:pPr algn="l"/>
            <a:r>
              <a:rPr sz="4800" b="1" i="0" dirty="0">
                <a:solidFill>
                  <a:srgbClr val="008564"/>
                </a:solidFill>
                <a:latin typeface="NVIDIA Sans Medium"/>
              </a:rPr>
              <a:t>SFT — LoRA on 30B-A3B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17739360" y="9948672"/>
            <a:ext cx="17190720" cy="1755648"/>
          </a:xfrm>
          <a:prstGeom prst="rect">
            <a:avLst/>
          </a:prstGeom>
          <a:noFill/>
        </p:spPr>
        <p:txBody>
          <a:bodyPr wrap="square" lIns="50000" tIns="20000" rIns="50000" bIns="20000" anchor="ctr">
            <a:spAutoFit/>
          </a:bodyPr>
          <a:lstStyle/>
          <a:p>
            <a:pPr algn="l"/>
            <a:r>
              <a:rPr sz="4000" b="0" i="0">
                <a:solidFill>
                  <a:srgbClr val="000000"/>
                </a:solidFill>
                <a:latin typeface="NVIDIA Sans"/>
              </a:rPr>
              <a:t>Run 10-25 steps on your 2× H100 · same model as production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2011680" y="11996928"/>
            <a:ext cx="32918400" cy="1755648"/>
          </a:xfrm>
          <a:prstGeom prst="roundRect">
            <a:avLst>
              <a:gd name="adj" fmla="val 4000"/>
            </a:avLst>
          </a:prstGeom>
          <a:solidFill>
            <a:srgbClr val="F7F7F7"/>
          </a:solidFill>
          <a:ln w="12700">
            <a:solidFill>
              <a:srgbClr val="008564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2" name="Oval 21"/>
          <p:cNvSpPr/>
          <p:nvPr/>
        </p:nvSpPr>
        <p:spPr>
          <a:xfrm>
            <a:off x="2560320" y="12362688"/>
            <a:ext cx="1024128" cy="1024128"/>
          </a:xfrm>
          <a:prstGeom prst="ellipse">
            <a:avLst/>
          </a:prstGeom>
          <a:solidFill>
            <a:srgbClr val="00856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3" name="TextBox 22"/>
          <p:cNvSpPr txBox="1"/>
          <p:nvPr/>
        </p:nvSpPr>
        <p:spPr>
          <a:xfrm>
            <a:off x="2560320" y="12362688"/>
            <a:ext cx="1024128" cy="1024128"/>
          </a:xfrm>
          <a:prstGeom prst="rect">
            <a:avLst/>
          </a:prstGeom>
          <a:noFill/>
        </p:spPr>
        <p:txBody>
          <a:bodyPr wrap="square" lIns="50000" tIns="20000" rIns="50000" bIns="20000" anchor="ctr">
            <a:spAutoFit/>
          </a:bodyPr>
          <a:lstStyle/>
          <a:p>
            <a:pPr algn="ctr"/>
            <a:r>
              <a:rPr sz="4400" b="1" i="0">
                <a:solidFill>
                  <a:srgbClr val="FFFFFF"/>
                </a:solidFill>
                <a:latin typeface="NVIDIA Sans Medium"/>
              </a:rPr>
              <a:t>✓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4206240" y="11996928"/>
            <a:ext cx="12801600" cy="1755648"/>
          </a:xfrm>
          <a:prstGeom prst="rect">
            <a:avLst/>
          </a:prstGeom>
          <a:noFill/>
        </p:spPr>
        <p:txBody>
          <a:bodyPr wrap="square" lIns="50000" tIns="20000" rIns="50000" bIns="20000" anchor="ctr">
            <a:spAutoFit/>
          </a:bodyPr>
          <a:lstStyle/>
          <a:p>
            <a:pPr algn="l"/>
            <a:r>
              <a:rPr sz="4800" b="1" i="0">
                <a:solidFill>
                  <a:srgbClr val="008564"/>
                </a:solidFill>
                <a:latin typeface="NVIDIA Sans Medium"/>
              </a:rPr>
              <a:t>RL post-training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17739360" y="11996928"/>
            <a:ext cx="17190720" cy="1755648"/>
          </a:xfrm>
          <a:prstGeom prst="rect">
            <a:avLst/>
          </a:prstGeom>
          <a:noFill/>
        </p:spPr>
        <p:txBody>
          <a:bodyPr wrap="square" lIns="50000" tIns="20000" rIns="50000" bIns="20000" anchor="ctr">
            <a:spAutoFit/>
          </a:bodyPr>
          <a:lstStyle/>
          <a:p>
            <a:pPr algn="l"/>
            <a:r>
              <a:rPr sz="4000" b="0" i="0">
                <a:solidFill>
                  <a:srgbClr val="000000"/>
                </a:solidFill>
                <a:latin typeface="NVIDIA Sans"/>
              </a:rPr>
              <a:t>DPO / GRPO theory + a 5-step DPO-LoRA demo</a:t>
            </a:r>
          </a:p>
        </p:txBody>
      </p:sp>
      <p:sp>
        <p:nvSpPr>
          <p:cNvPr id="26" name="Rounded Rectangle 25"/>
          <p:cNvSpPr/>
          <p:nvPr/>
        </p:nvSpPr>
        <p:spPr>
          <a:xfrm>
            <a:off x="2011680" y="14045184"/>
            <a:ext cx="32918400" cy="1755648"/>
          </a:xfrm>
          <a:prstGeom prst="roundRect">
            <a:avLst>
              <a:gd name="adj" fmla="val 4000"/>
            </a:avLst>
          </a:prstGeom>
          <a:solidFill>
            <a:srgbClr val="F7F7F7"/>
          </a:solidFill>
          <a:ln w="12700">
            <a:solidFill>
              <a:srgbClr val="008564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7" name="Oval 26"/>
          <p:cNvSpPr/>
          <p:nvPr/>
        </p:nvSpPr>
        <p:spPr>
          <a:xfrm>
            <a:off x="2560320" y="14410944"/>
            <a:ext cx="1024128" cy="1024128"/>
          </a:xfrm>
          <a:prstGeom prst="ellipse">
            <a:avLst/>
          </a:prstGeom>
          <a:solidFill>
            <a:srgbClr val="00856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8" name="TextBox 27"/>
          <p:cNvSpPr txBox="1"/>
          <p:nvPr/>
        </p:nvSpPr>
        <p:spPr>
          <a:xfrm>
            <a:off x="2560320" y="14410944"/>
            <a:ext cx="1024128" cy="1024128"/>
          </a:xfrm>
          <a:prstGeom prst="rect">
            <a:avLst/>
          </a:prstGeom>
          <a:noFill/>
        </p:spPr>
        <p:txBody>
          <a:bodyPr wrap="square" lIns="50000" tIns="20000" rIns="50000" bIns="20000" anchor="ctr">
            <a:spAutoFit/>
          </a:bodyPr>
          <a:lstStyle/>
          <a:p>
            <a:pPr algn="ctr"/>
            <a:r>
              <a:rPr sz="4400" b="1" i="0">
                <a:solidFill>
                  <a:srgbClr val="FFFFFF"/>
                </a:solidFill>
                <a:latin typeface="NVIDIA Sans Medium"/>
              </a:rPr>
              <a:t>✓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4206240" y="14045184"/>
            <a:ext cx="12801600" cy="1755648"/>
          </a:xfrm>
          <a:prstGeom prst="rect">
            <a:avLst/>
          </a:prstGeom>
          <a:noFill/>
        </p:spPr>
        <p:txBody>
          <a:bodyPr wrap="square" lIns="50000" tIns="20000" rIns="50000" bIns="20000" anchor="ctr">
            <a:spAutoFit/>
          </a:bodyPr>
          <a:lstStyle/>
          <a:p>
            <a:pPr algn="l"/>
            <a:r>
              <a:rPr sz="4800" b="1" i="0" dirty="0">
                <a:solidFill>
                  <a:srgbClr val="008564"/>
                </a:solidFill>
                <a:latin typeface="NVIDIA Sans Medium"/>
              </a:rPr>
              <a:t>NeMo Evaluator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17739360" y="14045184"/>
            <a:ext cx="17190720" cy="1755648"/>
          </a:xfrm>
          <a:prstGeom prst="rect">
            <a:avLst/>
          </a:prstGeom>
          <a:noFill/>
        </p:spPr>
        <p:txBody>
          <a:bodyPr wrap="square" lIns="50000" tIns="20000" rIns="50000" bIns="20000" anchor="ctr">
            <a:spAutoFit/>
          </a:bodyPr>
          <a:lstStyle/>
          <a:p>
            <a:pPr algn="l"/>
            <a:r>
              <a:rPr sz="4000" b="0" i="0">
                <a:solidFill>
                  <a:srgbClr val="000000"/>
                </a:solidFill>
                <a:latin typeface="NVIDIA Sans"/>
              </a:rPr>
              <a:t>Three eval modes; three-way bake-off demo</a:t>
            </a:r>
          </a:p>
        </p:txBody>
      </p:sp>
      <p:sp>
        <p:nvSpPr>
          <p:cNvPr id="31" name="Rounded Rectangle 30"/>
          <p:cNvSpPr/>
          <p:nvPr/>
        </p:nvSpPr>
        <p:spPr>
          <a:xfrm>
            <a:off x="2011680" y="16093440"/>
            <a:ext cx="32918400" cy="1755648"/>
          </a:xfrm>
          <a:prstGeom prst="roundRect">
            <a:avLst>
              <a:gd name="adj" fmla="val 4000"/>
            </a:avLst>
          </a:prstGeom>
          <a:solidFill>
            <a:srgbClr val="F7F7F7"/>
          </a:solidFill>
          <a:ln w="12700">
            <a:solidFill>
              <a:srgbClr val="008564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2" name="Oval 31"/>
          <p:cNvSpPr/>
          <p:nvPr/>
        </p:nvSpPr>
        <p:spPr>
          <a:xfrm>
            <a:off x="2560320" y="16459200"/>
            <a:ext cx="1024128" cy="1024128"/>
          </a:xfrm>
          <a:prstGeom prst="ellipse">
            <a:avLst/>
          </a:prstGeom>
          <a:solidFill>
            <a:srgbClr val="00856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3" name="TextBox 32"/>
          <p:cNvSpPr txBox="1"/>
          <p:nvPr/>
        </p:nvSpPr>
        <p:spPr>
          <a:xfrm>
            <a:off x="2560320" y="16459200"/>
            <a:ext cx="1024128" cy="1024128"/>
          </a:xfrm>
          <a:prstGeom prst="rect">
            <a:avLst/>
          </a:prstGeom>
          <a:noFill/>
        </p:spPr>
        <p:txBody>
          <a:bodyPr wrap="square" lIns="50000" tIns="20000" rIns="50000" bIns="20000" anchor="ctr">
            <a:spAutoFit/>
          </a:bodyPr>
          <a:lstStyle/>
          <a:p>
            <a:pPr algn="ctr"/>
            <a:r>
              <a:rPr sz="4400" b="1" i="0">
                <a:solidFill>
                  <a:srgbClr val="FFFFFF"/>
                </a:solidFill>
                <a:latin typeface="NVIDIA Sans Medium"/>
              </a:rPr>
              <a:t>✓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4206240" y="16093440"/>
            <a:ext cx="12801600" cy="1755648"/>
          </a:xfrm>
          <a:prstGeom prst="rect">
            <a:avLst/>
          </a:prstGeom>
          <a:noFill/>
        </p:spPr>
        <p:txBody>
          <a:bodyPr wrap="square" lIns="50000" tIns="20000" rIns="50000" bIns="20000" anchor="ctr">
            <a:spAutoFit/>
          </a:bodyPr>
          <a:lstStyle/>
          <a:p>
            <a:pPr algn="l"/>
            <a:r>
              <a:rPr sz="4800" b="1" i="0">
                <a:solidFill>
                  <a:srgbClr val="008564"/>
                </a:solidFill>
                <a:latin typeface="NVIDIA Sans Medium"/>
              </a:rPr>
              <a:t>NIM intro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17739360" y="16093440"/>
            <a:ext cx="17190720" cy="1755648"/>
          </a:xfrm>
          <a:prstGeom prst="rect">
            <a:avLst/>
          </a:prstGeom>
          <a:noFill/>
        </p:spPr>
        <p:txBody>
          <a:bodyPr wrap="square" lIns="50000" tIns="20000" rIns="50000" bIns="20000" anchor="ctr">
            <a:spAutoFit/>
          </a:bodyPr>
          <a:lstStyle/>
          <a:p>
            <a:pPr algn="l"/>
            <a:r>
              <a:rPr sz="4000" b="0" i="0">
                <a:solidFill>
                  <a:srgbClr val="000000"/>
                </a:solidFill>
                <a:latin typeface="NVIDIA Sans"/>
              </a:rPr>
              <a:t>What a NIM is + how custom checkpoints get served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709574" y="19633768"/>
            <a:ext cx="6503213" cy="446456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300">
                <a:solidFill>
                  <a:srgbClr val="000000"/>
                </a:solidFill>
                <a:latin typeface="NVIDIA Sans Medium"/>
              </a:rPr>
              <a:t>NVIDIA CONFIDENTIAL. DO NOT DISTRIBUTE.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1463040" y="1097280"/>
            <a:ext cx="33649920" cy="2377440"/>
          </a:xfrm>
          <a:prstGeom prst="rect">
            <a:avLst/>
          </a:prstGeom>
          <a:noFill/>
        </p:spPr>
        <p:txBody>
          <a:bodyPr wrap="square" lIns="50000" tIns="20000" rIns="50000" bIns="20000" anchor="ctr">
            <a:spAutoFit/>
          </a:bodyPr>
          <a:lstStyle/>
          <a:p>
            <a:pPr algn="l"/>
            <a:r>
              <a:rPr sz="7200" b="1" i="0">
                <a:solidFill>
                  <a:srgbClr val="000000"/>
                </a:solidFill>
                <a:latin typeface="NVIDIA Sans Medium"/>
              </a:rPr>
              <a:t>What You'll Learn — Day 3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463040" y="3474720"/>
            <a:ext cx="33649920" cy="1280160"/>
          </a:xfrm>
          <a:prstGeom prst="rect">
            <a:avLst/>
          </a:prstGeom>
          <a:noFill/>
        </p:spPr>
        <p:txBody>
          <a:bodyPr wrap="square" lIns="50000" tIns="20000" rIns="50000" bIns="20000" anchor="ctr">
            <a:spAutoFit/>
          </a:bodyPr>
          <a:lstStyle/>
          <a:p>
            <a:pPr algn="l"/>
            <a:r>
              <a:rPr sz="4400" b="0" i="1">
                <a:solidFill>
                  <a:srgbClr val="5E5E5E"/>
                </a:solidFill>
                <a:latin typeface="NVIDIA Sans"/>
              </a:rPr>
              <a:t>Ship It — agent orchestration, trust, blueprints, AI Factory</a:t>
            </a:r>
          </a:p>
        </p:txBody>
      </p:sp>
      <p:sp>
        <p:nvSpPr>
          <p:cNvPr id="5" name="Rectangle 4"/>
          <p:cNvSpPr/>
          <p:nvPr/>
        </p:nvSpPr>
        <p:spPr>
          <a:xfrm>
            <a:off x="1463040" y="4901184"/>
            <a:ext cx="2194560" cy="109728"/>
          </a:xfrm>
          <a:prstGeom prst="rect">
            <a:avLst/>
          </a:prstGeom>
          <a:solidFill>
            <a:srgbClr val="76B9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Rounded Rectangle 5"/>
          <p:cNvSpPr/>
          <p:nvPr/>
        </p:nvSpPr>
        <p:spPr>
          <a:xfrm>
            <a:off x="2011680" y="5852160"/>
            <a:ext cx="32918400" cy="1755648"/>
          </a:xfrm>
          <a:prstGeom prst="roundRect">
            <a:avLst>
              <a:gd name="adj" fmla="val 4000"/>
            </a:avLst>
          </a:prstGeom>
          <a:solidFill>
            <a:srgbClr val="F7F7F7"/>
          </a:solidFill>
          <a:ln w="12700">
            <a:solidFill>
              <a:srgbClr val="5D168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Oval 6"/>
          <p:cNvSpPr/>
          <p:nvPr/>
        </p:nvSpPr>
        <p:spPr>
          <a:xfrm>
            <a:off x="2560320" y="6217920"/>
            <a:ext cx="1024128" cy="1024128"/>
          </a:xfrm>
          <a:prstGeom prst="ellipse">
            <a:avLst/>
          </a:prstGeom>
          <a:solidFill>
            <a:srgbClr val="5D168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TextBox 7"/>
          <p:cNvSpPr txBox="1"/>
          <p:nvPr/>
        </p:nvSpPr>
        <p:spPr>
          <a:xfrm>
            <a:off x="2560320" y="6217920"/>
            <a:ext cx="1024128" cy="1024128"/>
          </a:xfrm>
          <a:prstGeom prst="rect">
            <a:avLst/>
          </a:prstGeom>
          <a:noFill/>
        </p:spPr>
        <p:txBody>
          <a:bodyPr wrap="square" lIns="50000" tIns="20000" rIns="50000" bIns="20000" anchor="ctr">
            <a:spAutoFit/>
          </a:bodyPr>
          <a:lstStyle/>
          <a:p>
            <a:pPr algn="ctr"/>
            <a:r>
              <a:rPr sz="4400" b="1" i="0">
                <a:solidFill>
                  <a:srgbClr val="FFFFFF"/>
                </a:solidFill>
                <a:latin typeface="NVIDIA Sans Medium"/>
              </a:rPr>
              <a:t>✓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206240" y="5852160"/>
            <a:ext cx="12801600" cy="1755648"/>
          </a:xfrm>
          <a:prstGeom prst="rect">
            <a:avLst/>
          </a:prstGeom>
          <a:noFill/>
        </p:spPr>
        <p:txBody>
          <a:bodyPr wrap="square" lIns="50000" tIns="20000" rIns="50000" bIns="20000" anchor="ctr">
            <a:spAutoFit/>
          </a:bodyPr>
          <a:lstStyle/>
          <a:p>
            <a:pPr algn="l"/>
            <a:r>
              <a:rPr sz="4800" b="1" i="0" dirty="0">
                <a:solidFill>
                  <a:srgbClr val="5D1682"/>
                </a:solidFill>
                <a:latin typeface="NVIDIA Sans Medium"/>
              </a:rPr>
              <a:t>NeMo Agent Toolkit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7739360" y="5852160"/>
            <a:ext cx="17190720" cy="1755648"/>
          </a:xfrm>
          <a:prstGeom prst="rect">
            <a:avLst/>
          </a:prstGeom>
          <a:noFill/>
        </p:spPr>
        <p:txBody>
          <a:bodyPr wrap="square" lIns="50000" tIns="20000" rIns="50000" bIns="20000" anchor="ctr">
            <a:spAutoFit/>
          </a:bodyPr>
          <a:lstStyle/>
          <a:p>
            <a:pPr algn="l"/>
            <a:r>
              <a:rPr sz="4000" b="0" i="0">
                <a:solidFill>
                  <a:srgbClr val="000000"/>
                </a:solidFill>
                <a:latin typeface="NVIDIA Sans"/>
              </a:rPr>
              <a:t>DAG vs ReAct · typed contracts · OTEL → Phoenix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2011680" y="7900416"/>
            <a:ext cx="32918400" cy="1755648"/>
          </a:xfrm>
          <a:prstGeom prst="roundRect">
            <a:avLst>
              <a:gd name="adj" fmla="val 4000"/>
            </a:avLst>
          </a:prstGeom>
          <a:solidFill>
            <a:srgbClr val="F7F7F7"/>
          </a:solidFill>
          <a:ln w="12700">
            <a:solidFill>
              <a:srgbClr val="5D168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2" name="Oval 11"/>
          <p:cNvSpPr/>
          <p:nvPr/>
        </p:nvSpPr>
        <p:spPr>
          <a:xfrm>
            <a:off x="2560320" y="8266176"/>
            <a:ext cx="1024128" cy="1024128"/>
          </a:xfrm>
          <a:prstGeom prst="ellipse">
            <a:avLst/>
          </a:prstGeom>
          <a:solidFill>
            <a:srgbClr val="5D168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3" name="TextBox 12"/>
          <p:cNvSpPr txBox="1"/>
          <p:nvPr/>
        </p:nvSpPr>
        <p:spPr>
          <a:xfrm>
            <a:off x="2560320" y="8266176"/>
            <a:ext cx="1024128" cy="1024128"/>
          </a:xfrm>
          <a:prstGeom prst="rect">
            <a:avLst/>
          </a:prstGeom>
          <a:noFill/>
        </p:spPr>
        <p:txBody>
          <a:bodyPr wrap="square" lIns="50000" tIns="20000" rIns="50000" bIns="20000" anchor="ctr">
            <a:spAutoFit/>
          </a:bodyPr>
          <a:lstStyle/>
          <a:p>
            <a:pPr algn="ctr"/>
            <a:r>
              <a:rPr sz="4400" b="1" i="0">
                <a:solidFill>
                  <a:srgbClr val="FFFFFF"/>
                </a:solidFill>
                <a:latin typeface="NVIDIA Sans Medium"/>
              </a:rPr>
              <a:t>✓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4206240" y="7900416"/>
            <a:ext cx="12801600" cy="1755648"/>
          </a:xfrm>
          <a:prstGeom prst="rect">
            <a:avLst/>
          </a:prstGeom>
          <a:noFill/>
        </p:spPr>
        <p:txBody>
          <a:bodyPr wrap="square" lIns="50000" tIns="20000" rIns="50000" bIns="20000" anchor="ctr">
            <a:spAutoFit/>
          </a:bodyPr>
          <a:lstStyle/>
          <a:p>
            <a:pPr algn="l"/>
            <a:r>
              <a:rPr sz="4800" b="1" i="0">
                <a:solidFill>
                  <a:srgbClr val="5D1682"/>
                </a:solidFill>
                <a:latin typeface="NVIDIA Sans Medium"/>
              </a:rPr>
              <a:t>Custom NIM deployment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7739360" y="7900416"/>
            <a:ext cx="17190720" cy="1755648"/>
          </a:xfrm>
          <a:prstGeom prst="rect">
            <a:avLst/>
          </a:prstGeom>
          <a:noFill/>
        </p:spPr>
        <p:txBody>
          <a:bodyPr wrap="square" lIns="50000" tIns="20000" rIns="50000" bIns="20000" anchor="ctr">
            <a:spAutoFit/>
          </a:bodyPr>
          <a:lstStyle/>
          <a:p>
            <a:pPr algn="l"/>
            <a:r>
              <a:rPr sz="4000" b="0" i="0">
                <a:solidFill>
                  <a:srgbClr val="000000"/>
                </a:solidFill>
                <a:latin typeface="NVIDIA Sans"/>
              </a:rPr>
              <a:t>From sft-final checkpoint to live OpenAI-compat endpoint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2011680" y="9948672"/>
            <a:ext cx="32918400" cy="1755648"/>
          </a:xfrm>
          <a:prstGeom prst="roundRect">
            <a:avLst>
              <a:gd name="adj" fmla="val 4000"/>
            </a:avLst>
          </a:prstGeom>
          <a:solidFill>
            <a:srgbClr val="F7F7F7"/>
          </a:solidFill>
          <a:ln w="12700">
            <a:solidFill>
              <a:srgbClr val="5D168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7" name="Oval 16"/>
          <p:cNvSpPr/>
          <p:nvPr/>
        </p:nvSpPr>
        <p:spPr>
          <a:xfrm>
            <a:off x="2560320" y="10314432"/>
            <a:ext cx="1024128" cy="1024128"/>
          </a:xfrm>
          <a:prstGeom prst="ellipse">
            <a:avLst/>
          </a:prstGeom>
          <a:solidFill>
            <a:srgbClr val="5D168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8" name="TextBox 17"/>
          <p:cNvSpPr txBox="1"/>
          <p:nvPr/>
        </p:nvSpPr>
        <p:spPr>
          <a:xfrm>
            <a:off x="2560320" y="10314432"/>
            <a:ext cx="1024128" cy="1024128"/>
          </a:xfrm>
          <a:prstGeom prst="rect">
            <a:avLst/>
          </a:prstGeom>
          <a:noFill/>
        </p:spPr>
        <p:txBody>
          <a:bodyPr wrap="square" lIns="50000" tIns="20000" rIns="50000" bIns="20000" anchor="ctr">
            <a:spAutoFit/>
          </a:bodyPr>
          <a:lstStyle/>
          <a:p>
            <a:pPr algn="ctr"/>
            <a:r>
              <a:rPr sz="4400" b="1" i="0">
                <a:solidFill>
                  <a:srgbClr val="FFFFFF"/>
                </a:solidFill>
                <a:latin typeface="NVIDIA Sans Medium"/>
              </a:rPr>
              <a:t>✓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4206240" y="9948672"/>
            <a:ext cx="12801600" cy="1755648"/>
          </a:xfrm>
          <a:prstGeom prst="rect">
            <a:avLst/>
          </a:prstGeom>
          <a:noFill/>
        </p:spPr>
        <p:txBody>
          <a:bodyPr wrap="square" lIns="50000" tIns="20000" rIns="50000" bIns="20000" anchor="ctr">
            <a:spAutoFit/>
          </a:bodyPr>
          <a:lstStyle/>
          <a:p>
            <a:pPr algn="l"/>
            <a:r>
              <a:rPr sz="4800" b="1" i="0">
                <a:solidFill>
                  <a:srgbClr val="5D1682"/>
                </a:solidFill>
                <a:latin typeface="NVIDIA Sans Medium"/>
              </a:rPr>
              <a:t>NIM Operator (K8s)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17739360" y="9948672"/>
            <a:ext cx="17190720" cy="1755648"/>
          </a:xfrm>
          <a:prstGeom prst="rect">
            <a:avLst/>
          </a:prstGeom>
          <a:noFill/>
        </p:spPr>
        <p:txBody>
          <a:bodyPr wrap="square" lIns="50000" tIns="20000" rIns="50000" bIns="20000" anchor="ctr">
            <a:spAutoFit/>
          </a:bodyPr>
          <a:lstStyle/>
          <a:p>
            <a:pPr algn="l"/>
            <a:r>
              <a:rPr sz="4000" b="0" i="0">
                <a:solidFill>
                  <a:srgbClr val="000000"/>
                </a:solidFill>
                <a:latin typeface="NVIDIA Sans"/>
              </a:rPr>
              <a:t>Fleet-scale lifecycle, autoscaling, CRDs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2011680" y="11996928"/>
            <a:ext cx="32918400" cy="1755648"/>
          </a:xfrm>
          <a:prstGeom prst="roundRect">
            <a:avLst>
              <a:gd name="adj" fmla="val 4000"/>
            </a:avLst>
          </a:prstGeom>
          <a:solidFill>
            <a:srgbClr val="F7F7F7"/>
          </a:solidFill>
          <a:ln w="12700">
            <a:solidFill>
              <a:srgbClr val="5D168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2" name="Oval 21"/>
          <p:cNvSpPr/>
          <p:nvPr/>
        </p:nvSpPr>
        <p:spPr>
          <a:xfrm>
            <a:off x="2560320" y="12362688"/>
            <a:ext cx="1024128" cy="1024128"/>
          </a:xfrm>
          <a:prstGeom prst="ellipse">
            <a:avLst/>
          </a:prstGeom>
          <a:solidFill>
            <a:srgbClr val="5D168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3" name="TextBox 22"/>
          <p:cNvSpPr txBox="1"/>
          <p:nvPr/>
        </p:nvSpPr>
        <p:spPr>
          <a:xfrm>
            <a:off x="2560320" y="12362688"/>
            <a:ext cx="1024128" cy="1024128"/>
          </a:xfrm>
          <a:prstGeom prst="rect">
            <a:avLst/>
          </a:prstGeom>
          <a:noFill/>
        </p:spPr>
        <p:txBody>
          <a:bodyPr wrap="square" lIns="50000" tIns="20000" rIns="50000" bIns="20000" anchor="ctr">
            <a:spAutoFit/>
          </a:bodyPr>
          <a:lstStyle/>
          <a:p>
            <a:pPr algn="ctr"/>
            <a:r>
              <a:rPr sz="4400" b="1" i="0">
                <a:solidFill>
                  <a:srgbClr val="FFFFFF"/>
                </a:solidFill>
                <a:latin typeface="NVIDIA Sans Medium"/>
              </a:rPr>
              <a:t>✓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4206240" y="11996928"/>
            <a:ext cx="12801600" cy="1755648"/>
          </a:xfrm>
          <a:prstGeom prst="rect">
            <a:avLst/>
          </a:prstGeom>
          <a:noFill/>
        </p:spPr>
        <p:txBody>
          <a:bodyPr wrap="square" lIns="50000" tIns="20000" rIns="50000" bIns="20000" anchor="ctr">
            <a:spAutoFit/>
          </a:bodyPr>
          <a:lstStyle/>
          <a:p>
            <a:pPr algn="l"/>
            <a:r>
              <a:rPr sz="4800" b="1" i="0">
                <a:solidFill>
                  <a:srgbClr val="5D1682"/>
                </a:solidFill>
                <a:latin typeface="NVIDIA Sans Medium"/>
              </a:rPr>
              <a:t>Guardrails + NemoClaw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17739360" y="11996928"/>
            <a:ext cx="17190720" cy="1755648"/>
          </a:xfrm>
          <a:prstGeom prst="rect">
            <a:avLst/>
          </a:prstGeom>
          <a:noFill/>
        </p:spPr>
        <p:txBody>
          <a:bodyPr wrap="square" lIns="50000" tIns="20000" rIns="50000" bIns="20000" anchor="ctr">
            <a:spAutoFit/>
          </a:bodyPr>
          <a:lstStyle/>
          <a:p>
            <a:pPr algn="l"/>
            <a:r>
              <a:rPr sz="4000" b="0" i="0">
                <a:solidFill>
                  <a:srgbClr val="000000"/>
                </a:solidFill>
                <a:latin typeface="NVIDIA Sans"/>
              </a:rPr>
              <a:t>Application-level rails · runtime sandbox · belt and braces</a:t>
            </a:r>
          </a:p>
        </p:txBody>
      </p:sp>
      <p:sp>
        <p:nvSpPr>
          <p:cNvPr id="26" name="Rounded Rectangle 25"/>
          <p:cNvSpPr/>
          <p:nvPr/>
        </p:nvSpPr>
        <p:spPr>
          <a:xfrm>
            <a:off x="2011680" y="14045184"/>
            <a:ext cx="32918400" cy="1755648"/>
          </a:xfrm>
          <a:prstGeom prst="roundRect">
            <a:avLst>
              <a:gd name="adj" fmla="val 4000"/>
            </a:avLst>
          </a:prstGeom>
          <a:solidFill>
            <a:srgbClr val="F7F7F7"/>
          </a:solidFill>
          <a:ln w="12700">
            <a:solidFill>
              <a:srgbClr val="5D168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7" name="Oval 26"/>
          <p:cNvSpPr/>
          <p:nvPr/>
        </p:nvSpPr>
        <p:spPr>
          <a:xfrm>
            <a:off x="2560320" y="14410944"/>
            <a:ext cx="1024128" cy="1024128"/>
          </a:xfrm>
          <a:prstGeom prst="ellipse">
            <a:avLst/>
          </a:prstGeom>
          <a:solidFill>
            <a:srgbClr val="5D168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8" name="TextBox 27"/>
          <p:cNvSpPr txBox="1"/>
          <p:nvPr/>
        </p:nvSpPr>
        <p:spPr>
          <a:xfrm>
            <a:off x="2560320" y="14410944"/>
            <a:ext cx="1024128" cy="1024128"/>
          </a:xfrm>
          <a:prstGeom prst="rect">
            <a:avLst/>
          </a:prstGeom>
          <a:noFill/>
        </p:spPr>
        <p:txBody>
          <a:bodyPr wrap="square" lIns="50000" tIns="20000" rIns="50000" bIns="20000" anchor="ctr">
            <a:spAutoFit/>
          </a:bodyPr>
          <a:lstStyle/>
          <a:p>
            <a:pPr algn="ctr"/>
            <a:r>
              <a:rPr sz="4400" b="1" i="0">
                <a:solidFill>
                  <a:srgbClr val="FFFFFF"/>
                </a:solidFill>
                <a:latin typeface="NVIDIA Sans Medium"/>
              </a:rPr>
              <a:t>✓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4206240" y="14045184"/>
            <a:ext cx="12801600" cy="1755648"/>
          </a:xfrm>
          <a:prstGeom prst="rect">
            <a:avLst/>
          </a:prstGeom>
          <a:noFill/>
        </p:spPr>
        <p:txBody>
          <a:bodyPr wrap="square" lIns="50000" tIns="20000" rIns="50000" bIns="20000" anchor="ctr">
            <a:spAutoFit/>
          </a:bodyPr>
          <a:lstStyle/>
          <a:p>
            <a:pPr algn="l"/>
            <a:r>
              <a:rPr sz="4800" b="1" i="0">
                <a:solidFill>
                  <a:srgbClr val="5D1682"/>
                </a:solidFill>
                <a:latin typeface="NVIDIA Sans Medium"/>
              </a:rPr>
              <a:t>Blueprints flyover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17739360" y="14045184"/>
            <a:ext cx="17190720" cy="1755648"/>
          </a:xfrm>
          <a:prstGeom prst="rect">
            <a:avLst/>
          </a:prstGeom>
          <a:noFill/>
        </p:spPr>
        <p:txBody>
          <a:bodyPr wrap="square" lIns="50000" tIns="20000" rIns="50000" bIns="20000" anchor="ctr">
            <a:spAutoFit/>
          </a:bodyPr>
          <a:lstStyle/>
          <a:p>
            <a:pPr algn="l"/>
            <a:r>
              <a:rPr sz="4000" b="0" i="0">
                <a:solidFill>
                  <a:srgbClr val="000000"/>
                </a:solidFill>
                <a:latin typeface="NVIDIA Sans"/>
              </a:rPr>
              <a:t>Enterprise RAG · Data Flywheel · AI-Q · Safety blueprint</a:t>
            </a:r>
          </a:p>
        </p:txBody>
      </p:sp>
      <p:sp>
        <p:nvSpPr>
          <p:cNvPr id="31" name="Rounded Rectangle 30"/>
          <p:cNvSpPr/>
          <p:nvPr/>
        </p:nvSpPr>
        <p:spPr>
          <a:xfrm>
            <a:off x="2011680" y="16093440"/>
            <a:ext cx="32918400" cy="1755648"/>
          </a:xfrm>
          <a:prstGeom prst="roundRect">
            <a:avLst>
              <a:gd name="adj" fmla="val 4000"/>
            </a:avLst>
          </a:prstGeom>
          <a:solidFill>
            <a:srgbClr val="F7F7F7"/>
          </a:solidFill>
          <a:ln w="12700">
            <a:solidFill>
              <a:srgbClr val="5D168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2" name="Oval 31"/>
          <p:cNvSpPr/>
          <p:nvPr/>
        </p:nvSpPr>
        <p:spPr>
          <a:xfrm>
            <a:off x="2560320" y="16459200"/>
            <a:ext cx="1024128" cy="1024128"/>
          </a:xfrm>
          <a:prstGeom prst="ellipse">
            <a:avLst/>
          </a:prstGeom>
          <a:solidFill>
            <a:srgbClr val="5D168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3" name="TextBox 32"/>
          <p:cNvSpPr txBox="1"/>
          <p:nvPr/>
        </p:nvSpPr>
        <p:spPr>
          <a:xfrm>
            <a:off x="2560320" y="16459200"/>
            <a:ext cx="1024128" cy="1024128"/>
          </a:xfrm>
          <a:prstGeom prst="rect">
            <a:avLst/>
          </a:prstGeom>
          <a:noFill/>
        </p:spPr>
        <p:txBody>
          <a:bodyPr wrap="square" lIns="50000" tIns="20000" rIns="50000" bIns="20000" anchor="ctr">
            <a:spAutoFit/>
          </a:bodyPr>
          <a:lstStyle/>
          <a:p>
            <a:pPr algn="ctr"/>
            <a:r>
              <a:rPr sz="4400" b="1" i="0">
                <a:solidFill>
                  <a:srgbClr val="FFFFFF"/>
                </a:solidFill>
                <a:latin typeface="NVIDIA Sans Medium"/>
              </a:rPr>
              <a:t>✓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4206240" y="16093440"/>
            <a:ext cx="12801600" cy="1755648"/>
          </a:xfrm>
          <a:prstGeom prst="rect">
            <a:avLst/>
          </a:prstGeom>
          <a:noFill/>
        </p:spPr>
        <p:txBody>
          <a:bodyPr wrap="square" lIns="50000" tIns="20000" rIns="50000" bIns="20000" anchor="ctr">
            <a:spAutoFit/>
          </a:bodyPr>
          <a:lstStyle/>
          <a:p>
            <a:pPr algn="l"/>
            <a:r>
              <a:rPr sz="4800" b="1" i="0">
                <a:solidFill>
                  <a:srgbClr val="5D1682"/>
                </a:solidFill>
                <a:latin typeface="NVIDIA Sans Medium"/>
              </a:rPr>
              <a:t>AI Factory offerings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17739360" y="16093440"/>
            <a:ext cx="17190720" cy="1755648"/>
          </a:xfrm>
          <a:prstGeom prst="rect">
            <a:avLst/>
          </a:prstGeom>
          <a:noFill/>
        </p:spPr>
        <p:txBody>
          <a:bodyPr wrap="square" lIns="50000" tIns="20000" rIns="50000" bIns="20000" anchor="ctr">
            <a:spAutoFit/>
          </a:bodyPr>
          <a:lstStyle/>
          <a:p>
            <a:pPr algn="l"/>
            <a:r>
              <a:rPr sz="4000" b="0" i="0">
                <a:solidFill>
                  <a:srgbClr val="000000"/>
                </a:solidFill>
                <a:latin typeface="NVIDIA Sans"/>
              </a:rPr>
              <a:t>BCM · Mission Control · Run:AI · infra sizing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709574" y="19633768"/>
            <a:ext cx="6503213" cy="446456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300">
                <a:solidFill>
                  <a:srgbClr val="000000"/>
                </a:solidFill>
                <a:latin typeface="NVIDIA Sans Medium"/>
              </a:rPr>
              <a:t>NVIDIA CONFIDENTIAL. DO NOT DISTRIBUTE.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1463040" y="1097280"/>
            <a:ext cx="33649920" cy="2377440"/>
          </a:xfrm>
          <a:prstGeom prst="rect">
            <a:avLst/>
          </a:prstGeom>
          <a:noFill/>
        </p:spPr>
        <p:txBody>
          <a:bodyPr wrap="square" lIns="50000" tIns="20000" rIns="50000" bIns="20000" anchor="ctr">
            <a:spAutoFit/>
          </a:bodyPr>
          <a:lstStyle/>
          <a:p>
            <a:pPr algn="l"/>
            <a:r>
              <a:rPr sz="7200" b="1" i="0">
                <a:solidFill>
                  <a:srgbClr val="000000"/>
                </a:solidFill>
                <a:latin typeface="NVIDIA Sans Medium"/>
              </a:rPr>
              <a:t>Prerequisites Checklist</a:t>
            </a:r>
          </a:p>
        </p:txBody>
      </p:sp>
      <p:sp>
        <p:nvSpPr>
          <p:cNvPr id="5" name="Rectangle 4"/>
          <p:cNvSpPr/>
          <p:nvPr/>
        </p:nvSpPr>
        <p:spPr>
          <a:xfrm>
            <a:off x="1463040" y="3261572"/>
            <a:ext cx="2194560" cy="109728"/>
          </a:xfrm>
          <a:prstGeom prst="rect">
            <a:avLst/>
          </a:prstGeom>
          <a:solidFill>
            <a:srgbClr val="76B9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Rounded Rectangle 5"/>
          <p:cNvSpPr/>
          <p:nvPr/>
        </p:nvSpPr>
        <p:spPr>
          <a:xfrm>
            <a:off x="2011680" y="5852160"/>
            <a:ext cx="16093440" cy="3657600"/>
          </a:xfrm>
          <a:prstGeom prst="roundRect">
            <a:avLst>
              <a:gd name="adj" fmla="val 4000"/>
            </a:avLst>
          </a:prstGeom>
          <a:solidFill>
            <a:srgbClr val="F7F7F7"/>
          </a:solidFill>
          <a:ln w="12700">
            <a:solidFill>
              <a:srgbClr val="76B90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pic>
        <p:nvPicPr>
          <p:cNvPr id="7" name="Picture 6" descr="lock-clos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560320" y="6583680"/>
            <a:ext cx="2011680" cy="2011680"/>
          </a:xfrm>
          <a:prstGeom prst="rect">
            <a:avLst/>
          </a:prstGeom>
        </p:spPr>
      </p:pic>
      <p:sp>
        <p:nvSpPr>
          <p:cNvPr id="8" name="TextBox 7"/>
          <p:cNvSpPr txBox="1"/>
          <p:nvPr/>
        </p:nvSpPr>
        <p:spPr>
          <a:xfrm>
            <a:off x="5120640" y="6035040"/>
            <a:ext cx="12435840" cy="1463040"/>
          </a:xfrm>
          <a:prstGeom prst="rect">
            <a:avLst/>
          </a:prstGeom>
          <a:noFill/>
        </p:spPr>
        <p:txBody>
          <a:bodyPr wrap="square" lIns="50000" tIns="20000" rIns="50000" bIns="20000" anchor="t">
            <a:spAutoFit/>
          </a:bodyPr>
          <a:lstStyle/>
          <a:p>
            <a:pPr algn="l"/>
            <a:r>
              <a:rPr sz="4800" b="1" i="0">
                <a:solidFill>
                  <a:srgbClr val="76B900"/>
                </a:solidFill>
                <a:latin typeface="NVIDIA Sans Medium"/>
              </a:rPr>
              <a:t>NGC API key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5120640" y="7498080"/>
            <a:ext cx="12435840" cy="655944"/>
          </a:xfrm>
          <a:prstGeom prst="rect">
            <a:avLst/>
          </a:prstGeom>
          <a:noFill/>
        </p:spPr>
        <p:txBody>
          <a:bodyPr wrap="square" lIns="50000" tIns="20000" rIns="50000" bIns="20000" anchor="t">
            <a:spAutoFit/>
          </a:bodyPr>
          <a:lstStyle/>
          <a:p>
            <a:pPr algn="l"/>
            <a:r>
              <a:rPr sz="4000" b="0" i="0" dirty="0">
                <a:solidFill>
                  <a:srgbClr val="000000"/>
                </a:solidFill>
                <a:latin typeface="NVIDIA Sans"/>
              </a:rPr>
              <a:t>From </a:t>
            </a:r>
            <a:r>
              <a:rPr sz="4000" b="0" i="0" dirty="0" err="1">
                <a:solidFill>
                  <a:srgbClr val="000000"/>
                </a:solidFill>
                <a:latin typeface="NVIDIA Sans"/>
              </a:rPr>
              <a:t>ngc.nvidia.com</a:t>
            </a:r>
            <a:endParaRPr sz="4000" b="0" i="0" dirty="0">
              <a:solidFill>
                <a:srgbClr val="000000"/>
              </a:solidFill>
              <a:latin typeface="NVIDIA Sans"/>
            </a:endParaRPr>
          </a:p>
        </p:txBody>
      </p:sp>
      <p:sp>
        <p:nvSpPr>
          <p:cNvPr id="10" name="Rounded Rectangle 9"/>
          <p:cNvSpPr/>
          <p:nvPr/>
        </p:nvSpPr>
        <p:spPr>
          <a:xfrm>
            <a:off x="18653760" y="5852160"/>
            <a:ext cx="16093440" cy="3657600"/>
          </a:xfrm>
          <a:prstGeom prst="roundRect">
            <a:avLst>
              <a:gd name="adj" fmla="val 4000"/>
            </a:avLst>
          </a:prstGeom>
          <a:solidFill>
            <a:srgbClr val="F7F7F7"/>
          </a:solidFill>
          <a:ln w="12700">
            <a:solidFill>
              <a:srgbClr val="76B90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pic>
        <p:nvPicPr>
          <p:cNvPr id="11" name="Picture 10" descr="clou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9202400" y="6583680"/>
            <a:ext cx="2011680" cy="2011680"/>
          </a:xfrm>
          <a:prstGeom prst="rect">
            <a:avLst/>
          </a:prstGeom>
        </p:spPr>
      </p:pic>
      <p:sp>
        <p:nvSpPr>
          <p:cNvPr id="12" name="TextBox 11"/>
          <p:cNvSpPr txBox="1"/>
          <p:nvPr/>
        </p:nvSpPr>
        <p:spPr>
          <a:xfrm>
            <a:off x="21762720" y="6035040"/>
            <a:ext cx="12435840" cy="1463040"/>
          </a:xfrm>
          <a:prstGeom prst="rect">
            <a:avLst/>
          </a:prstGeom>
          <a:noFill/>
        </p:spPr>
        <p:txBody>
          <a:bodyPr wrap="square" lIns="50000" tIns="20000" rIns="50000" bIns="20000" anchor="t">
            <a:spAutoFit/>
          </a:bodyPr>
          <a:lstStyle/>
          <a:p>
            <a:pPr algn="l"/>
            <a:r>
              <a:rPr sz="4800" b="1" i="0" dirty="0" err="1">
                <a:solidFill>
                  <a:srgbClr val="76B900"/>
                </a:solidFill>
                <a:latin typeface="NVIDIA Sans Medium"/>
              </a:rPr>
              <a:t>Brev</a:t>
            </a:r>
            <a:r>
              <a:rPr sz="4800" b="1" i="0" dirty="0">
                <a:solidFill>
                  <a:srgbClr val="76B900"/>
                </a:solidFill>
                <a:latin typeface="NVIDIA Sans Medium"/>
              </a:rPr>
              <a:t> account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21762720" y="7498080"/>
            <a:ext cx="12435840" cy="655944"/>
          </a:xfrm>
          <a:prstGeom prst="rect">
            <a:avLst/>
          </a:prstGeom>
          <a:noFill/>
        </p:spPr>
        <p:txBody>
          <a:bodyPr wrap="square" lIns="50000" tIns="20000" rIns="50000" bIns="20000" anchor="t">
            <a:spAutoFit/>
          </a:bodyPr>
          <a:lstStyle/>
          <a:p>
            <a:pPr algn="l"/>
            <a:r>
              <a:rPr sz="4000" b="0" i="0" dirty="0">
                <a:solidFill>
                  <a:srgbClr val="000000"/>
                </a:solidFill>
                <a:latin typeface="NVIDIA Sans"/>
              </a:rPr>
              <a:t>signup link in your welcome email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2011680" y="11761074"/>
            <a:ext cx="16093440" cy="3657600"/>
          </a:xfrm>
          <a:prstGeom prst="roundRect">
            <a:avLst>
              <a:gd name="adj" fmla="val 4000"/>
            </a:avLst>
          </a:prstGeom>
          <a:solidFill>
            <a:srgbClr val="F7F7F7"/>
          </a:solidFill>
          <a:ln w="12700">
            <a:solidFill>
              <a:srgbClr val="76B90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pic>
        <p:nvPicPr>
          <p:cNvPr id="15" name="Picture 14" descr="coding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2560320" y="12492594"/>
            <a:ext cx="2011680" cy="2011680"/>
          </a:xfrm>
          <a:prstGeom prst="rect">
            <a:avLst/>
          </a:prstGeom>
        </p:spPr>
      </p:pic>
      <p:sp>
        <p:nvSpPr>
          <p:cNvPr id="16" name="TextBox 15"/>
          <p:cNvSpPr txBox="1"/>
          <p:nvPr/>
        </p:nvSpPr>
        <p:spPr>
          <a:xfrm>
            <a:off x="5120640" y="13200347"/>
            <a:ext cx="12435840" cy="779054"/>
          </a:xfrm>
          <a:prstGeom prst="rect">
            <a:avLst/>
          </a:prstGeom>
          <a:noFill/>
        </p:spPr>
        <p:txBody>
          <a:bodyPr wrap="square" lIns="50000" tIns="20000" rIns="50000" bIns="20000" anchor="t">
            <a:spAutoFit/>
          </a:bodyPr>
          <a:lstStyle/>
          <a:p>
            <a:pPr algn="l"/>
            <a:r>
              <a:rPr lang="en-US" sz="4800" b="1" i="0" dirty="0">
                <a:solidFill>
                  <a:srgbClr val="76B900"/>
                </a:solidFill>
                <a:latin typeface="NVIDIA Sans Medium"/>
              </a:rPr>
              <a:t>Lab - Instance Spin up</a:t>
            </a:r>
            <a:endParaRPr sz="4800" b="1" i="0" dirty="0">
              <a:solidFill>
                <a:srgbClr val="76B900"/>
              </a:solidFill>
              <a:latin typeface="NVIDIA Sans Medium"/>
            </a:endParaRPr>
          </a:p>
        </p:txBody>
      </p:sp>
      <p:sp>
        <p:nvSpPr>
          <p:cNvPr id="18" name="Rounded Rectangle 17"/>
          <p:cNvSpPr/>
          <p:nvPr/>
        </p:nvSpPr>
        <p:spPr>
          <a:xfrm>
            <a:off x="18653760" y="11761074"/>
            <a:ext cx="16093440" cy="3657600"/>
          </a:xfrm>
          <a:prstGeom prst="roundRect">
            <a:avLst>
              <a:gd name="adj" fmla="val 4000"/>
            </a:avLst>
          </a:prstGeom>
          <a:solidFill>
            <a:srgbClr val="F7F7F7"/>
          </a:solidFill>
          <a:ln w="12700">
            <a:solidFill>
              <a:srgbClr val="76B90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pic>
        <p:nvPicPr>
          <p:cNvPr id="19" name="Picture 18" descr="comm-chat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19202400" y="12492594"/>
            <a:ext cx="2011680" cy="2011680"/>
          </a:xfrm>
          <a:prstGeom prst="rect">
            <a:avLst/>
          </a:prstGeom>
        </p:spPr>
      </p:pic>
      <p:sp>
        <p:nvSpPr>
          <p:cNvPr id="20" name="TextBox 19"/>
          <p:cNvSpPr txBox="1"/>
          <p:nvPr/>
        </p:nvSpPr>
        <p:spPr>
          <a:xfrm>
            <a:off x="21762720" y="13108907"/>
            <a:ext cx="12435840" cy="779054"/>
          </a:xfrm>
          <a:prstGeom prst="rect">
            <a:avLst/>
          </a:prstGeom>
          <a:noFill/>
        </p:spPr>
        <p:txBody>
          <a:bodyPr wrap="square" lIns="50000" tIns="20000" rIns="50000" bIns="20000" anchor="t">
            <a:spAutoFit/>
          </a:bodyPr>
          <a:lstStyle/>
          <a:p>
            <a:pPr algn="l"/>
            <a:r>
              <a:rPr lang="en-US" sz="4800" b="1" i="0" dirty="0" err="1">
                <a:solidFill>
                  <a:srgbClr val="76B900"/>
                </a:solidFill>
                <a:latin typeface="NVIDIA Sans Medium"/>
              </a:rPr>
              <a:t>Brev</a:t>
            </a:r>
            <a:r>
              <a:rPr lang="en-US" sz="4800" b="1" i="0" dirty="0">
                <a:solidFill>
                  <a:srgbClr val="76B900"/>
                </a:solidFill>
                <a:latin typeface="NVIDIA Sans Medium"/>
              </a:rPr>
              <a:t> CLI and connection to Lab instance</a:t>
            </a:r>
            <a:endParaRPr sz="4800" b="1" i="0" dirty="0">
              <a:solidFill>
                <a:srgbClr val="76B900"/>
              </a:solidFill>
              <a:latin typeface="NVIDIA Sans Medium"/>
            </a:endParaRP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1828800" y="8046720"/>
            <a:ext cx="32918400" cy="2926080"/>
          </a:xfrm>
          <a:prstGeom prst="rect">
            <a:avLst/>
          </a:prstGeom>
          <a:noFill/>
        </p:spPr>
        <p:txBody>
          <a:bodyPr wrap="square" lIns="50000" tIns="20000" rIns="50000" bIns="20000" anchor="t">
            <a:spAutoFit/>
          </a:bodyPr>
          <a:lstStyle/>
          <a:p>
            <a:pPr algn="ctr"/>
            <a:r>
              <a:rPr sz="8800" b="1" i="0">
                <a:solidFill>
                  <a:srgbClr val="76B900"/>
                </a:solidFill>
                <a:latin typeface="NVIDIA Sans Medium"/>
              </a:rPr>
              <a:t>Welcome — let's begin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1828800" y="11338560"/>
            <a:ext cx="32918400" cy="2194560"/>
          </a:xfrm>
          <a:prstGeom prst="rect">
            <a:avLst/>
          </a:prstGeom>
          <a:noFill/>
        </p:spPr>
        <p:txBody>
          <a:bodyPr wrap="square" lIns="50000" tIns="20000" rIns="50000" bIns="20000" anchor="t">
            <a:spAutoFit/>
          </a:bodyPr>
          <a:lstStyle/>
          <a:p>
            <a:pPr algn="ctr"/>
            <a:r>
              <a:rPr sz="5600" b="0" i="1">
                <a:solidFill>
                  <a:srgbClr val="5E5E5E"/>
                </a:solidFill>
                <a:latin typeface="NVIDIA Sans"/>
              </a:rPr>
              <a:t>First up: AI Factory + the NVIDIA full-stack story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Title Only">
  <a:themeElements>
    <a:clrScheme name="Custom 15">
      <a:dk1>
        <a:srgbClr val="FFFFFF"/>
      </a:dk1>
      <a:lt1>
        <a:srgbClr val="000000"/>
      </a:lt1>
      <a:dk2>
        <a:srgbClr val="76B900"/>
      </a:dk2>
      <a:lt2>
        <a:srgbClr val="CDCDCD"/>
      </a:lt2>
      <a:accent1>
        <a:srgbClr val="008564"/>
      </a:accent1>
      <a:accent2>
        <a:srgbClr val="5D1682"/>
      </a:accent2>
      <a:accent3>
        <a:srgbClr val="890C58"/>
      </a:accent3>
      <a:accent4>
        <a:srgbClr val="5E5E5E"/>
      </a:accent4>
      <a:accent5>
        <a:srgbClr val="8C8C8C"/>
      </a:accent5>
      <a:accent6>
        <a:srgbClr val="0071C5"/>
      </a:accent6>
      <a:hlink>
        <a:srgbClr val="76B900"/>
      </a:hlink>
      <a:folHlink>
        <a:srgbClr val="76B900"/>
      </a:folHlink>
    </a:clrScheme>
    <a:fontScheme name="NVIDIA Sans">
      <a:majorFont>
        <a:latin typeface="NVIDIA Sans Medium"/>
        <a:ea typeface=""/>
        <a:cs typeface=""/>
      </a:majorFont>
      <a:minorFont>
        <a:latin typeface="NVIDIA Sans"/>
        <a:ea typeface=""/>
        <a:cs typeface=""/>
      </a:minorFont>
    </a:fontScheme>
    <a:fmtScheme name="Office 2007-2010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spDef>
      <a:spPr>
        <a:solidFill>
          <a:schemeClr val="tx2"/>
        </a:solidFill>
        <a:ln>
          <a:noFill/>
        </a:ln>
      </a:spPr>
      <a:bodyPr rtlCol="0" anchor="ctr"/>
      <a:lstStyle>
        <a:defPPr algn="ctr">
          <a:lnSpc>
            <a:spcPct val="90000"/>
          </a:lnSpc>
          <a:defRPr sz="4000" dirty="0" err="1">
            <a:solidFill>
              <a:schemeClr val="tx1"/>
            </a:solidFill>
            <a:latin typeface="Trebuchet MS" panose="020B0603020202020204" pitchFamily="34" charset="0"/>
          </a:defRPr>
        </a:defPPr>
      </a:lstStyle>
      <a:style>
        <a:lnRef idx="2">
          <a:schemeClr val="accent1">
            <a:shade val="50000"/>
          </a:schemeClr>
        </a:lnRef>
        <a:fillRef idx="1">
          <a:schemeClr val="accent1"/>
        </a:fillRef>
        <a:effectRef idx="0">
          <a:schemeClr val="accent1"/>
        </a:effectRef>
        <a:fontRef idx="minor">
          <a:schemeClr val="lt1"/>
        </a:fontRef>
      </a:style>
    </a:spDef>
    <a:lnDef>
      <a:spPr>
        <a:ln w="15875">
          <a:solidFill>
            <a:schemeClr val="accent5"/>
          </a:solidFill>
        </a:ln>
      </a:spPr>
      <a:bodyPr/>
      <a:lstStyle/>
      <a:style>
        <a:lnRef idx="1">
          <a:schemeClr val="accent1"/>
        </a:lnRef>
        <a:fillRef idx="0">
          <a:schemeClr val="accent1"/>
        </a:fillRef>
        <a:effectRef idx="0">
          <a:schemeClr val="accent1"/>
        </a:effectRef>
        <a:fontRef idx="minor">
          <a:schemeClr val="tx1"/>
        </a:fontRef>
      </a:style>
    </a:lnDef>
    <a:txDef>
      <a:spPr>
        <a:noFill/>
      </a:spPr>
      <a:bodyPr wrap="none" rtlCol="0">
        <a:spAutoFit/>
      </a:bodyPr>
      <a:lstStyle>
        <a:defPPr algn="ctr">
          <a:defRPr sz="4000" dirty="0" err="1" smtClean="0">
            <a:solidFill>
              <a:schemeClr val="bg1"/>
            </a:solidFill>
            <a:latin typeface="NVIDIA Sans" panose="020B0503020203020204" pitchFamily="34" charset="0"/>
            <a:cs typeface="NVIDIA Sans" panose="020B0503020203020204" pitchFamily="34" charset="0"/>
          </a:defRPr>
        </a:defPPr>
      </a:lstStyle>
    </a:txDef>
  </a:objectDefaults>
  <a:extraClrSchemeLst/>
  <a:extLst>
    <a:ext uri="{05A4C25C-085E-4340-85A3-A5531E510DB2}">
      <thm15:themeFamily xmlns:thm15="http://schemas.microsoft.com/office/thememl/2012/main" name="NVIDIA_Sans_Corp_Template_LIGHT_v2_NewKV.pptx" id="{2CB1BC51-CEBF-4125-BC6C-FB23D6874A8C}" vid="{0B679A5A-A7BB-445D-B89B-5017F750351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NVIDIA Sans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3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NVIDIA Sans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customXml/_rels/item1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1.xml"/></Relationships>
</file>

<file path=customXml/_rels/item2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2.xml"/></Relationships>
</file>

<file path=customXml/_rels/item3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3.xml"/></Relationships>
</file>

<file path=customXml/item1.xml><?xml version="1.0" encoding="utf-8"?>
<p:properties xmlns:p="http://schemas.microsoft.com/office/2006/metadata/properties" xmlns:xsi="http://www.w3.org/2001/XMLSchema-instance" xmlns:pc="http://schemas.microsoft.com/office/infopath/2007/PartnerControls">
  <documentManagement>
    <TaxCatchAll xmlns="f65afe6d-7162-4df4-ae98-80745cab72d4" xsi:nil="true"/>
    <PublishingExpirationDate xmlns="http://schemas.microsoft.com/sharepoint/v3" xsi:nil="true"/>
    <PublishingStartDate xmlns="http://schemas.microsoft.com/sharepoint/v3" xsi:nil="true"/>
    <lcf76f155ced4ddcb4097134ff3c332f xmlns="2a5b1eea-32a8-4673-8d38-de3226caeee3">
      <Terms xmlns="http://schemas.microsoft.com/office/infopath/2007/PartnerControls"/>
    </lcf76f155ced4ddcb4097134ff3c332f>
  </documentManagement>
</p:properties>
</file>

<file path=customXml/item2.xml><?xml version="1.0" encoding="utf-8"?>
<?mso-contentType ?>
<FormTemplates xmlns="http://schemas.microsoft.com/sharepoint/v3/contenttype/forms">
  <Display>DocumentLibraryForm</Display>
  <Edit>DocumentLibraryForm</Edit>
  <New>DocumentLibraryForm</New>
</FormTemplates>
</file>

<file path=customXml/item3.xml><?xml version="1.0" encoding="utf-8"?>
<ct:contentTypeSchema xmlns:ct="http://schemas.microsoft.com/office/2006/metadata/contentType" xmlns:ma="http://schemas.microsoft.com/office/2006/metadata/properties/metaAttributes" ct:_="" ma:_="" ma:contentTypeName="Document" ma:contentTypeID="0x010100A145EAE5F8329F47B840B6DEBAC2F43F" ma:contentTypeVersion="15" ma:contentTypeDescription="Create a new document." ma:contentTypeScope="" ma:versionID="39d09db77ad425bdbc3d080218c7c01e">
  <xsd:schema xmlns:xsd="http://www.w3.org/2001/XMLSchema" xmlns:xs="http://www.w3.org/2001/XMLSchema" xmlns:p="http://schemas.microsoft.com/office/2006/metadata/properties" xmlns:ns1="http://schemas.microsoft.com/sharepoint/v3" xmlns:ns2="2a5b1eea-32a8-4673-8d38-de3226caeee3" xmlns:ns3="f65afe6d-7162-4df4-ae98-80745cab72d4" targetNamespace="http://schemas.microsoft.com/office/2006/metadata/properties" ma:root="true" ma:fieldsID="262224961ea4106f8e7d0f360b05b90c" ns1:_="" ns2:_="" ns3:_="">
    <xsd:import namespace="http://schemas.microsoft.com/sharepoint/v3"/>
    <xsd:import namespace="2a5b1eea-32a8-4673-8d38-de3226caeee3"/>
    <xsd:import namespace="f65afe6d-7162-4df4-ae98-80745cab72d4"/>
    <xsd:element name="properties">
      <xsd:complexType>
        <xsd:sequence>
          <xsd:element name="documentManagement">
            <xsd:complexType>
              <xsd:all>
                <xsd:element ref="ns1:PublishingStartDate" minOccurs="0"/>
                <xsd:element ref="ns1:PublishingExpirationDate" minOccurs="0"/>
                <xsd:element ref="ns2:MediaServiceMetadata" minOccurs="0"/>
                <xsd:element ref="ns2:MediaServiceFastMetadata" minOccurs="0"/>
                <xsd:element ref="ns2:MediaServiceGenerationTime" minOccurs="0"/>
                <xsd:element ref="ns2:MediaServiceEventHashCode" minOccurs="0"/>
                <xsd:element ref="ns2:MediaServiceDateTaken" minOccurs="0"/>
                <xsd:element ref="ns2:MediaServiceLocation" minOccurs="0"/>
                <xsd:element ref="ns2:MediaServiceOCR" minOccurs="0"/>
                <xsd:element ref="ns2:MediaServiceAutoKeyPoints" minOccurs="0"/>
                <xsd:element ref="ns2:MediaServiceKeyPoints" minOccurs="0"/>
                <xsd:element ref="ns2:lcf76f155ced4ddcb4097134ff3c332f" minOccurs="0"/>
                <xsd:element ref="ns3:TaxCatchAll" minOccurs="0"/>
                <xsd:element ref="ns2:MediaServiceObjectDetectorVersions" minOccurs="0"/>
              </xsd:all>
            </xsd:complexType>
          </xsd:element>
        </xsd:sequence>
      </xsd:complex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http://schemas.microsoft.com/sharepoint/v3" elementFormDefault="qualified">
    <xsd:import namespace="http://schemas.microsoft.com/office/2006/documentManagement/types"/>
    <xsd:import namespace="http://schemas.microsoft.com/office/infopath/2007/PartnerControls"/>
    <xsd:element name="PublishingStartDate" ma:index="8" nillable="true" ma:displayName="Scheduling Start Date" ma:description="Scheduling Start Date is a site column created by the Publishing feature. It is used to specify the date and time on which this page will first appear to site visitors." ma:hidden="true" ma:internalName="PublishingStartDate">
      <xsd:simpleType>
        <xsd:restriction base="dms:Unknown"/>
      </xsd:simpleType>
    </xsd:element>
    <xsd:element name="PublishingExpirationDate" ma:index="9" nillable="true" ma:displayName="Scheduling End Date" ma:description="Scheduling End Date is a site column created by the Publishing feature. It is used to specify the date and time on which this page will no longer appear to site visitors." ma:hidden="true" ma:internalName="PublishingExpirationDate">
      <xsd:simpleType>
        <xsd:restriction base="dms:Unknown"/>
      </xsd:simple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2a5b1eea-32a8-4673-8d38-de3226caeee3" elementFormDefault="qualified">
    <xsd:import namespace="http://schemas.microsoft.com/office/2006/documentManagement/types"/>
    <xsd:import namespace="http://schemas.microsoft.com/office/infopath/2007/PartnerControls"/>
    <xsd:element name="MediaServiceMetadata" ma:index="10" nillable="true" ma:displayName="MediaServiceMetadata" ma:hidden="true" ma:internalName="MediaServiceMetadata" ma:readOnly="true">
      <xsd:simpleType>
        <xsd:restriction base="dms:Note"/>
      </xsd:simpleType>
    </xsd:element>
    <xsd:element name="MediaServiceFastMetadata" ma:index="11" nillable="true" ma:displayName="MediaServiceFastMetadata" ma:hidden="true" ma:internalName="MediaServiceFastMetadata" ma:readOnly="true">
      <xsd:simpleType>
        <xsd:restriction base="dms:Note"/>
      </xsd:simpleType>
    </xsd:element>
    <xsd:element name="MediaServiceGenerationTime" ma:index="12" nillable="true" ma:displayName="MediaServiceGenerationTime" ma:hidden="true" ma:internalName="MediaServiceGenerationTime" ma:readOnly="true">
      <xsd:simpleType>
        <xsd:restriction base="dms:Text"/>
      </xsd:simpleType>
    </xsd:element>
    <xsd:element name="MediaServiceEventHashCode" ma:index="13" nillable="true" ma:displayName="MediaServiceEventHashCode" ma:hidden="true" ma:internalName="MediaServiceEventHashCode" ma:readOnly="true">
      <xsd:simpleType>
        <xsd:restriction base="dms:Text"/>
      </xsd:simpleType>
    </xsd:element>
    <xsd:element name="MediaServiceDateTaken" ma:index="14" nillable="true" ma:displayName="MediaServiceDateTaken" ma:hidden="true" ma:internalName="MediaServiceDateTaken" ma:readOnly="true">
      <xsd:simpleType>
        <xsd:restriction base="dms:Text"/>
      </xsd:simpleType>
    </xsd:element>
    <xsd:element name="MediaServiceLocation" ma:index="15" nillable="true" ma:displayName="Location" ma:internalName="MediaServiceLocation" ma:readOnly="true">
      <xsd:simpleType>
        <xsd:restriction base="dms:Text"/>
      </xsd:simpleType>
    </xsd:element>
    <xsd:element name="MediaServiceOCR" ma:index="16" nillable="true" ma:displayName="Extracted Text" ma:internalName="MediaServiceOCR" ma:readOnly="true">
      <xsd:simpleType>
        <xsd:restriction base="dms:Note">
          <xsd:maxLength value="255"/>
        </xsd:restriction>
      </xsd:simpleType>
    </xsd:element>
    <xsd:element name="MediaServiceAutoKeyPoints" ma:index="17" nillable="true" ma:displayName="MediaServiceAutoKeyPoints" ma:hidden="true" ma:internalName="MediaServiceAutoKeyPoints" ma:readOnly="true">
      <xsd:simpleType>
        <xsd:restriction base="dms:Note"/>
      </xsd:simpleType>
    </xsd:element>
    <xsd:element name="MediaServiceKeyPoints" ma:index="18" nillable="true" ma:displayName="KeyPoints" ma:internalName="MediaServiceKeyPoints" ma:readOnly="true">
      <xsd:simpleType>
        <xsd:restriction base="dms:Note">
          <xsd:maxLength value="255"/>
        </xsd:restriction>
      </xsd:simpleType>
    </xsd:element>
    <xsd:element name="lcf76f155ced4ddcb4097134ff3c332f" ma:index="20" nillable="true" ma:taxonomy="true" ma:internalName="lcf76f155ced4ddcb4097134ff3c332f" ma:taxonomyFieldName="MediaServiceImageTags" ma:displayName="Image Tags" ma:readOnly="false" ma:fieldId="{5cf76f15-5ced-4ddc-b409-7134ff3c332f}" ma:taxonomyMulti="true" ma:sspId="804b2a00-2846-4002-b30b-85ebaf4c019a" ma:termSetId="09814cd3-568e-fe90-9814-8d621ff8fb84" ma:anchorId="fba54fb3-c3e1-fe81-a776-ca4b69148c4d" ma:open="true" ma:isKeyword="false">
      <xsd:complexType>
        <xsd:sequence>
          <xsd:element ref="pc:Terms" minOccurs="0" maxOccurs="1"/>
        </xsd:sequence>
      </xsd:complexType>
    </xsd:element>
    <xsd:element name="MediaServiceObjectDetectorVersions" ma:index="22" nillable="true" ma:displayName="MediaServiceObjectDetectorVersions" ma:hidden="true" ma:indexed="true" ma:internalName="MediaServiceObjectDetectorVersions" ma:readOnly="true">
      <xsd:simpleType>
        <xsd:restriction base="dms:Text"/>
      </xsd:simple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f65afe6d-7162-4df4-ae98-80745cab72d4" elementFormDefault="qualified">
    <xsd:import namespace="http://schemas.microsoft.com/office/2006/documentManagement/types"/>
    <xsd:import namespace="http://schemas.microsoft.com/office/infopath/2007/PartnerControls"/>
    <xsd:element name="TaxCatchAll" ma:index="21" nillable="true" ma:displayName="Taxonomy Catch All Column" ma:hidden="true" ma:list="{a9d4e2c1-4547-4ca0-9568-b573cd0c84c4}" ma:internalName="TaxCatchAll" ma:showField="CatchAllData" ma:web="f65afe6d-7162-4df4-ae98-80745cab72d4">
      <xsd:complexType>
        <xsd:complexContent>
          <xsd:extension base="dms:MultiChoiceLookup">
            <xsd:sequence>
              <xsd:element name="Value" type="dms:Lookup" maxOccurs="unbounded" minOccurs="0" nillable="true"/>
            </xsd:sequence>
          </xsd:extension>
        </xsd:complexContent>
      </xsd:complexType>
    </xsd:element>
  </xsd:schema>
  <xsd:schema xmlns="http://schemas.openxmlformats.org/package/2006/metadata/core-properties" xmlns:xsd="http://www.w3.org/2001/XMLSchema" xmlns:xsi="http://www.w3.org/2001/XMLSchema-instance" xmlns:dc="http://purl.org/dc/elements/1.1/" xmlns:dcterms="http://purl.org/dc/terms/" xmlns:odoc="http://schemas.microsoft.com/internal/obd" targetNamespace="http://schemas.openxmlformats.org/package/2006/metadata/core-properties" elementFormDefault="qualified" attributeFormDefault="unqualified" blockDefault="#all">
    <xsd:import namespace="http://purl.org/dc/elements/1.1/" schemaLocation="http://dublincore.org/schemas/xmls/qdc/2003/04/02/dc.xsd"/>
    <xsd:import namespace="http://purl.org/dc/terms/" schemaLocation="http://dublincore.org/schemas/xmls/qdc/2003/04/02/dcterms.xsd"/>
    <xsd:element name="coreProperties" type="CT_coreProperties"/>
    <xsd:complexType name="CT_coreProperties">
      <xsd:all>
        <xsd:element ref="dc:creator" minOccurs="0" maxOccurs="1"/>
        <xsd:element ref="dcterms:created" minOccurs="0" maxOccurs="1"/>
        <xsd:element ref="dc:identifier" minOccurs="0" maxOccurs="1"/>
        <xsd:element name="contentType" minOccurs="0" maxOccurs="1" type="xsd:string" ma:index="0" ma:displayName="Content Type"/>
        <xsd:element ref="dc:title" minOccurs="0" maxOccurs="1" ma:index="4" ma:displayName="Title"/>
        <xsd:element ref="dc:subject" minOccurs="0" maxOccurs="1"/>
        <xsd:element ref="dc:description" minOccurs="0" maxOccurs="1"/>
        <xsd:element name="keywords" minOccurs="0" maxOccurs="1" type="xsd:string"/>
        <xsd:element ref="dc:language" minOccurs="0" maxOccurs="1"/>
        <xsd:element name="category" minOccurs="0" maxOccurs="1" type="xsd:string"/>
        <xsd:element name="version" minOccurs="0" maxOccurs="1" type="xsd:string"/>
        <xsd:element name="revision" minOccurs="0" maxOccurs="1" type="xsd:string">
          <xsd:annotation>
            <xsd:documentation>
                        This value indicates the number of saves or revisions. The application is responsible for updating this value after each revision.
                    </xsd:documentation>
          </xsd:annotation>
        </xsd:element>
        <xsd:element name="lastModifiedBy" minOccurs="0" maxOccurs="1" type="xsd:string"/>
        <xsd:element ref="dcterms:modified" minOccurs="0" maxOccurs="1"/>
        <xsd:element name="contentStatus" minOccurs="0" maxOccurs="1" type="xsd:string"/>
      </xsd:all>
    </xsd:complexType>
  </xsd:schema>
  <xs:schema xmlns:pc="http://schemas.microsoft.com/office/infopath/2007/PartnerControls" xmlns:xs="http://www.w3.org/2001/XMLSchema" targetNamespace="http://schemas.microsoft.com/office/infopath/2007/PartnerControls" elementFormDefault="qualified" attributeFormDefault="unqualified">
    <xs:element name="Person">
      <xs:complexType>
        <xs:sequence>
          <xs:element ref="pc:DisplayName" minOccurs="0"/>
          <xs:element ref="pc:AccountId" minOccurs="0"/>
          <xs:element ref="pc:AccountType" minOccurs="0"/>
        </xs:sequence>
      </xs:complexType>
    </xs:element>
    <xs:element name="DisplayName" type="xs:string"/>
    <xs:element name="AccountId" type="xs:string"/>
    <xs:element name="AccountType" type="xs:string"/>
    <xs:element name="BDCAssociatedEntity">
      <xs:complexType>
        <xs:sequence>
          <xs:element ref="pc:BDCEntity" minOccurs="0" maxOccurs="unbounded"/>
        </xs:sequence>
        <xs:attribute ref="pc:EntityNamespace"/>
        <xs:attribute ref="pc:EntityName"/>
        <xs:attribute ref="pc:SystemInstanceName"/>
        <xs:attribute ref="pc:AssociationName"/>
      </xs:complexType>
    </xs:element>
    <xs:attribute name="EntityNamespace" type="xs:string"/>
    <xs:attribute name="EntityName" type="xs:string"/>
    <xs:attribute name="SystemInstanceName" type="xs:string"/>
    <xs:attribute name="AssociationName" type="xs:string"/>
    <xs:element name="BDCEntity">
      <xs:complexType>
        <xs:sequence>
          <xs:element ref="pc:EntityDisplayName" minOccurs="0"/>
          <xs:element ref="pc:EntityInstanceReference" minOccurs="0"/>
          <xs:element ref="pc:EntityId1" minOccurs="0"/>
          <xs:element ref="pc:EntityId2" minOccurs="0"/>
          <xs:element ref="pc:EntityId3" minOccurs="0"/>
          <xs:element ref="pc:EntityId4" minOccurs="0"/>
          <xs:element ref="pc:EntityId5" minOccurs="0"/>
        </xs:sequence>
      </xs:complexType>
    </xs:element>
    <xs:element name="EntityDisplayName" type="xs:string"/>
    <xs:element name="EntityInstanceReference" type="xs:string"/>
    <xs:element name="EntityId1" type="xs:string"/>
    <xs:element name="EntityId2" type="xs:string"/>
    <xs:element name="EntityId3" type="xs:string"/>
    <xs:element name="EntityId4" type="xs:string"/>
    <xs:element name="EntityId5" type="xs:string"/>
    <xs:element name="Terms">
      <xs:complexType>
        <xs:sequence>
          <xs:element ref="pc:TermInfo" minOccurs="0" maxOccurs="unbounded"/>
        </xs:sequence>
      </xs:complexType>
    </xs:element>
    <xs:element name="TermInfo">
      <xs:complexType>
        <xs:sequence>
          <xs:element ref="pc:TermName" minOccurs="0"/>
          <xs:element ref="pc:TermId" minOccurs="0"/>
        </xs:sequence>
      </xs:complexType>
    </xs:element>
    <xs:element name="TermName" type="xs:string"/>
    <xs:element name="TermId" type="xs:string"/>
  </xs:schema>
</ct:contentTypeSchema>
</file>

<file path=customXml/itemProps1.xml><?xml version="1.0" encoding="utf-8"?>
<ds:datastoreItem xmlns:ds="http://schemas.openxmlformats.org/officeDocument/2006/customXml" ds:itemID="{EA4C7E1E-6C20-440E-941A-535F1A24C014}">
  <ds:schemaRefs>
    <ds:schemaRef ds:uri="http://schemas.microsoft.com/office/2006/documentManagement/types"/>
    <ds:schemaRef ds:uri="http://schemas.microsoft.com/office/2006/metadata/properties"/>
    <ds:schemaRef ds:uri="http://schemas.microsoft.com/sharepoint/v3"/>
    <ds:schemaRef ds:uri="http://schemas.microsoft.com/office/infopath/2007/PartnerControls"/>
    <ds:schemaRef ds:uri="http://purl.org/dc/elements/1.1/"/>
    <ds:schemaRef ds:uri="http://purl.org/dc/terms/"/>
    <ds:schemaRef ds:uri="http://schemas.openxmlformats.org/package/2006/metadata/core-properties"/>
    <ds:schemaRef ds:uri="f65afe6d-7162-4df4-ae98-80745cab72d4"/>
    <ds:schemaRef ds:uri="2a5b1eea-32a8-4673-8d38-de3226caeee3"/>
    <ds:schemaRef ds:uri="http://www.w3.org/XML/1998/namespace"/>
    <ds:schemaRef ds:uri="http://purl.org/dc/dcmitype/"/>
  </ds:schemaRefs>
</ds:datastoreItem>
</file>

<file path=customXml/itemProps2.xml><?xml version="1.0" encoding="utf-8"?>
<ds:datastoreItem xmlns:ds="http://schemas.openxmlformats.org/officeDocument/2006/customXml" ds:itemID="{E65AC8C1-8675-4762-89BF-D102E51271A0}">
  <ds:schemaRefs>
    <ds:schemaRef ds:uri="http://schemas.microsoft.com/sharepoint/v3/contenttype/forms"/>
  </ds:schemaRefs>
</ds:datastoreItem>
</file>

<file path=customXml/itemProps3.xml><?xml version="1.0" encoding="utf-8"?>
<ds:datastoreItem xmlns:ds="http://schemas.openxmlformats.org/officeDocument/2006/customXml" ds:itemID="{06B8F5C1-CC17-4575-A1B9-9EB541A76E7B}">
  <ds:schemaRefs>
    <ds:schemaRef ds:uri="http://schemas.microsoft.com/office/2006/metadata/contentType"/>
    <ds:schemaRef ds:uri="http://schemas.microsoft.com/office/2006/metadata/properties/metaAttributes"/>
    <ds:schemaRef ds:uri="http://www.w3.org/2001/XMLSchema"/>
    <ds:schemaRef ds:uri="http://schemas.microsoft.com/office/2006/metadata/properties"/>
    <ds:schemaRef ds:uri="http://schemas.microsoft.com/sharepoint/v3"/>
    <ds:schemaRef ds:uri="2a5b1eea-32a8-4673-8d38-de3226caeee3"/>
    <ds:schemaRef ds:uri="f65afe6d-7162-4df4-ae98-80745cab72d4"/>
    <ds:schemaRef ds:uri="http://schemas.microsoft.com/office/2006/documentManagement/types"/>
    <ds:schemaRef ds:uri="http://schemas.microsoft.com/office/infopath/2007/PartnerControls"/>
    <ds:schemaRef ds:uri="http://schemas.openxmlformats.org/package/2006/metadata/core-properties"/>
    <ds:schemaRef ds:uri="http://purl.org/dc/elements/1.1/"/>
    <ds:schemaRef ds:uri="http://purl.org/dc/terms/"/>
    <ds:schemaRef ds:uri="http://schemas.microsoft.com/internal/obd"/>
  </ds:schemaRefs>
</ds:datastoreItem>
</file>

<file path=docProps/app.xml><?xml version="1.0" encoding="utf-8"?>
<Properties xmlns="http://schemas.openxmlformats.org/officeDocument/2006/extended-properties" xmlns:vt="http://schemas.openxmlformats.org/officeDocument/2006/docPropsVTypes">
  <Template/>
  <TotalTime>1929</TotalTime>
  <Words>919</Words>
  <Application>Microsoft Macintosh PowerPoint</Application>
  <PresentationFormat>Custom</PresentationFormat>
  <Paragraphs>124</Paragraphs>
  <Slides>10</Slides>
  <Notes>10</Notes>
  <HiddenSlides>0</HiddenSlides>
  <MMClips>0</MMClips>
  <ScaleCrop>false</ScaleCrop>
  <HeadingPairs>
    <vt:vector size="6" baseType="variant">
      <vt:variant>
        <vt:lpstr>Fonts Used</vt:lpstr>
      </vt:variant>
      <vt:variant>
        <vt:i4>4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10</vt:i4>
      </vt:variant>
    </vt:vector>
  </HeadingPairs>
  <TitlesOfParts>
    <vt:vector size="15" baseType="lpstr">
      <vt:lpstr>NVIDIA Sans</vt:lpstr>
      <vt:lpstr>NVIDIA Sans Light</vt:lpstr>
      <vt:lpstr>NVIDIA Sans Medium</vt:lpstr>
      <vt:lpstr>Roboto Mono</vt:lpstr>
      <vt:lpstr>Title Only</vt:lpstr>
      <vt:lpstr>NVIDIA GenAI Specialist Program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Presentation</dc:title>
  <dc:creator>Laura Spillman</dc:creator>
  <cp:lastModifiedBy>Swaminathan B S</cp:lastModifiedBy>
  <cp:revision>16</cp:revision>
  <dcterms:created xsi:type="dcterms:W3CDTF">2023-07-05T16:37:04Z</dcterms:created>
  <dcterms:modified xsi:type="dcterms:W3CDTF">2026-06-01T05:19:36Z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ContentTypeId">
    <vt:lpwstr>0x010100A145EAE5F8329F47B840B6DEBAC2F43F</vt:lpwstr>
  </property>
  <property fmtid="{D5CDD505-2E9C-101B-9397-08002B2CF9AE}" pid="3" name="MediaServiceImageTags">
    <vt:lpwstr/>
  </property>
</Properties>
</file>