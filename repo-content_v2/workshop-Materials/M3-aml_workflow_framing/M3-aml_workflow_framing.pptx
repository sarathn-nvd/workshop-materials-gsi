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8"/>
  </p:notesMasterIdLst>
  <p:handoutMasterIdLst>
    <p:handoutMasterId r:id="rId19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6" r:id="rId14"/>
    <p:sldId id="268" r:id="rId15"/>
    <p:sldId id="271" r:id="rId16"/>
    <p:sldId id="269" r:id="rId17"/>
  </p:sldIdLst>
  <p:sldSz cx="36576000" cy="2057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D1D1D1"/>
    <a:srgbClr val="C0C0C0"/>
    <a:srgbClr val="B8B8B8"/>
    <a:srgbClr val="151617"/>
    <a:srgbClr val="FAC200"/>
    <a:srgbClr val="9E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0ACB63-0BC5-CC44-BD40-D6A4392A48FD}" v="7" dt="2026-06-01T11:55:47.6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99" autoAdjust="0"/>
    <p:restoredTop sz="96301" autoAdjust="0"/>
  </p:normalViewPr>
  <p:slideViewPr>
    <p:cSldViewPr snapToGrid="0">
      <p:cViewPr varScale="1">
        <p:scale>
          <a:sx n="39" d="100"/>
          <a:sy n="39" d="100"/>
        </p:scale>
        <p:origin x="928" y="192"/>
      </p:cViewPr>
      <p:guideLst/>
    </p:cSldViewPr>
  </p:slideViewPr>
  <p:outlineViewPr>
    <p:cViewPr>
      <p:scale>
        <a:sx n="33" d="100"/>
        <a:sy n="33" d="100"/>
      </p:scale>
      <p:origin x="0" y="-1581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83" d="100"/>
          <a:sy n="83" d="100"/>
        </p:scale>
        <p:origin x="2214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waminathan B S" userId="a4d01bd2-1974-4657-978b-6c992b848468" providerId="ADAL" clId="{92050FF0-09CE-5B2E-AE09-3668470BBA02}"/>
    <pc:docChg chg="undo custSel addSld delSld modSld">
      <pc:chgData name="Swaminathan B S" userId="a4d01bd2-1974-4657-978b-6c992b848468" providerId="ADAL" clId="{92050FF0-09CE-5B2E-AE09-3668470BBA02}" dt="2026-06-01T11:56:04.637" v="93" actId="20577"/>
      <pc:docMkLst>
        <pc:docMk/>
      </pc:docMkLst>
      <pc:sldChg chg="modSp mod">
        <pc:chgData name="Swaminathan B S" userId="a4d01bd2-1974-4657-978b-6c992b848468" providerId="ADAL" clId="{92050FF0-09CE-5B2E-AE09-3668470BBA02}" dt="2026-06-01T06:43:13.475" v="6" actId="20577"/>
        <pc:sldMkLst>
          <pc:docMk/>
          <pc:sldMk cId="0" sldId="260"/>
        </pc:sldMkLst>
        <pc:spChg chg="mod">
          <ac:chgData name="Swaminathan B S" userId="a4d01bd2-1974-4657-978b-6c992b848468" providerId="ADAL" clId="{92050FF0-09CE-5B2E-AE09-3668470BBA02}" dt="2026-06-01T06:43:13.475" v="6" actId="20577"/>
          <ac:spMkLst>
            <pc:docMk/>
            <pc:sldMk cId="0" sldId="260"/>
            <ac:spMk id="21" creationId="{00000000-0000-0000-0000-000000000000}"/>
          </ac:spMkLst>
        </pc:spChg>
      </pc:sldChg>
      <pc:sldChg chg="modSp mod">
        <pc:chgData name="Swaminathan B S" userId="a4d01bd2-1974-4657-978b-6c992b848468" providerId="ADAL" clId="{92050FF0-09CE-5B2E-AE09-3668470BBA02}" dt="2026-06-01T06:43:55.871" v="14" actId="20577"/>
        <pc:sldMkLst>
          <pc:docMk/>
          <pc:sldMk cId="0" sldId="261"/>
        </pc:sldMkLst>
        <pc:spChg chg="mod">
          <ac:chgData name="Swaminathan B S" userId="a4d01bd2-1974-4657-978b-6c992b848468" providerId="ADAL" clId="{92050FF0-09CE-5B2E-AE09-3668470BBA02}" dt="2026-06-01T06:43:47.699" v="8" actId="14100"/>
          <ac:spMkLst>
            <pc:docMk/>
            <pc:sldMk cId="0" sldId="261"/>
            <ac:spMk id="23" creationId="{00000000-0000-0000-0000-000000000000}"/>
          </ac:spMkLst>
        </pc:spChg>
        <pc:spChg chg="mod">
          <ac:chgData name="Swaminathan B S" userId="a4d01bd2-1974-4657-978b-6c992b848468" providerId="ADAL" clId="{92050FF0-09CE-5B2E-AE09-3668470BBA02}" dt="2026-06-01T06:43:55.871" v="14" actId="20577"/>
          <ac:spMkLst>
            <pc:docMk/>
            <pc:sldMk cId="0" sldId="261"/>
            <ac:spMk id="24" creationId="{00000000-0000-0000-0000-000000000000}"/>
          </ac:spMkLst>
        </pc:spChg>
      </pc:sldChg>
      <pc:sldChg chg="modSp mod">
        <pc:chgData name="Swaminathan B S" userId="a4d01bd2-1974-4657-978b-6c992b848468" providerId="ADAL" clId="{92050FF0-09CE-5B2E-AE09-3668470BBA02}" dt="2026-06-01T06:44:28.415" v="23" actId="1036"/>
        <pc:sldMkLst>
          <pc:docMk/>
          <pc:sldMk cId="0" sldId="263"/>
        </pc:sldMkLst>
        <pc:spChg chg="mod">
          <ac:chgData name="Swaminathan B S" userId="a4d01bd2-1974-4657-978b-6c992b848468" providerId="ADAL" clId="{92050FF0-09CE-5B2E-AE09-3668470BBA02}" dt="2026-06-01T06:44:28.415" v="23" actId="1036"/>
          <ac:spMkLst>
            <pc:docMk/>
            <pc:sldMk cId="0" sldId="263"/>
            <ac:spMk id="22" creationId="{00000000-0000-0000-0000-000000000000}"/>
          </ac:spMkLst>
        </pc:spChg>
      </pc:sldChg>
      <pc:sldChg chg="del">
        <pc:chgData name="Swaminathan B S" userId="a4d01bd2-1974-4657-978b-6c992b848468" providerId="ADAL" clId="{92050FF0-09CE-5B2E-AE09-3668470BBA02}" dt="2026-06-01T06:50:09.112" v="24" actId="2696"/>
        <pc:sldMkLst>
          <pc:docMk/>
          <pc:sldMk cId="0" sldId="265"/>
        </pc:sldMkLst>
      </pc:sldChg>
      <pc:sldChg chg="modSp del mod">
        <pc:chgData name="Swaminathan B S" userId="a4d01bd2-1974-4657-978b-6c992b848468" providerId="ADAL" clId="{92050FF0-09CE-5B2E-AE09-3668470BBA02}" dt="2026-06-01T11:29:39.344" v="29" actId="2696"/>
        <pc:sldMkLst>
          <pc:docMk/>
          <pc:sldMk cId="0" sldId="267"/>
        </pc:sldMkLst>
        <pc:spChg chg="mod">
          <ac:chgData name="Swaminathan B S" userId="a4d01bd2-1974-4657-978b-6c992b848468" providerId="ADAL" clId="{92050FF0-09CE-5B2E-AE09-3668470BBA02}" dt="2026-06-01T06:54:30.781" v="27" actId="14100"/>
          <ac:spMkLst>
            <pc:docMk/>
            <pc:sldMk cId="0" sldId="267"/>
            <ac:spMk id="6" creationId="{00000000-0000-0000-0000-000000000000}"/>
          </ac:spMkLst>
        </pc:spChg>
        <pc:spChg chg="mod">
          <ac:chgData name="Swaminathan B S" userId="a4d01bd2-1974-4657-978b-6c992b848468" providerId="ADAL" clId="{92050FF0-09CE-5B2E-AE09-3668470BBA02}" dt="2026-06-01T06:54:30.781" v="27" actId="14100"/>
          <ac:spMkLst>
            <pc:docMk/>
            <pc:sldMk cId="0" sldId="267"/>
            <ac:spMk id="9" creationId="{00000000-0000-0000-0000-000000000000}"/>
          </ac:spMkLst>
        </pc:spChg>
        <pc:spChg chg="mod">
          <ac:chgData name="Swaminathan B S" userId="a4d01bd2-1974-4657-978b-6c992b848468" providerId="ADAL" clId="{92050FF0-09CE-5B2E-AE09-3668470BBA02}" dt="2026-06-01T06:54:30.781" v="27" actId="14100"/>
          <ac:spMkLst>
            <pc:docMk/>
            <pc:sldMk cId="0" sldId="267"/>
            <ac:spMk id="10" creationId="{00000000-0000-0000-0000-000000000000}"/>
          </ac:spMkLst>
        </pc:spChg>
        <pc:spChg chg="mod">
          <ac:chgData name="Swaminathan B S" userId="a4d01bd2-1974-4657-978b-6c992b848468" providerId="ADAL" clId="{92050FF0-09CE-5B2E-AE09-3668470BBA02}" dt="2026-06-01T06:54:30.781" v="27" actId="14100"/>
          <ac:spMkLst>
            <pc:docMk/>
            <pc:sldMk cId="0" sldId="267"/>
            <ac:spMk id="11" creationId="{00000000-0000-0000-0000-000000000000}"/>
          </ac:spMkLst>
        </pc:spChg>
      </pc:sldChg>
      <pc:sldChg chg="addSp delSp modSp mod">
        <pc:chgData name="Swaminathan B S" userId="a4d01bd2-1974-4657-978b-6c992b848468" providerId="ADAL" clId="{92050FF0-09CE-5B2E-AE09-3668470BBA02}" dt="2026-06-01T11:35:20.852" v="82" actId="120"/>
        <pc:sldMkLst>
          <pc:docMk/>
          <pc:sldMk cId="0" sldId="269"/>
        </pc:sldMkLst>
        <pc:spChg chg="del mod">
          <ac:chgData name="Swaminathan B S" userId="a4d01bd2-1974-4657-978b-6c992b848468" providerId="ADAL" clId="{92050FF0-09CE-5B2E-AE09-3668470BBA02}" dt="2026-06-01T11:34:14.863" v="34" actId="21"/>
          <ac:spMkLst>
            <pc:docMk/>
            <pc:sldMk cId="0" sldId="269"/>
            <ac:spMk id="2" creationId="{00000000-0000-0000-0000-000000000000}"/>
          </ac:spMkLst>
        </pc:spChg>
        <pc:spChg chg="del">
          <ac:chgData name="Swaminathan B S" userId="a4d01bd2-1974-4657-978b-6c992b848468" providerId="ADAL" clId="{92050FF0-09CE-5B2E-AE09-3668470BBA02}" dt="2026-06-01T11:35:05.958" v="78" actId="478"/>
          <ac:spMkLst>
            <pc:docMk/>
            <pc:sldMk cId="0" sldId="269"/>
            <ac:spMk id="3" creationId="{00000000-0000-0000-0000-000000000000}"/>
          </ac:spMkLst>
        </pc:spChg>
        <pc:spChg chg="del">
          <ac:chgData name="Swaminathan B S" userId="a4d01bd2-1974-4657-978b-6c992b848468" providerId="ADAL" clId="{92050FF0-09CE-5B2E-AE09-3668470BBA02}" dt="2026-06-01T11:35:07.409" v="79" actId="478"/>
          <ac:spMkLst>
            <pc:docMk/>
            <pc:sldMk cId="0" sldId="269"/>
            <ac:spMk id="4" creationId="{00000000-0000-0000-0000-000000000000}"/>
          </ac:spMkLst>
        </pc:spChg>
        <pc:spChg chg="del">
          <ac:chgData name="Swaminathan B S" userId="a4d01bd2-1974-4657-978b-6c992b848468" providerId="ADAL" clId="{92050FF0-09CE-5B2E-AE09-3668470BBA02}" dt="2026-06-01T11:35:03.603" v="77" actId="478"/>
          <ac:spMkLst>
            <pc:docMk/>
            <pc:sldMk cId="0" sldId="269"/>
            <ac:spMk id="5" creationId="{00000000-0000-0000-0000-000000000000}"/>
          </ac:spMkLst>
        </pc:spChg>
        <pc:spChg chg="del">
          <ac:chgData name="Swaminathan B S" userId="a4d01bd2-1974-4657-978b-6c992b848468" providerId="ADAL" clId="{92050FF0-09CE-5B2E-AE09-3668470BBA02}" dt="2026-06-01T11:35:03.603" v="77" actId="478"/>
          <ac:spMkLst>
            <pc:docMk/>
            <pc:sldMk cId="0" sldId="269"/>
            <ac:spMk id="7" creationId="{00000000-0000-0000-0000-000000000000}"/>
          </ac:spMkLst>
        </pc:spChg>
        <pc:spChg chg="del">
          <ac:chgData name="Swaminathan B S" userId="a4d01bd2-1974-4657-978b-6c992b848468" providerId="ADAL" clId="{92050FF0-09CE-5B2E-AE09-3668470BBA02}" dt="2026-06-01T11:35:03.603" v="77" actId="478"/>
          <ac:spMkLst>
            <pc:docMk/>
            <pc:sldMk cId="0" sldId="269"/>
            <ac:spMk id="11" creationId="{00000000-0000-0000-0000-000000000000}"/>
          </ac:spMkLst>
        </pc:spChg>
        <pc:spChg chg="del">
          <ac:chgData name="Swaminathan B S" userId="a4d01bd2-1974-4657-978b-6c992b848468" providerId="ADAL" clId="{92050FF0-09CE-5B2E-AE09-3668470BBA02}" dt="2026-06-01T11:35:03.603" v="77" actId="478"/>
          <ac:spMkLst>
            <pc:docMk/>
            <pc:sldMk cId="0" sldId="269"/>
            <ac:spMk id="17" creationId="{00000000-0000-0000-0000-000000000000}"/>
          </ac:spMkLst>
        </pc:spChg>
        <pc:spChg chg="del">
          <ac:chgData name="Swaminathan B S" userId="a4d01bd2-1974-4657-978b-6c992b848468" providerId="ADAL" clId="{92050FF0-09CE-5B2E-AE09-3668470BBA02}" dt="2026-06-01T11:35:03.603" v="77" actId="478"/>
          <ac:spMkLst>
            <pc:docMk/>
            <pc:sldMk cId="0" sldId="269"/>
            <ac:spMk id="22" creationId="{00000000-0000-0000-0000-000000000000}"/>
          </ac:spMkLst>
        </pc:spChg>
        <pc:spChg chg="del">
          <ac:chgData name="Swaminathan B S" userId="a4d01bd2-1974-4657-978b-6c992b848468" providerId="ADAL" clId="{92050FF0-09CE-5B2E-AE09-3668470BBA02}" dt="2026-06-01T11:35:03.603" v="77" actId="478"/>
          <ac:spMkLst>
            <pc:docMk/>
            <pc:sldMk cId="0" sldId="269"/>
            <ac:spMk id="26" creationId="{00000000-0000-0000-0000-000000000000}"/>
          </ac:spMkLst>
        </pc:spChg>
        <pc:spChg chg="del">
          <ac:chgData name="Swaminathan B S" userId="a4d01bd2-1974-4657-978b-6c992b848468" providerId="ADAL" clId="{92050FF0-09CE-5B2E-AE09-3668470BBA02}" dt="2026-06-01T11:35:03.603" v="77" actId="478"/>
          <ac:spMkLst>
            <pc:docMk/>
            <pc:sldMk cId="0" sldId="269"/>
            <ac:spMk id="27" creationId="{00000000-0000-0000-0000-000000000000}"/>
          </ac:spMkLst>
        </pc:spChg>
        <pc:spChg chg="del">
          <ac:chgData name="Swaminathan B S" userId="a4d01bd2-1974-4657-978b-6c992b848468" providerId="ADAL" clId="{92050FF0-09CE-5B2E-AE09-3668470BBA02}" dt="2026-06-01T11:35:03.603" v="77" actId="478"/>
          <ac:spMkLst>
            <pc:docMk/>
            <pc:sldMk cId="0" sldId="269"/>
            <ac:spMk id="32" creationId="{00000000-0000-0000-0000-000000000000}"/>
          </ac:spMkLst>
        </pc:spChg>
        <pc:spChg chg="del">
          <ac:chgData name="Swaminathan B S" userId="a4d01bd2-1974-4657-978b-6c992b848468" providerId="ADAL" clId="{92050FF0-09CE-5B2E-AE09-3668470BBA02}" dt="2026-06-01T11:35:03.603" v="77" actId="478"/>
          <ac:spMkLst>
            <pc:docMk/>
            <pc:sldMk cId="0" sldId="269"/>
            <ac:spMk id="35" creationId="{00000000-0000-0000-0000-000000000000}"/>
          </ac:spMkLst>
        </pc:spChg>
        <pc:spChg chg="del">
          <ac:chgData name="Swaminathan B S" userId="a4d01bd2-1974-4657-978b-6c992b848468" providerId="ADAL" clId="{92050FF0-09CE-5B2E-AE09-3668470BBA02}" dt="2026-06-01T11:35:03.603" v="77" actId="478"/>
          <ac:spMkLst>
            <pc:docMk/>
            <pc:sldMk cId="0" sldId="269"/>
            <ac:spMk id="41" creationId="{00000000-0000-0000-0000-000000000000}"/>
          </ac:spMkLst>
        </pc:spChg>
        <pc:spChg chg="add mod">
          <ac:chgData name="Swaminathan B S" userId="a4d01bd2-1974-4657-978b-6c992b848468" providerId="ADAL" clId="{92050FF0-09CE-5B2E-AE09-3668470BBA02}" dt="2026-06-01T11:35:20.852" v="82" actId="120"/>
          <ac:spMkLst>
            <pc:docMk/>
            <pc:sldMk cId="0" sldId="269"/>
            <ac:spMk id="44" creationId="{09F4DD60-1B32-703D-7495-A8DBD8B77961}"/>
          </ac:spMkLst>
        </pc:spChg>
      </pc:sldChg>
      <pc:sldChg chg="add del">
        <pc:chgData name="Swaminathan B S" userId="a4d01bd2-1974-4657-978b-6c992b848468" providerId="ADAL" clId="{92050FF0-09CE-5B2E-AE09-3668470BBA02}" dt="2026-06-01T06:57:32.944" v="28" actId="2696"/>
        <pc:sldMkLst>
          <pc:docMk/>
          <pc:sldMk cId="788381628" sldId="270"/>
        </pc:sldMkLst>
      </pc:sldChg>
      <pc:sldChg chg="add del">
        <pc:chgData name="Swaminathan B S" userId="a4d01bd2-1974-4657-978b-6c992b848468" providerId="ADAL" clId="{92050FF0-09CE-5B2E-AE09-3668470BBA02}" dt="2026-06-01T11:35:23.172" v="83" actId="2696"/>
        <pc:sldMkLst>
          <pc:docMk/>
          <pc:sldMk cId="1773469156" sldId="270"/>
        </pc:sldMkLst>
      </pc:sldChg>
      <pc:sldChg chg="addSp delSp modSp add mod">
        <pc:chgData name="Swaminathan B S" userId="a4d01bd2-1974-4657-978b-6c992b848468" providerId="ADAL" clId="{92050FF0-09CE-5B2E-AE09-3668470BBA02}" dt="2026-06-01T11:56:04.637" v="93" actId="20577"/>
        <pc:sldMkLst>
          <pc:docMk/>
          <pc:sldMk cId="2698645777" sldId="271"/>
        </pc:sldMkLst>
        <pc:spChg chg="del">
          <ac:chgData name="Swaminathan B S" userId="a4d01bd2-1974-4657-978b-6c992b848468" providerId="ADAL" clId="{92050FF0-09CE-5B2E-AE09-3668470BBA02}" dt="2026-06-01T11:34:18.217" v="35" actId="478"/>
          <ac:spMkLst>
            <pc:docMk/>
            <pc:sldMk cId="2698645777" sldId="271"/>
            <ac:spMk id="2" creationId="{5D656AA7-0D3C-3CCA-40D1-9DA1DADB1533}"/>
          </ac:spMkLst>
        </pc:spChg>
        <pc:spChg chg="del">
          <ac:chgData name="Swaminathan B S" userId="a4d01bd2-1974-4657-978b-6c992b848468" providerId="ADAL" clId="{92050FF0-09CE-5B2E-AE09-3668470BBA02}" dt="2026-06-01T11:34:22.891" v="38" actId="478"/>
          <ac:spMkLst>
            <pc:docMk/>
            <pc:sldMk cId="2698645777" sldId="271"/>
            <ac:spMk id="3" creationId="{0064E23E-0957-FB17-5B63-0EF1DA671906}"/>
          </ac:spMkLst>
        </pc:spChg>
        <pc:spChg chg="mod">
          <ac:chgData name="Swaminathan B S" userId="a4d01bd2-1974-4657-978b-6c992b848468" providerId="ADAL" clId="{92050FF0-09CE-5B2E-AE09-3668470BBA02}" dt="2026-06-01T11:55:52.218" v="85" actId="1076"/>
          <ac:spMkLst>
            <pc:docMk/>
            <pc:sldMk cId="2698645777" sldId="271"/>
            <ac:spMk id="4" creationId="{25606EEF-1052-9AF9-C9C6-2B1A5A040143}"/>
          </ac:spMkLst>
        </pc:spChg>
        <pc:spChg chg="del">
          <ac:chgData name="Swaminathan B S" userId="a4d01bd2-1974-4657-978b-6c992b848468" providerId="ADAL" clId="{92050FF0-09CE-5B2E-AE09-3668470BBA02}" dt="2026-06-01T11:34:11.388" v="33" actId="478"/>
          <ac:spMkLst>
            <pc:docMk/>
            <pc:sldMk cId="2698645777" sldId="271"/>
            <ac:spMk id="5" creationId="{96C9C300-D982-3A14-2F7F-4340064C40D7}"/>
          </ac:spMkLst>
        </pc:spChg>
        <pc:spChg chg="del">
          <ac:chgData name="Swaminathan B S" userId="a4d01bd2-1974-4657-978b-6c992b848468" providerId="ADAL" clId="{92050FF0-09CE-5B2E-AE09-3668470BBA02}" dt="2026-06-01T11:34:11.388" v="33" actId="478"/>
          <ac:spMkLst>
            <pc:docMk/>
            <pc:sldMk cId="2698645777" sldId="271"/>
            <ac:spMk id="6" creationId="{270719EA-38B0-278A-9D8F-CBDE15DADB8D}"/>
          </ac:spMkLst>
        </pc:spChg>
        <pc:spChg chg="del">
          <ac:chgData name="Swaminathan B S" userId="a4d01bd2-1974-4657-978b-6c992b848468" providerId="ADAL" clId="{92050FF0-09CE-5B2E-AE09-3668470BBA02}" dt="2026-06-01T11:34:11.388" v="33" actId="478"/>
          <ac:spMkLst>
            <pc:docMk/>
            <pc:sldMk cId="2698645777" sldId="271"/>
            <ac:spMk id="15" creationId="{00ECA70B-C9FB-7A1C-44AC-74A7CB7A3F92}"/>
          </ac:spMkLst>
        </pc:spChg>
        <pc:spChg chg="del">
          <ac:chgData name="Swaminathan B S" userId="a4d01bd2-1974-4657-978b-6c992b848468" providerId="ADAL" clId="{92050FF0-09CE-5B2E-AE09-3668470BBA02}" dt="2026-06-01T11:34:11.388" v="33" actId="478"/>
          <ac:spMkLst>
            <pc:docMk/>
            <pc:sldMk cId="2698645777" sldId="271"/>
            <ac:spMk id="29" creationId="{C7FB4172-2F8E-232E-2AB0-ABD7D7BE3455}"/>
          </ac:spMkLst>
        </pc:spChg>
        <pc:spChg chg="del">
          <ac:chgData name="Swaminathan B S" userId="a4d01bd2-1974-4657-978b-6c992b848468" providerId="ADAL" clId="{92050FF0-09CE-5B2E-AE09-3668470BBA02}" dt="2026-06-01T11:34:11.388" v="33" actId="478"/>
          <ac:spMkLst>
            <pc:docMk/>
            <pc:sldMk cId="2698645777" sldId="271"/>
            <ac:spMk id="32" creationId="{EA44B74B-6FF1-38B4-359A-E581C3E0189C}"/>
          </ac:spMkLst>
        </pc:spChg>
        <pc:spChg chg="del">
          <ac:chgData name="Swaminathan B S" userId="a4d01bd2-1974-4657-978b-6c992b848468" providerId="ADAL" clId="{92050FF0-09CE-5B2E-AE09-3668470BBA02}" dt="2026-06-01T11:34:11.388" v="33" actId="478"/>
          <ac:spMkLst>
            <pc:docMk/>
            <pc:sldMk cId="2698645777" sldId="271"/>
            <ac:spMk id="42" creationId="{FF62E93B-E76B-C8AE-7671-4550F8F41A05}"/>
          </ac:spMkLst>
        </pc:spChg>
        <pc:spChg chg="del">
          <ac:chgData name="Swaminathan B S" userId="a4d01bd2-1974-4657-978b-6c992b848468" providerId="ADAL" clId="{92050FF0-09CE-5B2E-AE09-3668470BBA02}" dt="2026-06-01T11:34:11.388" v="33" actId="478"/>
          <ac:spMkLst>
            <pc:docMk/>
            <pc:sldMk cId="2698645777" sldId="271"/>
            <ac:spMk id="45" creationId="{EC64F7ED-E7D0-2000-F3EC-93F0617631B8}"/>
          </ac:spMkLst>
        </pc:spChg>
        <pc:spChg chg="del">
          <ac:chgData name="Swaminathan B S" userId="a4d01bd2-1974-4657-978b-6c992b848468" providerId="ADAL" clId="{92050FF0-09CE-5B2E-AE09-3668470BBA02}" dt="2026-06-01T11:34:11.388" v="33" actId="478"/>
          <ac:spMkLst>
            <pc:docMk/>
            <pc:sldMk cId="2698645777" sldId="271"/>
            <ac:spMk id="47" creationId="{784F8848-FBD4-D6C7-8D1A-13CE35BF2D1F}"/>
          </ac:spMkLst>
        </pc:spChg>
        <pc:spChg chg="del">
          <ac:chgData name="Swaminathan B S" userId="a4d01bd2-1974-4657-978b-6c992b848468" providerId="ADAL" clId="{92050FF0-09CE-5B2E-AE09-3668470BBA02}" dt="2026-06-01T11:34:11.388" v="33" actId="478"/>
          <ac:spMkLst>
            <pc:docMk/>
            <pc:sldMk cId="2698645777" sldId="271"/>
            <ac:spMk id="49" creationId="{6FD006DB-FD10-E7CA-A8DA-2644B1289F8C}"/>
          </ac:spMkLst>
        </pc:spChg>
        <pc:spChg chg="del">
          <ac:chgData name="Swaminathan B S" userId="a4d01bd2-1974-4657-978b-6c992b848468" providerId="ADAL" clId="{92050FF0-09CE-5B2E-AE09-3668470BBA02}" dt="2026-06-01T11:34:11.388" v="33" actId="478"/>
          <ac:spMkLst>
            <pc:docMk/>
            <pc:sldMk cId="2698645777" sldId="271"/>
            <ac:spMk id="60" creationId="{3EF35020-C850-4733-B55F-7A8E3714B788}"/>
          </ac:spMkLst>
        </pc:spChg>
        <pc:spChg chg="add mod">
          <ac:chgData name="Swaminathan B S" userId="a4d01bd2-1974-4657-978b-6c992b848468" providerId="ADAL" clId="{92050FF0-09CE-5B2E-AE09-3668470BBA02}" dt="2026-06-01T11:34:54.588" v="75" actId="1076"/>
          <ac:spMkLst>
            <pc:docMk/>
            <pc:sldMk cId="2698645777" sldId="271"/>
            <ac:spMk id="67" creationId="{3A0A36A8-DEEF-6468-767D-C6A1FA4F9301}"/>
          </ac:spMkLst>
        </pc:spChg>
        <pc:spChg chg="mod">
          <ac:chgData name="Swaminathan B S" userId="a4d01bd2-1974-4657-978b-6c992b848468" providerId="ADAL" clId="{92050FF0-09CE-5B2E-AE09-3668470BBA02}" dt="2026-06-01T11:56:04.637" v="93" actId="20577"/>
          <ac:spMkLst>
            <pc:docMk/>
            <pc:sldMk cId="2698645777" sldId="271"/>
            <ac:spMk id="69" creationId="{A4445887-2DC2-629A-4B4E-026E15D6E8DF}"/>
          </ac:spMkLst>
        </pc:spChg>
        <pc:spChg chg="add mod">
          <ac:chgData name="Swaminathan B S" userId="a4d01bd2-1974-4657-978b-6c992b848468" providerId="ADAL" clId="{92050FF0-09CE-5B2E-AE09-3668470BBA02}" dt="2026-06-01T11:34:49.905" v="74" actId="1035"/>
          <ac:spMkLst>
            <pc:docMk/>
            <pc:sldMk cId="2698645777" sldId="271"/>
            <ac:spMk id="70" creationId="{7E3A21D5-52F6-8131-DB18-2D29C3FCEC8A}"/>
          </ac:spMkLst>
        </pc:spChg>
        <pc:spChg chg="add mod">
          <ac:chgData name="Swaminathan B S" userId="a4d01bd2-1974-4657-978b-6c992b848468" providerId="ADAL" clId="{92050FF0-09CE-5B2E-AE09-3668470BBA02}" dt="2026-06-01T11:34:49.905" v="74" actId="1035"/>
          <ac:spMkLst>
            <pc:docMk/>
            <pc:sldMk cId="2698645777" sldId="271"/>
            <ac:spMk id="72" creationId="{38F166B2-93A0-C01D-7651-EFAD2B884500}"/>
          </ac:spMkLst>
        </pc:spChg>
        <pc:spChg chg="add mod">
          <ac:chgData name="Swaminathan B S" userId="a4d01bd2-1974-4657-978b-6c992b848468" providerId="ADAL" clId="{92050FF0-09CE-5B2E-AE09-3668470BBA02}" dt="2026-06-01T11:34:49.905" v="74" actId="1035"/>
          <ac:spMkLst>
            <pc:docMk/>
            <pc:sldMk cId="2698645777" sldId="271"/>
            <ac:spMk id="76" creationId="{FC005FAB-B6A1-0A62-86E7-C3B836894F9F}"/>
          </ac:spMkLst>
        </pc:spChg>
        <pc:spChg chg="add mod">
          <ac:chgData name="Swaminathan B S" userId="a4d01bd2-1974-4657-978b-6c992b848468" providerId="ADAL" clId="{92050FF0-09CE-5B2E-AE09-3668470BBA02}" dt="2026-06-01T11:34:49.905" v="74" actId="1035"/>
          <ac:spMkLst>
            <pc:docMk/>
            <pc:sldMk cId="2698645777" sldId="271"/>
            <ac:spMk id="78" creationId="{577DB1E0-1D43-D026-8A5E-5BC3D28416B0}"/>
          </ac:spMkLst>
        </pc:spChg>
        <pc:spChg chg="add mod">
          <ac:chgData name="Swaminathan B S" userId="a4d01bd2-1974-4657-978b-6c992b848468" providerId="ADAL" clId="{92050FF0-09CE-5B2E-AE09-3668470BBA02}" dt="2026-06-01T11:34:49.905" v="74" actId="1035"/>
          <ac:spMkLst>
            <pc:docMk/>
            <pc:sldMk cId="2698645777" sldId="271"/>
            <ac:spMk id="81" creationId="{81461F5E-ED1B-0117-0999-652DA9F9D33E}"/>
          </ac:spMkLst>
        </pc:spChg>
        <pc:spChg chg="add mod">
          <ac:chgData name="Swaminathan B S" userId="a4d01bd2-1974-4657-978b-6c992b848468" providerId="ADAL" clId="{92050FF0-09CE-5B2E-AE09-3668470BBA02}" dt="2026-06-01T11:34:49.905" v="74" actId="1035"/>
          <ac:spMkLst>
            <pc:docMk/>
            <pc:sldMk cId="2698645777" sldId="271"/>
            <ac:spMk id="87" creationId="{9BB18826-A5E0-A9A1-A08D-7B7F2E66200B}"/>
          </ac:spMkLst>
        </pc:spChg>
        <pc:spChg chg="add mod">
          <ac:chgData name="Swaminathan B S" userId="a4d01bd2-1974-4657-978b-6c992b848468" providerId="ADAL" clId="{92050FF0-09CE-5B2E-AE09-3668470BBA02}" dt="2026-06-01T11:34:49.905" v="74" actId="1035"/>
          <ac:spMkLst>
            <pc:docMk/>
            <pc:sldMk cId="2698645777" sldId="271"/>
            <ac:spMk id="92" creationId="{D76C017C-6CA2-96C1-ECDB-BFB2BDA67C31}"/>
          </ac:spMkLst>
        </pc:spChg>
        <pc:spChg chg="add mod">
          <ac:chgData name="Swaminathan B S" userId="a4d01bd2-1974-4657-978b-6c992b848468" providerId="ADAL" clId="{92050FF0-09CE-5B2E-AE09-3668470BBA02}" dt="2026-06-01T11:34:49.905" v="74" actId="1035"/>
          <ac:spMkLst>
            <pc:docMk/>
            <pc:sldMk cId="2698645777" sldId="271"/>
            <ac:spMk id="94" creationId="{6E037776-469A-62B3-5FD5-404D341A7468}"/>
          </ac:spMkLst>
        </pc:spChg>
        <pc:spChg chg="add mod">
          <ac:chgData name="Swaminathan B S" userId="a4d01bd2-1974-4657-978b-6c992b848468" providerId="ADAL" clId="{92050FF0-09CE-5B2E-AE09-3668470BBA02}" dt="2026-06-01T11:34:49.905" v="74" actId="1035"/>
          <ac:spMkLst>
            <pc:docMk/>
            <pc:sldMk cId="2698645777" sldId="271"/>
            <ac:spMk id="97" creationId="{FDE929CD-7411-507F-2007-DA768AA7684D}"/>
          </ac:spMkLst>
        </pc:spChg>
        <pc:spChg chg="add mod">
          <ac:chgData name="Swaminathan B S" userId="a4d01bd2-1974-4657-978b-6c992b848468" providerId="ADAL" clId="{92050FF0-09CE-5B2E-AE09-3668470BBA02}" dt="2026-06-01T11:34:49.905" v="74" actId="1035"/>
          <ac:spMkLst>
            <pc:docMk/>
            <pc:sldMk cId="2698645777" sldId="271"/>
            <ac:spMk id="105" creationId="{E25EDB13-A7ED-FA10-82FD-C0EE6F0EE5BA}"/>
          </ac:spMkLst>
        </pc:spChg>
        <pc:spChg chg="add mod">
          <ac:chgData name="Swaminathan B S" userId="a4d01bd2-1974-4657-978b-6c992b848468" providerId="ADAL" clId="{92050FF0-09CE-5B2E-AE09-3668470BBA02}" dt="2026-06-01T11:55:56.333" v="86" actId="1076"/>
          <ac:spMkLst>
            <pc:docMk/>
            <pc:sldMk cId="2698645777" sldId="271"/>
            <ac:spMk id="107" creationId="{CD1EC2CA-653B-341A-6D04-2209EA99A615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234FAB7-7DF1-470D-9D24-E6B58A84B80C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77346" y="8736014"/>
            <a:ext cx="963023" cy="331788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E88521-8FCE-4BCB-8B67-37305855271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C0846B-0977-4E9D-973A-F0EA2C10623B}" type="datetimeFigureOut">
              <a:rPr lang="en-US" smtClean="0">
                <a:latin typeface="NVIDIA Sans" panose="020B0503020203020204" pitchFamily="34" charset="0"/>
                <a:cs typeface="NVIDIA Sans" panose="020B0503020203020204" pitchFamily="34" charset="0"/>
              </a:rPr>
              <a:t>6/1/26</a:t>
            </a:fld>
            <a:endParaRPr lang="en-US">
              <a:latin typeface="NVIDIA Sans" panose="020B0503020203020204" pitchFamily="34" charset="0"/>
              <a:cs typeface="NVIDIA Sans" panose="020B0503020203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0820F8-FB5B-4060-9702-8BB4F61830F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l"/>
            <a:fld id="{6212FBFF-564E-4199-8DDC-2B82D308BF1D}" type="slidenum">
              <a:rPr lang="en-US" smtClean="0">
                <a:latin typeface="NVIDIA Sans" panose="020B0503020203020204" pitchFamily="34" charset="0"/>
                <a:cs typeface="NVIDIA Sans" panose="020B0503020203020204" pitchFamily="34" charset="0"/>
              </a:rPr>
              <a:pPr algn="l"/>
              <a:t>‹#›</a:t>
            </a:fld>
            <a:endParaRPr lang="en-US">
              <a:latin typeface="NVIDIA Sans" panose="020B0503020203020204" pitchFamily="34" charset="0"/>
              <a:cs typeface="NVIDIA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20782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fld id="{354A8664-169C-4436-81C8-E492002C26A5}" type="datetimeFigureOut">
              <a:rPr lang="en-US" smtClean="0"/>
              <a:pPr/>
              <a:t>6/1/26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fld id="{A93AD357-0C40-4436-9D38-C47D60C1C9C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23E2AA-C3B7-40F1-8870-35AD3374F0C6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77346" y="8736014"/>
            <a:ext cx="963023" cy="331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938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NVIDIA Sans" panose="020B0503020203020204" pitchFamily="34" charset="0"/>
        <a:ea typeface="+mn-ea"/>
        <a:cs typeface="NVIDIA Sans" panose="020B0503020203020204" pitchFamily="3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NVIDIA Sans" panose="020B0503020203020204" pitchFamily="34" charset="0"/>
        <a:ea typeface="+mn-ea"/>
        <a:cs typeface="NVIDIA Sans" panose="020B0503020203020204" pitchFamily="3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NVIDIA Sans" panose="020B0503020203020204" pitchFamily="34" charset="0"/>
        <a:ea typeface="+mn-ea"/>
        <a:cs typeface="NVIDIA Sans" panose="020B0503020203020204" pitchFamily="3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NVIDIA Sans" panose="020B0503020203020204" pitchFamily="34" charset="0"/>
        <a:ea typeface="+mn-ea"/>
        <a:cs typeface="NVIDIA Sans" panose="020B0503020203020204" pitchFamily="3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NVIDIA Sans" panose="020B0503020203020204" pitchFamily="34" charset="0"/>
        <a:ea typeface="+mn-ea"/>
        <a:cs typeface="NVIDIA Sans" panose="020B0503020203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module is the workshop's anchor exhibit. Over the next 30 minutes you're going to show the AML SAR Investigation Agent — both at high level (3-phase architecture) and at depth (every NVIDIA service that powers it). Reserve the last 5 minutes for the live demo handoff.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Set the business case. The $2T and $26B figures are public knowledge from FinCEN / FATF. Frame this as a workforce-multiplier problem, not a replacement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narrative excerpt is what our app produces. Notice: cites tx amounts verbatim, names the statute, uses 'consistent with' (regulator-grade qualified language).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5-step manual workflow. Note the time and money — every step is where the agent saves.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single-sentence elevator pitch. Use this slide to drive home: it's one API call, the model does the SAR, the trace is built-in.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three phases are the architectural anchor. The right margin shows that NAT wraps all three — no LLM-routed tool planning, full deterministic DAG.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All five tools are deterministic Python functions. The return types are typed — this is what NAT calls 'typed tool contracts'.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Each skill is a single NIM call with a different system prompt (task_type). All four happen in parallel — this is where the latency budget comes from.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Critical: the bundle has NO decision targets, NO typology hints, NO regulatory frame. The model must derive the verdict from the evidence alone.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four properties that justify custom training. This is the slide you point at when someone asks 'why not just use GPT-4?'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9 phases. Each phase consumes the previous one's output. Day 1 covers phases 1-3; Day 2 covers 4-7 (SFT + RL); Day 3 covers 8-9.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5C89F-6109-292B-DCE8-B63CED33B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A49796-9621-9F3A-FE51-A831FE657F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29614D-57E3-EF99-8E45-4C5E16B011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9 phases. Each phase consumes the previous one's output. Day 1 covers phases 1-3; Day 2 covers 4-7 (SFT + RL); Day 3 covers 8-9.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E670D5-6DCA-5C89-34A7-84BC9B3313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4441539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Roadmap of the workshop: every NVIDIA module corresponds to one row. 9 phases now — sdg_rl + run_rl added between SFT and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een and white background&#10;&#10;Description automatically generated">
            <a:extLst>
              <a:ext uri="{FF2B5EF4-FFF2-40B4-BE49-F238E27FC236}">
                <a16:creationId xmlns:a16="http://schemas.microsoft.com/office/drawing/2014/main" id="{07D900F6-F9C5-E13E-B321-472E2C0645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pic>
        <p:nvPicPr>
          <p:cNvPr id="3" name="Picture 2" descr="A picture containing graphics, logo, symbol, graphic design&#10;&#10;Description automatically generated">
            <a:extLst>
              <a:ext uri="{FF2B5EF4-FFF2-40B4-BE49-F238E27FC236}">
                <a16:creationId xmlns:a16="http://schemas.microsoft.com/office/drawing/2014/main" id="{AC2F1390-BF3D-835C-3CE7-1F9507746CD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125" y="773531"/>
            <a:ext cx="8365991" cy="288231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7BDD93D-C8D9-AAAA-C193-4F162992EE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13012" y="2983577"/>
            <a:ext cx="19282214" cy="4937760"/>
          </a:xfrm>
        </p:spPr>
        <p:txBody>
          <a:bodyPr anchor="b">
            <a:normAutofit/>
          </a:bodyPr>
          <a:lstStyle>
            <a:lvl1pPr algn="l">
              <a:defRPr sz="8800" b="1" cap="none" baseline="0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84FDDD85-BD02-911B-1C62-433286994A1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13012" y="7941727"/>
            <a:ext cx="19282214" cy="170383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4400" b="0" cap="none" baseline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None/>
              <a:defRPr sz="6000"/>
            </a:lvl2pPr>
            <a:lvl3pPr marL="2743200" indent="0" algn="ctr">
              <a:buNone/>
              <a:defRPr sz="5400"/>
            </a:lvl3pPr>
            <a:lvl4pPr marL="4114800" indent="0" algn="ctr">
              <a:buNone/>
              <a:defRPr sz="4800"/>
            </a:lvl4pPr>
            <a:lvl5pPr marL="5486400" indent="0" algn="ctr">
              <a:buNone/>
              <a:defRPr sz="4800"/>
            </a:lvl5pPr>
            <a:lvl6pPr marL="6858000" indent="0" algn="ctr">
              <a:buNone/>
              <a:defRPr sz="4800"/>
            </a:lvl6pPr>
            <a:lvl7pPr marL="8229600" indent="0" algn="ctr">
              <a:buNone/>
              <a:defRPr sz="4800"/>
            </a:lvl7pPr>
            <a:lvl8pPr marL="9601200" indent="0" algn="ctr">
              <a:buNone/>
              <a:defRPr sz="4800"/>
            </a:lvl8pPr>
            <a:lvl9pPr marL="10972800" indent="0" algn="ctr">
              <a:buNone/>
              <a:defRPr sz="4800"/>
            </a:lvl9pPr>
          </a:lstStyle>
          <a:p>
            <a:r>
              <a:rPr lang="en-US" dirty="0"/>
              <a:t>Click to Add Subtitle/Name/Date</a:t>
            </a:r>
          </a:p>
        </p:txBody>
      </p:sp>
    </p:spTree>
    <p:extLst>
      <p:ext uri="{BB962C8B-B14F-4D97-AF65-F5344CB8AC3E}">
        <p14:creationId xmlns:p14="http://schemas.microsoft.com/office/powerpoint/2010/main" val="1478713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A4ED154-5FFA-3349-E601-C5300B6737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57545933-CFED-CEA2-1D6E-C227DD92729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F434B88-2544-75AC-CBB8-19A1035D125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14600" y="4846320"/>
            <a:ext cx="31546800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57990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nt Testing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A4ED154-5FFA-3349-E601-C5300B6737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57545933-CFED-CEA2-1D6E-C227DD92729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F434B88-2544-75AC-CBB8-19A1035D125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14600" y="4846320"/>
            <a:ext cx="31546800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70B57E-B314-99BB-8DF8-2672644B4F4E}"/>
              </a:ext>
            </a:extLst>
          </p:cNvPr>
          <p:cNvSpPr/>
          <p:nvPr userDrawn="1"/>
        </p:nvSpPr>
        <p:spPr>
          <a:xfrm>
            <a:off x="15000920" y="10556523"/>
            <a:ext cx="11020290" cy="749209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>
              <a:lnSpc>
                <a:spcPct val="90000"/>
              </a:lnSpc>
            </a:pPr>
            <a:endParaRPr lang="en-US" sz="9600" b="1" dirty="0" err="1">
              <a:solidFill>
                <a:schemeClr val="tx1"/>
              </a:solidFill>
              <a:latin typeface="NVIDIA Sans" panose="020B0503020203020204" pitchFamily="34" charset="0"/>
              <a:cs typeface="NVIDIA Sans" panose="020B0503020203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F3F80E6-5287-D931-0053-EF9F8579EE4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87422" y="10556523"/>
            <a:ext cx="11022523" cy="7864522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D89DD87-13E1-B25F-EBCC-2BC52BA4AAC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15951796" y="11141440"/>
            <a:ext cx="9273032" cy="2550828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9144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18288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27432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36576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0B869C1B-4BC1-3F4F-4B38-F2FBE6DA6157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5951796" y="13730012"/>
            <a:ext cx="9273032" cy="2550828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tx2"/>
              </a:buClr>
              <a:buFontTx/>
              <a:buNone/>
              <a:defRPr sz="96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9144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18288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27432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36576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</p:txBody>
      </p:sp>
    </p:spTree>
    <p:extLst>
      <p:ext uri="{BB962C8B-B14F-4D97-AF65-F5344CB8AC3E}">
        <p14:creationId xmlns:p14="http://schemas.microsoft.com/office/powerpoint/2010/main" val="1039441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A4ED154-5FFA-3349-E601-C5300B6737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57545933-CFED-CEA2-1D6E-C227DD92729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953729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IDENT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0B5A3B7-671E-C83C-D30C-891E7AC206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B591E553-3F88-CE75-0B41-84F0FCE66A2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74C6155-7E24-522A-D9BC-0187CC5320D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14600" y="4846320"/>
            <a:ext cx="31546800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E4777A-F626-7644-27B7-BFAC0B981393}"/>
              </a:ext>
            </a:extLst>
          </p:cNvPr>
          <p:cNvSpPr txBox="1"/>
          <p:nvPr userDrawn="1"/>
        </p:nvSpPr>
        <p:spPr>
          <a:xfrm>
            <a:off x="708485" y="19635786"/>
            <a:ext cx="6504666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300" dirty="0">
                <a:solidFill>
                  <a:schemeClr val="bg1"/>
                </a:solidFill>
                <a:latin typeface="NVIDIA Sans Medium" panose="020B0603020203020204" pitchFamily="34" charset="0"/>
                <a:cs typeface="NVIDIA Sans Medium" panose="020B0603020203020204" pitchFamily="34" charset="0"/>
              </a:rPr>
              <a:t>NVIDIA CONFIDENTIAL. DO NOT DISTRIBUTE.</a:t>
            </a:r>
          </a:p>
        </p:txBody>
      </p:sp>
    </p:spTree>
    <p:extLst>
      <p:ext uri="{BB962C8B-B14F-4D97-AF65-F5344CB8AC3E}">
        <p14:creationId xmlns:p14="http://schemas.microsoft.com/office/powerpoint/2010/main" val="2655459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ING_Title, Subtitle,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48F5163-CB61-79FB-F160-F5D40ECCE6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>
            <a:normAutofit/>
          </a:bodyPr>
          <a:lstStyle>
            <a:lvl1pPr>
              <a:defRPr sz="7200" b="1" cap="none"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A4DE4CF-0F8A-C449-EB63-E6FB16955E7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14600" y="4873752"/>
            <a:ext cx="31546800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EB67495D-7B41-2537-BC39-7393489E5BF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884427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IDENTIAL_Co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1BB3E37-708E-211E-579F-07C9AF797C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>
            <a:normAutofit/>
          </a:bodyPr>
          <a:lstStyle>
            <a:lvl1pPr>
              <a:defRPr sz="7200" b="1" cap="none"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00FC4D5-AB7A-23D7-9D7B-80DEBB4B5F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14600" y="4873752"/>
            <a:ext cx="31546800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E46F2B23-740A-C60D-727C-DC63D8F8D8F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9AAC10-E9F2-1A13-3A59-F02BCBD31C18}"/>
              </a:ext>
            </a:extLst>
          </p:cNvPr>
          <p:cNvSpPr txBox="1"/>
          <p:nvPr userDrawn="1"/>
        </p:nvSpPr>
        <p:spPr>
          <a:xfrm>
            <a:off x="708485" y="19635786"/>
            <a:ext cx="6504666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300" dirty="0">
                <a:solidFill>
                  <a:schemeClr val="bg1"/>
                </a:solidFill>
                <a:latin typeface="NVIDIA Sans Medium" panose="020B0603020203020204" pitchFamily="34" charset="0"/>
                <a:cs typeface="NVIDIA Sans Medium" panose="020B0603020203020204" pitchFamily="34" charset="0"/>
              </a:rPr>
              <a:t>NVIDIA CONFIDENTIAL. DO NOT DISTRIBUTE.</a:t>
            </a:r>
          </a:p>
        </p:txBody>
      </p:sp>
    </p:spTree>
    <p:extLst>
      <p:ext uri="{BB962C8B-B14F-4D97-AF65-F5344CB8AC3E}">
        <p14:creationId xmlns:p14="http://schemas.microsoft.com/office/powerpoint/2010/main" val="3653953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CD6812F5-ABE3-E984-84D2-2BCF62F749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C8D5FFB6-C6A8-037E-5413-097EB66C5C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2EAC335-6BA5-09DF-D45A-2D1E4919D60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14600" y="4846320"/>
            <a:ext cx="15215615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87F3906-FA1F-F5DB-AEEC-275E973390EF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8845785" y="4846320"/>
            <a:ext cx="15215615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28003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IDENTIAL_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402BC1FA-1DB5-2C7E-04B8-FED750886E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A2AEF98B-5FB8-3A4F-796B-DD99AF3F272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251F2F2-6278-B4DF-1110-A1875E182B4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14600" y="4846320"/>
            <a:ext cx="15215615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B4011BA-8847-33A7-3882-701220150547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8845785" y="4846320"/>
            <a:ext cx="15215615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B4AC74-E8E5-AA23-89B3-FDB8D3DEFA54}"/>
              </a:ext>
            </a:extLst>
          </p:cNvPr>
          <p:cNvSpPr txBox="1"/>
          <p:nvPr userDrawn="1"/>
        </p:nvSpPr>
        <p:spPr>
          <a:xfrm>
            <a:off x="708485" y="19635786"/>
            <a:ext cx="6504666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300" dirty="0">
                <a:solidFill>
                  <a:schemeClr val="bg1"/>
                </a:solidFill>
                <a:latin typeface="NVIDIA Sans Medium" panose="020B0603020203020204" pitchFamily="34" charset="0"/>
                <a:cs typeface="NVIDIA Sans Medium" panose="020B0603020203020204" pitchFamily="34" charset="0"/>
              </a:rPr>
              <a:t>NVIDIA CONFIDENTIAL. DO NOT DISTRIBUTE.</a:t>
            </a:r>
          </a:p>
        </p:txBody>
      </p:sp>
    </p:spTree>
    <p:extLst>
      <p:ext uri="{BB962C8B-B14F-4D97-AF65-F5344CB8AC3E}">
        <p14:creationId xmlns:p14="http://schemas.microsoft.com/office/powerpoint/2010/main" val="2969517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Left - Tex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5">
            <a:extLst>
              <a:ext uri="{FF2B5EF4-FFF2-40B4-BE49-F238E27FC236}">
                <a16:creationId xmlns:a16="http://schemas.microsoft.com/office/drawing/2014/main" id="{9ECDE791-270C-BF8C-81C1-76A0831C1A1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6413163" cy="20574000"/>
          </a:xfrm>
          <a:prstGeom prst="rect">
            <a:avLst/>
          </a:prstGeom>
          <a:solidFill>
            <a:schemeClr val="tx1">
              <a:lumMod val="95000"/>
              <a:alpha val="61000"/>
            </a:scheme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lang="en-US" sz="4000">
                <a:solidFill>
                  <a:schemeClr val="bg1"/>
                </a:solidFill>
                <a:latin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B145783C-AD8B-1C6E-6189-2C6A7ED49E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129248" y="302065"/>
            <a:ext cx="14639544" cy="3365695"/>
          </a:xfrm>
        </p:spPr>
        <p:txBody>
          <a:bodyPr>
            <a:normAutofit/>
          </a:bodyPr>
          <a:lstStyle>
            <a:lvl1pPr algn="l">
              <a:spcBef>
                <a:spcPts val="600"/>
              </a:spcBef>
              <a:spcAft>
                <a:spcPts val="600"/>
              </a:spcAft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7C7C90A-73D6-E171-33CA-4E89BA293C6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9129248" y="6988192"/>
            <a:ext cx="14639544" cy="11345523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293474C4-48DE-3777-A7E6-66A14FC6BB3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129248" y="3731768"/>
            <a:ext cx="14639544" cy="1408176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600"/>
              </a:spcBef>
              <a:spcAft>
                <a:spcPts val="600"/>
              </a:spcAft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1FA87B4-E089-FC07-89C2-EA0620853B79}"/>
              </a:ext>
            </a:extLst>
          </p:cNvPr>
          <p:cNvCxnSpPr>
            <a:cxnSpLocks/>
          </p:cNvCxnSpPr>
          <p:nvPr userDrawn="1"/>
        </p:nvCxnSpPr>
        <p:spPr>
          <a:xfrm>
            <a:off x="16413162" y="5693228"/>
            <a:ext cx="17282478" cy="0"/>
          </a:xfrm>
          <a:prstGeom prst="line">
            <a:avLst/>
          </a:prstGeom>
          <a:ln w="317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4941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Left - Text Right NO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F02E9B9-4BF5-6080-A68D-577B3CFA39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9129248" y="6988192"/>
            <a:ext cx="14639544" cy="11345523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8D73545-7C20-075B-2C1C-DF7F4214DAD6}"/>
              </a:ext>
            </a:extLst>
          </p:cNvPr>
          <p:cNvCxnSpPr>
            <a:cxnSpLocks/>
          </p:cNvCxnSpPr>
          <p:nvPr userDrawn="1"/>
        </p:nvCxnSpPr>
        <p:spPr>
          <a:xfrm>
            <a:off x="16413162" y="5693228"/>
            <a:ext cx="17282478" cy="0"/>
          </a:xfrm>
          <a:prstGeom prst="line">
            <a:avLst/>
          </a:prstGeom>
          <a:ln w="317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CA42E39E-F558-16B2-B1CE-93D204E345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129248" y="1218776"/>
            <a:ext cx="14639544" cy="3365695"/>
          </a:xfrm>
        </p:spPr>
        <p:txBody>
          <a:bodyPr>
            <a:normAutofit/>
          </a:bodyPr>
          <a:lstStyle>
            <a:lvl1pPr algn="l">
              <a:spcBef>
                <a:spcPts val="600"/>
              </a:spcBef>
              <a:spcAft>
                <a:spcPts val="600"/>
              </a:spcAft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16075D2-4650-7EB1-4F7E-447F77C0652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6413163" cy="20574000"/>
          </a:xfrm>
          <a:prstGeom prst="rect">
            <a:avLst/>
          </a:prstGeom>
          <a:solidFill>
            <a:schemeClr val="tx1">
              <a:lumMod val="95000"/>
              <a:alpha val="61000"/>
            </a:scheme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lang="en-US" sz="4000">
                <a:solidFill>
                  <a:schemeClr val="bg1"/>
                </a:solidFill>
                <a:latin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690247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Right - Tex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8B60F29-EAFD-D95F-11A7-522A796CA55D}"/>
              </a:ext>
            </a:extLst>
          </p:cNvPr>
          <p:cNvSpPr/>
          <p:nvPr userDrawn="1"/>
        </p:nvSpPr>
        <p:spPr>
          <a:xfrm>
            <a:off x="32964120" y="18928080"/>
            <a:ext cx="3611880" cy="16459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17" name="Picture Placeholder 5">
            <a:extLst>
              <a:ext uri="{FF2B5EF4-FFF2-40B4-BE49-F238E27FC236}">
                <a16:creationId xmlns:a16="http://schemas.microsoft.com/office/drawing/2014/main" id="{EF5E0159-2062-54D4-B444-4F04EED230C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0162837" y="0"/>
            <a:ext cx="16413163" cy="20574000"/>
          </a:xfrm>
          <a:prstGeom prst="rect">
            <a:avLst/>
          </a:prstGeom>
          <a:solidFill>
            <a:schemeClr val="tx1">
              <a:lumMod val="95000"/>
              <a:alpha val="61000"/>
            </a:scheme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lang="en-US" sz="4000">
                <a:solidFill>
                  <a:schemeClr val="bg1"/>
                </a:solidFill>
                <a:latin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1A7D3A0-47E2-AF7B-E89C-6F90C67A89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6896" y="302065"/>
            <a:ext cx="14639544" cy="3365695"/>
          </a:xfrm>
        </p:spPr>
        <p:txBody>
          <a:bodyPr>
            <a:normAutofit/>
          </a:bodyPr>
          <a:lstStyle>
            <a:lvl1pPr algn="l">
              <a:spcBef>
                <a:spcPts val="600"/>
              </a:spcBef>
              <a:spcAft>
                <a:spcPts val="600"/>
              </a:spcAft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7F9A406-CE29-3A8D-BC16-6BD86203C8E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96896" y="6988192"/>
            <a:ext cx="14639544" cy="11345523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26CCF06A-1AE0-649C-7FD4-A4AD4CCADD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96896" y="3731768"/>
            <a:ext cx="14639544" cy="1408176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600"/>
              </a:spcBef>
              <a:spcAft>
                <a:spcPts val="600"/>
              </a:spcAft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028BF97-25AA-1462-7737-C9F688962248}"/>
              </a:ext>
            </a:extLst>
          </p:cNvPr>
          <p:cNvGrpSpPr/>
          <p:nvPr userDrawn="1"/>
        </p:nvGrpSpPr>
        <p:grpSpPr>
          <a:xfrm>
            <a:off x="0" y="19504414"/>
            <a:ext cx="2330569" cy="1082936"/>
            <a:chOff x="0" y="19504414"/>
            <a:chExt cx="2330569" cy="1082936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DE7F96C-8641-759A-C4B4-91D493A323B7}"/>
                </a:ext>
              </a:extLst>
            </p:cNvPr>
            <p:cNvSpPr/>
            <p:nvPr userDrawn="1"/>
          </p:nvSpPr>
          <p:spPr>
            <a:xfrm>
              <a:off x="0" y="19697679"/>
              <a:ext cx="155448" cy="88967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sz="4000" dirty="0" err="1">
                <a:solidFill>
                  <a:schemeClr val="tx1"/>
                </a:solidFill>
                <a:latin typeface="NVIDIA Sans" panose="020B0503020203020204" pitchFamily="34" charset="0"/>
              </a:endParaRPr>
            </a:p>
          </p:txBody>
        </p:sp>
        <p:pic>
          <p:nvPicPr>
            <p:cNvPr id="15" name="Picture 14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D2AD3A61-7583-56FE-D581-B662F99B0A3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7131" y="19504414"/>
              <a:ext cx="2003438" cy="690238"/>
            </a:xfrm>
            <a:prstGeom prst="rect">
              <a:avLst/>
            </a:prstGeom>
          </p:spPr>
        </p:pic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B55D1BC-2F32-1320-2F7E-E97C10EFE149}"/>
              </a:ext>
            </a:extLst>
          </p:cNvPr>
          <p:cNvCxnSpPr>
            <a:cxnSpLocks/>
          </p:cNvCxnSpPr>
          <p:nvPr userDrawn="1"/>
        </p:nvCxnSpPr>
        <p:spPr>
          <a:xfrm>
            <a:off x="0" y="5693228"/>
            <a:ext cx="17236440" cy="0"/>
          </a:xfrm>
          <a:prstGeom prst="line">
            <a:avLst/>
          </a:prstGeom>
          <a:ln w="317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2758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ING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23CD4AC-6599-9139-48AD-37DCAEFC9C0F}"/>
              </a:ext>
            </a:extLst>
          </p:cNvPr>
          <p:cNvSpPr/>
          <p:nvPr userDrawn="1"/>
        </p:nvSpPr>
        <p:spPr>
          <a:xfrm>
            <a:off x="32689800" y="18333715"/>
            <a:ext cx="3886200" cy="224028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F8CE70B-4A73-2CDA-4106-8F959E3578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6896" y="302065"/>
            <a:ext cx="14639544" cy="3365695"/>
          </a:xfrm>
        </p:spPr>
        <p:txBody>
          <a:bodyPr>
            <a:normAutofit/>
          </a:bodyPr>
          <a:lstStyle>
            <a:lvl1pPr algn="l">
              <a:spcBef>
                <a:spcPts val="600"/>
              </a:spcBef>
              <a:spcAft>
                <a:spcPts val="600"/>
              </a:spcAft>
              <a:defRPr sz="7200" b="1" cap="none"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5303E50-8A83-54D2-8D06-1904385F2BC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96896" y="6988192"/>
            <a:ext cx="14639544" cy="11345523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21B69A0B-9760-28C1-5DE8-5EE814EF524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96896" y="3731768"/>
            <a:ext cx="14639544" cy="1408176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600"/>
              </a:spcBef>
              <a:spcAft>
                <a:spcPts val="600"/>
              </a:spcAft>
              <a:buFontTx/>
              <a:buNone/>
              <a:defRPr sz="4800">
                <a:solidFill>
                  <a:schemeClr val="tx2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265C1B2-04C0-DFB7-6EBD-AB040BF7DEFF}"/>
              </a:ext>
            </a:extLst>
          </p:cNvPr>
          <p:cNvSpPr/>
          <p:nvPr userDrawn="1"/>
        </p:nvSpPr>
        <p:spPr>
          <a:xfrm>
            <a:off x="20162837" y="0"/>
            <a:ext cx="16413163" cy="20573998"/>
          </a:xfrm>
          <a:prstGeom prst="rect">
            <a:avLst/>
          </a:prstGeom>
          <a:solidFill>
            <a:schemeClr val="tx1">
              <a:lumMod val="95000"/>
            </a:schemeClr>
          </a:solidFill>
          <a:ln w="9525">
            <a:noFill/>
          </a:ln>
        </p:spPr>
        <p:txBody>
          <a:bodyPr tIns="2194560" anchor="ctr"/>
          <a:lstStyle/>
          <a:p>
            <a:pPr lvl="0" indent="0" algn="ctr" defTabSz="2743200">
              <a:lnSpc>
                <a:spcPct val="90000"/>
              </a:lnSpc>
              <a:spcBef>
                <a:spcPts val="3000"/>
              </a:spcBef>
              <a:buFontTx/>
              <a:buNone/>
            </a:pPr>
            <a:endParaRPr lang="en-US" sz="4000" dirty="0" err="1">
              <a:solidFill>
                <a:schemeClr val="bg2"/>
              </a:solidFill>
              <a:latin typeface="NVIDIA Sans" panose="020B0503020203020204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1C472DC-2279-F186-008D-6EC9A40B3DCA}"/>
              </a:ext>
            </a:extLst>
          </p:cNvPr>
          <p:cNvGrpSpPr/>
          <p:nvPr userDrawn="1"/>
        </p:nvGrpSpPr>
        <p:grpSpPr>
          <a:xfrm>
            <a:off x="0" y="19504414"/>
            <a:ext cx="2330569" cy="1082936"/>
            <a:chOff x="0" y="19504414"/>
            <a:chExt cx="2330569" cy="10829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DF31711-1359-3AFC-3118-FB20395A8CC3}"/>
                </a:ext>
              </a:extLst>
            </p:cNvPr>
            <p:cNvSpPr/>
            <p:nvPr userDrawn="1"/>
          </p:nvSpPr>
          <p:spPr>
            <a:xfrm>
              <a:off x="0" y="19697679"/>
              <a:ext cx="155448" cy="88967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sz="4000" dirty="0" err="1">
                <a:solidFill>
                  <a:schemeClr val="tx1"/>
                </a:solidFill>
                <a:latin typeface="NVIDIA Sans" panose="020B0503020203020204" pitchFamily="34" charset="0"/>
              </a:endParaRPr>
            </a:p>
          </p:txBody>
        </p:sp>
        <p:pic>
          <p:nvPicPr>
            <p:cNvPr id="15" name="Picture 14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0C69E3B1-A791-DCBA-5395-FDEBE9D6995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7131" y="19504414"/>
              <a:ext cx="2003438" cy="690238"/>
            </a:xfrm>
            <a:prstGeom prst="rect">
              <a:avLst/>
            </a:prstGeom>
          </p:spPr>
        </p:pic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EDC2502-4915-5E9A-D92C-046E02303113}"/>
              </a:ext>
            </a:extLst>
          </p:cNvPr>
          <p:cNvCxnSpPr>
            <a:cxnSpLocks/>
          </p:cNvCxnSpPr>
          <p:nvPr userDrawn="1"/>
        </p:nvCxnSpPr>
        <p:spPr>
          <a:xfrm>
            <a:off x="0" y="5693228"/>
            <a:ext cx="17236440" cy="0"/>
          </a:xfrm>
          <a:prstGeom prst="line">
            <a:avLst/>
          </a:prstGeom>
          <a:ln w="317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1698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eft NO SUBTITLE -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B94EE8E-8499-E649-9D65-52E13C0DE2CB}"/>
              </a:ext>
            </a:extLst>
          </p:cNvPr>
          <p:cNvSpPr/>
          <p:nvPr userDrawn="1"/>
        </p:nvSpPr>
        <p:spPr>
          <a:xfrm>
            <a:off x="32964120" y="18928080"/>
            <a:ext cx="3611880" cy="16459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9224051-F6A0-1C68-72F2-09CC08062F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6896" y="1218776"/>
            <a:ext cx="14639544" cy="3365695"/>
          </a:xfrm>
        </p:spPr>
        <p:txBody>
          <a:bodyPr>
            <a:normAutofit/>
          </a:bodyPr>
          <a:lstStyle>
            <a:lvl1pPr algn="l">
              <a:spcBef>
                <a:spcPts val="600"/>
              </a:spcBef>
              <a:spcAft>
                <a:spcPts val="600"/>
              </a:spcAft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3684755-C5FC-AC50-65BB-81DB0D4B45C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96896" y="6988192"/>
            <a:ext cx="14639544" cy="11345523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3C3B833-0169-9942-0C34-3173DDB88C15}"/>
              </a:ext>
            </a:extLst>
          </p:cNvPr>
          <p:cNvGrpSpPr/>
          <p:nvPr userDrawn="1"/>
        </p:nvGrpSpPr>
        <p:grpSpPr>
          <a:xfrm>
            <a:off x="0" y="19504414"/>
            <a:ext cx="2330569" cy="1082936"/>
            <a:chOff x="0" y="19504414"/>
            <a:chExt cx="2330569" cy="10829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2A304D4-014C-60EE-E0A3-7A7D03BDE871}"/>
                </a:ext>
              </a:extLst>
            </p:cNvPr>
            <p:cNvSpPr/>
            <p:nvPr userDrawn="1"/>
          </p:nvSpPr>
          <p:spPr>
            <a:xfrm>
              <a:off x="0" y="19697679"/>
              <a:ext cx="155448" cy="88967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sz="4000" dirty="0" err="1">
                <a:solidFill>
                  <a:schemeClr val="tx1"/>
                </a:solidFill>
                <a:latin typeface="NVIDIA Sans" panose="020B0503020203020204" pitchFamily="34" charset="0"/>
              </a:endParaRPr>
            </a:p>
          </p:txBody>
        </p:sp>
        <p:pic>
          <p:nvPicPr>
            <p:cNvPr id="13" name="Picture 12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56AC6FBB-55BD-E1DC-D634-E645384BD9A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7131" y="19504414"/>
              <a:ext cx="2003438" cy="690238"/>
            </a:xfrm>
            <a:prstGeom prst="rect">
              <a:avLst/>
            </a:prstGeom>
          </p:spPr>
        </p:pic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303C766-949A-7CC3-8AB3-538B5C8F7C60}"/>
              </a:ext>
            </a:extLst>
          </p:cNvPr>
          <p:cNvCxnSpPr>
            <a:cxnSpLocks/>
          </p:cNvCxnSpPr>
          <p:nvPr userDrawn="1"/>
        </p:nvCxnSpPr>
        <p:spPr>
          <a:xfrm>
            <a:off x="0" y="5693228"/>
            <a:ext cx="17236440" cy="0"/>
          </a:xfrm>
          <a:prstGeom prst="line">
            <a:avLst/>
          </a:prstGeom>
          <a:ln w="317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Picture Placeholder 5">
            <a:extLst>
              <a:ext uri="{FF2B5EF4-FFF2-40B4-BE49-F238E27FC236}">
                <a16:creationId xmlns:a16="http://schemas.microsoft.com/office/drawing/2014/main" id="{54F47D23-438F-22E0-F300-A852BA1BDCA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0162837" y="0"/>
            <a:ext cx="16413163" cy="20574000"/>
          </a:xfrm>
          <a:prstGeom prst="rect">
            <a:avLst/>
          </a:prstGeom>
          <a:solidFill>
            <a:schemeClr val="tx1">
              <a:lumMod val="95000"/>
              <a:alpha val="61000"/>
            </a:scheme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lang="en-US" sz="4000">
                <a:solidFill>
                  <a:schemeClr val="bg1"/>
                </a:solidFill>
                <a:latin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76656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eft TITLE ONLY -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8F6DF6B-AA28-1E18-7D69-34A1E206799E}"/>
              </a:ext>
            </a:extLst>
          </p:cNvPr>
          <p:cNvSpPr/>
          <p:nvPr userDrawn="1"/>
        </p:nvSpPr>
        <p:spPr>
          <a:xfrm>
            <a:off x="32964120" y="18928080"/>
            <a:ext cx="3611880" cy="16459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DF8B1F53-1589-33D7-3C32-077E788C62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422623" y="0"/>
            <a:ext cx="20153377" cy="20574000"/>
          </a:xfrm>
          <a:prstGeom prst="rect">
            <a:avLst/>
          </a:prstGeom>
          <a:solidFill>
            <a:schemeClr val="tx1">
              <a:lumMod val="95000"/>
              <a:alpha val="61000"/>
            </a:scheme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lang="en-US" sz="4000">
                <a:solidFill>
                  <a:schemeClr val="bg1"/>
                </a:solidFill>
                <a:latin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0F4C1EF-D7E4-3702-6092-EFE862FFBF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6896" y="8604153"/>
            <a:ext cx="12179806" cy="3365695"/>
          </a:xfrm>
        </p:spPr>
        <p:txBody>
          <a:bodyPr anchor="ctr">
            <a:normAutofit/>
          </a:bodyPr>
          <a:lstStyle>
            <a:lvl1pPr algn="l">
              <a:spcBef>
                <a:spcPts val="600"/>
              </a:spcBef>
              <a:spcAft>
                <a:spcPts val="600"/>
              </a:spcAft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E137DE7-1D7A-32A3-A88D-722BA52766C9}"/>
              </a:ext>
            </a:extLst>
          </p:cNvPr>
          <p:cNvGrpSpPr/>
          <p:nvPr userDrawn="1"/>
        </p:nvGrpSpPr>
        <p:grpSpPr>
          <a:xfrm>
            <a:off x="0" y="19504414"/>
            <a:ext cx="2330569" cy="1082936"/>
            <a:chOff x="0" y="19504414"/>
            <a:chExt cx="2330569" cy="1082936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907B295-1243-2BBD-AC77-7002AC68B56D}"/>
                </a:ext>
              </a:extLst>
            </p:cNvPr>
            <p:cNvSpPr/>
            <p:nvPr userDrawn="1"/>
          </p:nvSpPr>
          <p:spPr>
            <a:xfrm>
              <a:off x="0" y="19697679"/>
              <a:ext cx="155448" cy="88967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sz="4000" dirty="0" err="1">
                <a:solidFill>
                  <a:schemeClr val="tx1"/>
                </a:solidFill>
                <a:latin typeface="NVIDIA Sans" panose="020B0503020203020204" pitchFamily="34" charset="0"/>
              </a:endParaRPr>
            </a:p>
          </p:txBody>
        </p:sp>
        <p:pic>
          <p:nvPicPr>
            <p:cNvPr id="10" name="Picture 9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9F124724-C9CF-DF8A-9FE0-CE1C65F9B0D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7131" y="19504414"/>
              <a:ext cx="2003438" cy="6902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72325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eft NO BULLETS - Image Righ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5C5DADC-C505-F594-3ED9-E07FA6C3859F}"/>
              </a:ext>
            </a:extLst>
          </p:cNvPr>
          <p:cNvSpPr/>
          <p:nvPr userDrawn="1"/>
        </p:nvSpPr>
        <p:spPr>
          <a:xfrm>
            <a:off x="32964120" y="18928080"/>
            <a:ext cx="3611880" cy="16459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21B97FD-6C93-BC60-D63A-B88F2C3C23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6896" y="6829593"/>
            <a:ext cx="12143232" cy="3365695"/>
          </a:xfrm>
        </p:spPr>
        <p:txBody>
          <a:bodyPr anchor="b">
            <a:normAutofit/>
          </a:bodyPr>
          <a:lstStyle>
            <a:lvl1pPr algn="l">
              <a:spcBef>
                <a:spcPts val="600"/>
              </a:spcBef>
              <a:spcAft>
                <a:spcPts val="600"/>
              </a:spcAft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9BB0DECC-5F4B-7918-876B-2BF2EA6527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96896" y="10283120"/>
            <a:ext cx="12143232" cy="1408176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600"/>
              </a:spcBef>
              <a:spcAft>
                <a:spcPts val="600"/>
              </a:spcAft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4FD8965-93AC-C44D-A13A-AA1A59E48E89}"/>
              </a:ext>
            </a:extLst>
          </p:cNvPr>
          <p:cNvGrpSpPr/>
          <p:nvPr userDrawn="1"/>
        </p:nvGrpSpPr>
        <p:grpSpPr>
          <a:xfrm>
            <a:off x="0" y="19504414"/>
            <a:ext cx="2330569" cy="1082936"/>
            <a:chOff x="0" y="19504414"/>
            <a:chExt cx="2330569" cy="10829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376025B-4D61-0E71-7F02-BE092B8B6E56}"/>
                </a:ext>
              </a:extLst>
            </p:cNvPr>
            <p:cNvSpPr/>
            <p:nvPr userDrawn="1"/>
          </p:nvSpPr>
          <p:spPr>
            <a:xfrm>
              <a:off x="0" y="19697679"/>
              <a:ext cx="155448" cy="88967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sz="4000" dirty="0" err="1">
                <a:solidFill>
                  <a:schemeClr val="tx1"/>
                </a:solidFill>
                <a:latin typeface="NVIDIA Sans" panose="020B0503020203020204" pitchFamily="34" charset="0"/>
              </a:endParaRPr>
            </a:p>
          </p:txBody>
        </p:sp>
        <p:pic>
          <p:nvPicPr>
            <p:cNvPr id="15" name="Picture 14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3868D588-6D8B-CDEB-A2E0-D376E5C6CEF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7131" y="19504414"/>
              <a:ext cx="2003438" cy="690238"/>
            </a:xfrm>
            <a:prstGeom prst="rect">
              <a:avLst/>
            </a:prstGeom>
          </p:spPr>
        </p:pic>
      </p:grp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822DB8DA-38BC-95A4-39B5-5464378B460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422623" y="0"/>
            <a:ext cx="20153377" cy="20574000"/>
          </a:xfrm>
          <a:prstGeom prst="rect">
            <a:avLst/>
          </a:prstGeom>
          <a:solidFill>
            <a:schemeClr val="tx1">
              <a:lumMod val="95000"/>
              <a:alpha val="61000"/>
            </a:scheme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lang="en-US" sz="4000">
                <a:solidFill>
                  <a:schemeClr val="bg1"/>
                </a:solidFill>
                <a:latin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397368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6FA34CC3-F5EE-3A8A-AA13-FC23B233BC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1A682B68-3659-B898-36D3-E447501FB6E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359F3285-DAE4-EEAA-1022-7AE1DD168FD5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6062650" y="4849813"/>
            <a:ext cx="24450701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3ACFA6DD-1412-CA3C-15F4-ED8AD6B2B859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6062650" y="17063961"/>
            <a:ext cx="24450701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A36BBB72-064F-A97E-FE2D-2916C4D3DAF2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6062650" y="17751568"/>
            <a:ext cx="24450701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930681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w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9904B512-77C9-3A9F-0589-67D0C765FDC0}"/>
              </a:ext>
            </a:extLst>
          </p:cNvPr>
          <p:cNvSpPr>
            <a:spLocks noGrp="1"/>
          </p:cNvSpPr>
          <p:nvPr>
            <p:ph idx="31" hasCustomPrompt="1"/>
          </p:nvPr>
        </p:nvSpPr>
        <p:spPr>
          <a:xfrm>
            <a:off x="19354800" y="6919968"/>
            <a:ext cx="15583596" cy="7879524"/>
          </a:xfrm>
          <a:prstGeom prst="rect">
            <a:avLst/>
          </a:prstGeom>
        </p:spPr>
        <p:txBody>
          <a:bodyPr anchor="ctr"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FC8AA277-6DD1-2CCF-12CD-C2AD75B0A14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637604" y="4849813"/>
            <a:ext cx="16345595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4DD79B1E-BCCA-42A9-FF20-7B376772A569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637604" y="17063961"/>
            <a:ext cx="16345595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38FAA03E-2924-5648-AA06-0B8C894A49DD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637604" y="17751568"/>
            <a:ext cx="16345595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A4A33F69-6DBC-F1DB-EAD6-D5B9002DFD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0430B97A-31FA-023E-3290-2B9B63D005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4282953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9BBA88D4-0997-C5B9-36CF-9B1633F8B5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CE739272-8253-AD42-BD05-8F666D4982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278AB0E9-F286-1C40-1AD6-B85103B0AF6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637604" y="4849813"/>
            <a:ext cx="16345595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1FC3074C-54D1-DCE0-426E-97BA7CD58B85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18592799" y="4849813"/>
            <a:ext cx="16345595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F25477F0-8392-CEDA-19F2-0A29016EECC0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637604" y="17063961"/>
            <a:ext cx="16345595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DA2AF85A-9EEE-C062-1006-74D7741E330F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637604" y="17751568"/>
            <a:ext cx="16345595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39E96633-6475-1F2C-E726-28BE8668FBC5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18592805" y="17063961"/>
            <a:ext cx="16346278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F2428D4D-F13F-B280-6137-8C32CD9EEF0B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18592805" y="17751568"/>
            <a:ext cx="16346278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985611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up Image Layout with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C16114AB-138A-4EAC-3492-E7D7CA151D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4B79CE2D-84D0-541E-C116-5E768BBF94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3431A644-F8BA-5000-F78A-9BB8A4809E2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637604" y="4849813"/>
            <a:ext cx="8832277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B46989B9-88FE-F861-A0B6-8F80720B5C7E}"/>
              </a:ext>
            </a:extLst>
          </p:cNvPr>
          <p:cNvSpPr>
            <a:spLocks noGrp="1"/>
          </p:cNvSpPr>
          <p:nvPr>
            <p:ph idx="31" hasCustomPrompt="1"/>
          </p:nvPr>
        </p:nvSpPr>
        <p:spPr>
          <a:xfrm>
            <a:off x="11058350" y="6919968"/>
            <a:ext cx="6924849" cy="7879524"/>
          </a:xfrm>
          <a:prstGeom prst="rect">
            <a:avLst/>
          </a:prstGeom>
        </p:spPr>
        <p:txBody>
          <a:bodyPr anchor="ctr"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973B8B69-1B16-2A38-932F-E517F5C05291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18592805" y="4849813"/>
            <a:ext cx="8832277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660E8F47-2868-457B-7861-466422E34231}"/>
              </a:ext>
            </a:extLst>
          </p:cNvPr>
          <p:cNvSpPr>
            <a:spLocks noGrp="1"/>
          </p:cNvSpPr>
          <p:nvPr>
            <p:ph idx="35" hasCustomPrompt="1"/>
          </p:nvPr>
        </p:nvSpPr>
        <p:spPr>
          <a:xfrm>
            <a:off x="28013551" y="6919968"/>
            <a:ext cx="6924849" cy="7879524"/>
          </a:xfrm>
          <a:prstGeom prst="rect">
            <a:avLst/>
          </a:prstGeom>
        </p:spPr>
        <p:txBody>
          <a:bodyPr anchor="ctr"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3B5FB899-4F67-DA8C-A516-B71387137DB8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637604" y="17063961"/>
            <a:ext cx="8832277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B1A5AAD0-2B0D-F6DE-8C5D-5C0625FD55A7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637604" y="17751568"/>
            <a:ext cx="8832277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DBD83B1D-F849-2310-DE25-451C7BD75C53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18592805" y="17063961"/>
            <a:ext cx="8832646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E0292527-B9F3-D59F-1575-33C8C564E870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18592805" y="17751568"/>
            <a:ext cx="8832646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801177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1">
            <a:extLst>
              <a:ext uri="{FF2B5EF4-FFF2-40B4-BE49-F238E27FC236}">
                <a16:creationId xmlns:a16="http://schemas.microsoft.com/office/drawing/2014/main" id="{06EC4D90-EA3E-9A18-FEA5-3EEF50715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3BFC61ED-E368-EADF-A0C1-3AE9904C789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5FE98CD1-AB1E-1E7B-2FF4-F7E242CBAB87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24148473" y="4849813"/>
            <a:ext cx="10789920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Picture Placeholder 2">
            <a:extLst>
              <a:ext uri="{FF2B5EF4-FFF2-40B4-BE49-F238E27FC236}">
                <a16:creationId xmlns:a16="http://schemas.microsoft.com/office/drawing/2014/main" id="{CCCE8B13-298C-67A4-073D-4636A3BCE7A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2893038" y="4849813"/>
            <a:ext cx="10789920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Picture Placeholder 2">
            <a:extLst>
              <a:ext uri="{FF2B5EF4-FFF2-40B4-BE49-F238E27FC236}">
                <a16:creationId xmlns:a16="http://schemas.microsoft.com/office/drawing/2014/main" id="{F9FA27DB-2E4D-388B-2F4A-FE708B1D264C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637604" y="4849813"/>
            <a:ext cx="10789920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C5E18C58-3C84-ECE1-A164-6A5FF953635E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1653110" y="17063961"/>
            <a:ext cx="1078992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6D55A3EC-8AF3-3222-5E82-1A74FA5AB0D5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653110" y="17751568"/>
            <a:ext cx="1078992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6" name="Text Placeholder 7">
            <a:extLst>
              <a:ext uri="{FF2B5EF4-FFF2-40B4-BE49-F238E27FC236}">
                <a16:creationId xmlns:a16="http://schemas.microsoft.com/office/drawing/2014/main" id="{5F9A555E-B5A7-F2B9-6D6D-E24CAD68B927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2893040" y="17063961"/>
            <a:ext cx="1078992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EFC4CC4C-42B6-5D87-37D6-FE779B1ABFEB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2893040" y="17751568"/>
            <a:ext cx="1078992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8" name="Text Placeholder 7">
            <a:extLst>
              <a:ext uri="{FF2B5EF4-FFF2-40B4-BE49-F238E27FC236}">
                <a16:creationId xmlns:a16="http://schemas.microsoft.com/office/drawing/2014/main" id="{E4DE79F6-DE99-BDFD-033A-5AB8981A3A0E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24132970" y="17063961"/>
            <a:ext cx="10790371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E6F712D3-EAE3-8A7F-010B-AFEF00AE6B00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24132970" y="17751568"/>
            <a:ext cx="10790371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068062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>
            <a:extLst>
              <a:ext uri="{FF2B5EF4-FFF2-40B4-BE49-F238E27FC236}">
                <a16:creationId xmlns:a16="http://schemas.microsoft.com/office/drawing/2014/main" id="{459D9FFB-F331-2BA3-76DB-D0D67666F2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4737A17E-9A03-1AA3-D59C-3833F19EFE4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7FF59CD9-73FD-415B-F082-C27D3FC74CC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8520757" y="4849813"/>
            <a:ext cx="7982985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 typeface="NVIDIA Sans" panose="020B0503020203020204" pitchFamily="34" charset="0"/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id="{90082BEB-34AF-6104-9172-84A9393C73A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0072254" y="4849813"/>
            <a:ext cx="7982985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 typeface="NVIDIA Sans" panose="020B0503020203020204" pitchFamily="34" charset="0"/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9" name="Picture Placeholder 2">
            <a:extLst>
              <a:ext uri="{FF2B5EF4-FFF2-40B4-BE49-F238E27FC236}">
                <a16:creationId xmlns:a16="http://schemas.microsoft.com/office/drawing/2014/main" id="{1ACBD8DD-E9B6-20E0-AF99-F566611D5259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637606" y="4849813"/>
            <a:ext cx="7969130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 typeface="NVIDIA Sans" panose="020B0503020203020204" pitchFamily="34" charset="0"/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2">
            <a:extLst>
              <a:ext uri="{FF2B5EF4-FFF2-40B4-BE49-F238E27FC236}">
                <a16:creationId xmlns:a16="http://schemas.microsoft.com/office/drawing/2014/main" id="{3F34C73B-16DF-6108-33FA-2019F4A18A96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26969260" y="4849813"/>
            <a:ext cx="7969133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 typeface="NVIDIA Sans" panose="020B0503020203020204" pitchFamily="34" charset="0"/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Text Placeholder 7">
            <a:extLst>
              <a:ext uri="{FF2B5EF4-FFF2-40B4-BE49-F238E27FC236}">
                <a16:creationId xmlns:a16="http://schemas.microsoft.com/office/drawing/2014/main" id="{2A0C0A2B-E05B-6582-22E0-E2FB87D4F5FE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10087333" y="17063961"/>
            <a:ext cx="7967906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F252818C-30B9-BEAB-C34B-3FDB45B07855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1630527" y="17063961"/>
            <a:ext cx="794697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E94F7E10-2AF0-1049-A3BD-C3667BA1A7B7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0087333" y="17751568"/>
            <a:ext cx="7967906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4" name="Text Placeholder 7">
            <a:extLst>
              <a:ext uri="{FF2B5EF4-FFF2-40B4-BE49-F238E27FC236}">
                <a16:creationId xmlns:a16="http://schemas.microsoft.com/office/drawing/2014/main" id="{CCE2100E-D959-41B2-929B-D1BC55772019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1630527" y="17751568"/>
            <a:ext cx="794697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F9556000-DFCA-8B90-EBBC-359C95C3B361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8527529" y="17063961"/>
            <a:ext cx="794697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80DB8C8F-25FA-6C95-C2D7-C138BAA32B50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8527529" y="17751568"/>
            <a:ext cx="794697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7" name="Text Placeholder 7">
            <a:extLst>
              <a:ext uri="{FF2B5EF4-FFF2-40B4-BE49-F238E27FC236}">
                <a16:creationId xmlns:a16="http://schemas.microsoft.com/office/drawing/2014/main" id="{63D94597-BF94-1410-90DE-B1569E6B339A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26976037" y="17063961"/>
            <a:ext cx="7947304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BF06A1A9-1746-181C-9E88-1422CE2DFEC1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26976037" y="17751568"/>
            <a:ext cx="7947304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135586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8907B76C-DA4A-68FA-C798-F3D3ED6D3E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2891393" y="4849814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80A5F7E9-98C2-BE12-2CFF-1D4269C21CEF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645583" y="4849814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C40D16D0-F1BB-6699-BB7A-3010F14B4E5E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4148473" y="4849814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669BAFFD-DE29-C3FE-3E3D-0742C54E776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656844" y="9981886"/>
            <a:ext cx="1077865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6F8CDCB5-2334-0382-7EDF-D6A8C4C37919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656844" y="10669493"/>
            <a:ext cx="1077865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3E8130F2-A049-2C2C-49C2-814F60E02EF5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2894348" y="9981886"/>
            <a:ext cx="1077865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2EF59D26-21AA-0628-FEAE-B2017AD93D46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12894348" y="10669493"/>
            <a:ext cx="1077865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6" name="Text Placeholder 7">
            <a:extLst>
              <a:ext uri="{FF2B5EF4-FFF2-40B4-BE49-F238E27FC236}">
                <a16:creationId xmlns:a16="http://schemas.microsoft.com/office/drawing/2014/main" id="{FA27073E-24AC-35B6-4579-F3553211D14F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24151315" y="9981886"/>
            <a:ext cx="1077910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B7137105-F7C8-86F9-A19D-CC0280C95516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24151315" y="10669493"/>
            <a:ext cx="1077910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8" name="Picture Placeholder 2">
            <a:extLst>
              <a:ext uri="{FF2B5EF4-FFF2-40B4-BE49-F238E27FC236}">
                <a16:creationId xmlns:a16="http://schemas.microsoft.com/office/drawing/2014/main" id="{C215F7B2-F4E2-412D-DB90-96FF4E146F17}"/>
              </a:ext>
            </a:extLst>
          </p:cNvPr>
          <p:cNvSpPr>
            <a:spLocks noGrp="1"/>
          </p:cNvSpPr>
          <p:nvPr>
            <p:ph type="pic" sz="quarter" idx="75"/>
          </p:nvPr>
        </p:nvSpPr>
        <p:spPr>
          <a:xfrm>
            <a:off x="18520757" y="11931888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 typeface="NVIDIA Sans" panose="020B0503020203020204" pitchFamily="34" charset="0"/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8" name="Picture Placeholder 2">
            <a:extLst>
              <a:ext uri="{FF2B5EF4-FFF2-40B4-BE49-F238E27FC236}">
                <a16:creationId xmlns:a16="http://schemas.microsoft.com/office/drawing/2014/main" id="{F6B1B50B-4191-7EA1-DD61-A96EBE2A0C65}"/>
              </a:ext>
            </a:extLst>
          </p:cNvPr>
          <p:cNvSpPr>
            <a:spLocks noGrp="1"/>
          </p:cNvSpPr>
          <p:nvPr>
            <p:ph type="pic" sz="quarter" idx="76"/>
          </p:nvPr>
        </p:nvSpPr>
        <p:spPr>
          <a:xfrm>
            <a:off x="7265320" y="11931888"/>
            <a:ext cx="10789919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 typeface="NVIDIA Sans" panose="020B0503020203020204" pitchFamily="34" charset="0"/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65B4C94D-3029-61DE-18DE-8A6472E970BD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7276587" y="17063961"/>
            <a:ext cx="10778651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50" name="Text Placeholder 7">
            <a:extLst>
              <a:ext uri="{FF2B5EF4-FFF2-40B4-BE49-F238E27FC236}">
                <a16:creationId xmlns:a16="http://schemas.microsoft.com/office/drawing/2014/main" id="{CE518717-6ECD-F803-EEF8-2B2D7CF9EB49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7276587" y="17751568"/>
            <a:ext cx="10778651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1" name="Text Placeholder 7">
            <a:extLst>
              <a:ext uri="{FF2B5EF4-FFF2-40B4-BE49-F238E27FC236}">
                <a16:creationId xmlns:a16="http://schemas.microsoft.com/office/drawing/2014/main" id="{C5D8EE17-AD94-2DE2-C337-573533395DAF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18533554" y="17063961"/>
            <a:ext cx="1077910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52" name="Text Placeholder 7">
            <a:extLst>
              <a:ext uri="{FF2B5EF4-FFF2-40B4-BE49-F238E27FC236}">
                <a16:creationId xmlns:a16="http://schemas.microsoft.com/office/drawing/2014/main" id="{85A95BB1-6B72-7CA5-06BB-430623F1D273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18533554" y="17751568"/>
            <a:ext cx="1077910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3" name="Title 1">
            <a:extLst>
              <a:ext uri="{FF2B5EF4-FFF2-40B4-BE49-F238E27FC236}">
                <a16:creationId xmlns:a16="http://schemas.microsoft.com/office/drawing/2014/main" id="{8DC5F873-F78F-F1B6-1AFB-37B1EE5098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4" name="Text Placeholder 7">
            <a:extLst>
              <a:ext uri="{FF2B5EF4-FFF2-40B4-BE49-F238E27FC236}">
                <a16:creationId xmlns:a16="http://schemas.microsoft.com/office/drawing/2014/main" id="{8631CFA9-583B-6069-2D7A-BD83D75791B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714430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B1953C1A-70BD-1EAA-9874-87A836A8195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2891393" y="4849814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2">
            <a:extLst>
              <a:ext uri="{FF2B5EF4-FFF2-40B4-BE49-F238E27FC236}">
                <a16:creationId xmlns:a16="http://schemas.microsoft.com/office/drawing/2014/main" id="{9252F9A9-D932-EDF6-7A48-D5D93A40455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645583" y="4849814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2" name="Picture Placeholder 2">
            <a:extLst>
              <a:ext uri="{FF2B5EF4-FFF2-40B4-BE49-F238E27FC236}">
                <a16:creationId xmlns:a16="http://schemas.microsoft.com/office/drawing/2014/main" id="{D0D95889-F2DB-3BC9-69A2-99832FFC9845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4148473" y="4849814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20BBE6F4-0357-A4FD-1E64-134C0BB676E5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656844" y="9981886"/>
            <a:ext cx="1077865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4" name="Text Placeholder 7">
            <a:extLst>
              <a:ext uri="{FF2B5EF4-FFF2-40B4-BE49-F238E27FC236}">
                <a16:creationId xmlns:a16="http://schemas.microsoft.com/office/drawing/2014/main" id="{BFAE3A57-5BF4-79B4-4629-2CC735C71FE5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656844" y="10669493"/>
            <a:ext cx="1077865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99A50CCA-B5CD-F9AE-216F-C421A1BD9F04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2894348" y="9981886"/>
            <a:ext cx="1077865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757508AA-A2C8-98B6-81F3-50D83C5092CF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12894348" y="10669493"/>
            <a:ext cx="1077865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7" name="Text Placeholder 7">
            <a:extLst>
              <a:ext uri="{FF2B5EF4-FFF2-40B4-BE49-F238E27FC236}">
                <a16:creationId xmlns:a16="http://schemas.microsoft.com/office/drawing/2014/main" id="{F4222A90-C423-A76E-E4A1-DC33CE530C35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24151315" y="9981886"/>
            <a:ext cx="1077910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54" name="Text Placeholder 7">
            <a:extLst>
              <a:ext uri="{FF2B5EF4-FFF2-40B4-BE49-F238E27FC236}">
                <a16:creationId xmlns:a16="http://schemas.microsoft.com/office/drawing/2014/main" id="{4209A868-D6F4-3E49-A6A2-D0B83BADF3A9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24151315" y="10669493"/>
            <a:ext cx="1077910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5" name="Picture Placeholder 2">
            <a:extLst>
              <a:ext uri="{FF2B5EF4-FFF2-40B4-BE49-F238E27FC236}">
                <a16:creationId xmlns:a16="http://schemas.microsoft.com/office/drawing/2014/main" id="{9C37E9B7-863B-6FEB-5E35-885ED1194BFF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12902654" y="11931889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6" name="Picture Placeholder 2">
            <a:extLst>
              <a:ext uri="{FF2B5EF4-FFF2-40B4-BE49-F238E27FC236}">
                <a16:creationId xmlns:a16="http://schemas.microsoft.com/office/drawing/2014/main" id="{577FA631-E033-ADBD-0DC9-D0DB5E39C199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1656844" y="11931889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381881A2-4556-E0E7-4976-CE4CA8B44BD2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24159734" y="11931889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3E8E5407-C49C-0C9D-34F8-F6F0488021F6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668105" y="17063961"/>
            <a:ext cx="1077865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59" name="Text Placeholder 7">
            <a:extLst>
              <a:ext uri="{FF2B5EF4-FFF2-40B4-BE49-F238E27FC236}">
                <a16:creationId xmlns:a16="http://schemas.microsoft.com/office/drawing/2014/main" id="{22DA5A94-C231-4766-8AC7-EF73C16EBD61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668105" y="17751568"/>
            <a:ext cx="1077865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60" name="Text Placeholder 7">
            <a:extLst>
              <a:ext uri="{FF2B5EF4-FFF2-40B4-BE49-F238E27FC236}">
                <a16:creationId xmlns:a16="http://schemas.microsoft.com/office/drawing/2014/main" id="{00B4030C-05CF-B466-BA8F-C340617A5787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12905609" y="17063961"/>
            <a:ext cx="1077865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1" name="Text Placeholder 7">
            <a:extLst>
              <a:ext uri="{FF2B5EF4-FFF2-40B4-BE49-F238E27FC236}">
                <a16:creationId xmlns:a16="http://schemas.microsoft.com/office/drawing/2014/main" id="{894CEECC-D038-E547-DC3E-DE08CED8E7DA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12905609" y="17751568"/>
            <a:ext cx="1077865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62" name="Text Placeholder 7">
            <a:extLst>
              <a:ext uri="{FF2B5EF4-FFF2-40B4-BE49-F238E27FC236}">
                <a16:creationId xmlns:a16="http://schemas.microsoft.com/office/drawing/2014/main" id="{194DC10A-126A-4CF6-0FD2-5B6BB2EFDEBD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24162576" y="17063961"/>
            <a:ext cx="1077910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3" name="Text Placeholder 7">
            <a:extLst>
              <a:ext uri="{FF2B5EF4-FFF2-40B4-BE49-F238E27FC236}">
                <a16:creationId xmlns:a16="http://schemas.microsoft.com/office/drawing/2014/main" id="{57F8B789-2F41-F510-798B-CCE7F38AB05B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24162576" y="17751568"/>
            <a:ext cx="1077910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64" name="Title 1">
            <a:extLst>
              <a:ext uri="{FF2B5EF4-FFF2-40B4-BE49-F238E27FC236}">
                <a16:creationId xmlns:a16="http://schemas.microsoft.com/office/drawing/2014/main" id="{01540E5A-2872-4A69-C821-D69B87963A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5" name="Text Placeholder 7">
            <a:extLst>
              <a:ext uri="{FF2B5EF4-FFF2-40B4-BE49-F238E27FC236}">
                <a16:creationId xmlns:a16="http://schemas.microsoft.com/office/drawing/2014/main" id="{C4FBCAD5-F75E-2024-91A6-AF69090C6A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237050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544D2068-6849-9B7C-6BC5-5E5F7AA4A62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4335071" y="17059122"/>
            <a:ext cx="795528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CBD648D6-A7DD-1281-7F44-26AAC46ED23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886573" y="17059122"/>
            <a:ext cx="7970338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CA889FC2-EEE4-383A-34F1-AA6640C2BEE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4335071" y="17727056"/>
            <a:ext cx="795528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6" name="Text Placeholder 7">
            <a:extLst>
              <a:ext uri="{FF2B5EF4-FFF2-40B4-BE49-F238E27FC236}">
                <a16:creationId xmlns:a16="http://schemas.microsoft.com/office/drawing/2014/main" id="{97DD1B20-C6FB-A50F-E2B0-453434ECCBA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886573" y="17727056"/>
            <a:ext cx="7970338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7" name="Picture Placeholder 2">
            <a:extLst>
              <a:ext uri="{FF2B5EF4-FFF2-40B4-BE49-F238E27FC236}">
                <a16:creationId xmlns:a16="http://schemas.microsoft.com/office/drawing/2014/main" id="{AE5F378B-4650-A769-498F-70E97D832944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5886573" y="11926198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2">
            <a:extLst>
              <a:ext uri="{FF2B5EF4-FFF2-40B4-BE49-F238E27FC236}">
                <a16:creationId xmlns:a16="http://schemas.microsoft.com/office/drawing/2014/main" id="{4D0EBD50-D183-BA46-8F9A-CA94A31E251D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14335074" y="11926198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8" name="Picture Placeholder 2">
            <a:extLst>
              <a:ext uri="{FF2B5EF4-FFF2-40B4-BE49-F238E27FC236}">
                <a16:creationId xmlns:a16="http://schemas.microsoft.com/office/drawing/2014/main" id="{B28D2A90-D084-131D-BC81-F32026B9D485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2783576" y="11926198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C31F641B-69D7-D8F7-664B-8DC4432B48D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2783575" y="17059122"/>
            <a:ext cx="7951467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50" name="Text Placeholder 7">
            <a:extLst>
              <a:ext uri="{FF2B5EF4-FFF2-40B4-BE49-F238E27FC236}">
                <a16:creationId xmlns:a16="http://schemas.microsoft.com/office/drawing/2014/main" id="{523F0B05-8C96-0447-48C6-977D2CE1092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22783575" y="17727056"/>
            <a:ext cx="7951467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1" name="Picture Placeholder 2">
            <a:extLst>
              <a:ext uri="{FF2B5EF4-FFF2-40B4-BE49-F238E27FC236}">
                <a16:creationId xmlns:a16="http://schemas.microsoft.com/office/drawing/2014/main" id="{450F6A7B-55D2-E137-09E7-D5EB0FECCA2C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8534610" y="4849814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Picture Placeholder 2">
            <a:extLst>
              <a:ext uri="{FF2B5EF4-FFF2-40B4-BE49-F238E27FC236}">
                <a16:creationId xmlns:a16="http://schemas.microsoft.com/office/drawing/2014/main" id="{36E7E436-EF57-51FD-A8FB-FDA402DAB66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0086108" y="4849814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3" name="Picture Placeholder 2">
            <a:extLst>
              <a:ext uri="{FF2B5EF4-FFF2-40B4-BE49-F238E27FC236}">
                <a16:creationId xmlns:a16="http://schemas.microsoft.com/office/drawing/2014/main" id="{11D06D85-EEB0-0A4E-44A0-04EB0FDA4913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1637606" y="4849814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5" name="Picture Placeholder 2">
            <a:extLst>
              <a:ext uri="{FF2B5EF4-FFF2-40B4-BE49-F238E27FC236}">
                <a16:creationId xmlns:a16="http://schemas.microsoft.com/office/drawing/2014/main" id="{9CAB601B-BE03-84B9-C2D3-F9A9DD36F0D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6983113" y="4849814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6" name="Text Placeholder 7">
            <a:extLst>
              <a:ext uri="{FF2B5EF4-FFF2-40B4-BE49-F238E27FC236}">
                <a16:creationId xmlns:a16="http://schemas.microsoft.com/office/drawing/2014/main" id="{2901EEFF-A05E-86EF-2959-BEBE7506CE37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0094409" y="9981886"/>
            <a:ext cx="794697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7" name="Text Placeholder 7">
            <a:extLst>
              <a:ext uri="{FF2B5EF4-FFF2-40B4-BE49-F238E27FC236}">
                <a16:creationId xmlns:a16="http://schemas.microsoft.com/office/drawing/2014/main" id="{CA5DE0BE-2247-E600-19F8-62852DE95A34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637603" y="9981886"/>
            <a:ext cx="794697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8" name="Text Placeholder 7">
            <a:extLst>
              <a:ext uri="{FF2B5EF4-FFF2-40B4-BE49-F238E27FC236}">
                <a16:creationId xmlns:a16="http://schemas.microsoft.com/office/drawing/2014/main" id="{7D33E875-82FA-EFBA-E610-7A1BB8D8E0D0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0094409" y="10669493"/>
            <a:ext cx="794697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69" name="Text Placeholder 7">
            <a:extLst>
              <a:ext uri="{FF2B5EF4-FFF2-40B4-BE49-F238E27FC236}">
                <a16:creationId xmlns:a16="http://schemas.microsoft.com/office/drawing/2014/main" id="{16E04D83-5D56-3ED0-0106-291190FF16C1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1637603" y="10669493"/>
            <a:ext cx="794697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0" name="Text Placeholder 7">
            <a:extLst>
              <a:ext uri="{FF2B5EF4-FFF2-40B4-BE49-F238E27FC236}">
                <a16:creationId xmlns:a16="http://schemas.microsoft.com/office/drawing/2014/main" id="{B72D7370-4F41-FFA7-2106-37908325FCCD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8534605" y="9981886"/>
            <a:ext cx="794697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71" name="Text Placeholder 7">
            <a:extLst>
              <a:ext uri="{FF2B5EF4-FFF2-40B4-BE49-F238E27FC236}">
                <a16:creationId xmlns:a16="http://schemas.microsoft.com/office/drawing/2014/main" id="{AFF43D71-DEF4-2B0C-C6B4-BCAFBD852717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8534605" y="10669493"/>
            <a:ext cx="794697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2" name="Text Placeholder 7">
            <a:extLst>
              <a:ext uri="{FF2B5EF4-FFF2-40B4-BE49-F238E27FC236}">
                <a16:creationId xmlns:a16="http://schemas.microsoft.com/office/drawing/2014/main" id="{F818D8AD-CFB5-A8CB-CABB-19C1B1AFE5BA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26983113" y="9981886"/>
            <a:ext cx="7947304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73" name="Text Placeholder 7">
            <a:extLst>
              <a:ext uri="{FF2B5EF4-FFF2-40B4-BE49-F238E27FC236}">
                <a16:creationId xmlns:a16="http://schemas.microsoft.com/office/drawing/2014/main" id="{23409FA5-2A41-C5C8-6575-A607630F90FC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26983113" y="10669493"/>
            <a:ext cx="7947304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4" name="Title 1">
            <a:extLst>
              <a:ext uri="{FF2B5EF4-FFF2-40B4-BE49-F238E27FC236}">
                <a16:creationId xmlns:a16="http://schemas.microsoft.com/office/drawing/2014/main" id="{3B193957-7130-A79D-273C-851474BDCD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5" name="Text Placeholder 7">
            <a:extLst>
              <a:ext uri="{FF2B5EF4-FFF2-40B4-BE49-F238E27FC236}">
                <a16:creationId xmlns:a16="http://schemas.microsoft.com/office/drawing/2014/main" id="{DA822B21-EE98-CD37-EC99-C8836B3004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590059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icture Placeholder 2">
            <a:extLst>
              <a:ext uri="{FF2B5EF4-FFF2-40B4-BE49-F238E27FC236}">
                <a16:creationId xmlns:a16="http://schemas.microsoft.com/office/drawing/2014/main" id="{5EA57D4F-DD4C-CA06-8F17-B354B7AF0AE5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1637603" y="11926198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2" name="Picture Placeholder 2">
            <a:extLst>
              <a:ext uri="{FF2B5EF4-FFF2-40B4-BE49-F238E27FC236}">
                <a16:creationId xmlns:a16="http://schemas.microsoft.com/office/drawing/2014/main" id="{06F88D93-EC5D-0F4F-2D03-D40CFF157D49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10086104" y="11926198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3" name="Picture Placeholder 2">
            <a:extLst>
              <a:ext uri="{FF2B5EF4-FFF2-40B4-BE49-F238E27FC236}">
                <a16:creationId xmlns:a16="http://schemas.microsoft.com/office/drawing/2014/main" id="{E2460103-C7AD-1E73-A79D-2130A59BA43E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18534606" y="11926198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4" name="Picture Placeholder 2">
            <a:extLst>
              <a:ext uri="{FF2B5EF4-FFF2-40B4-BE49-F238E27FC236}">
                <a16:creationId xmlns:a16="http://schemas.microsoft.com/office/drawing/2014/main" id="{CB4626F4-FF48-A6FD-42A0-87CB9D35E8BB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8534610" y="4849814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5" name="Picture Placeholder 2">
            <a:extLst>
              <a:ext uri="{FF2B5EF4-FFF2-40B4-BE49-F238E27FC236}">
                <a16:creationId xmlns:a16="http://schemas.microsoft.com/office/drawing/2014/main" id="{EBBF469D-EB9A-C1CD-A4E0-EFCD4EF63ED8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0086108" y="4849814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6" name="Picture Placeholder 2">
            <a:extLst>
              <a:ext uri="{FF2B5EF4-FFF2-40B4-BE49-F238E27FC236}">
                <a16:creationId xmlns:a16="http://schemas.microsoft.com/office/drawing/2014/main" id="{398E7A27-AB90-AE4B-9C41-537061139935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1637606" y="4849814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7" name="Picture Placeholder 2">
            <a:extLst>
              <a:ext uri="{FF2B5EF4-FFF2-40B4-BE49-F238E27FC236}">
                <a16:creationId xmlns:a16="http://schemas.microsoft.com/office/drawing/2014/main" id="{375CDD23-925E-31A1-C3FF-2D6ED9D05AAB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6983113" y="4849814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Picture Placeholder 2">
            <a:extLst>
              <a:ext uri="{FF2B5EF4-FFF2-40B4-BE49-F238E27FC236}">
                <a16:creationId xmlns:a16="http://schemas.microsoft.com/office/drawing/2014/main" id="{15BDAD05-3EAC-DFAA-EDD1-1D9E9C002116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26968061" y="11926198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2360B2E4-D618-5423-3E76-F376EBCA0102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0094409" y="9981886"/>
            <a:ext cx="794697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AD06D986-4434-AF51-6805-3B97BBB76942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637603" y="9981886"/>
            <a:ext cx="794697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1F515353-8B00-746C-A2DE-32E93A0F1A02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0094409" y="10669493"/>
            <a:ext cx="794697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5744BB22-B21A-41F1-3AC0-E5405D3F38B9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1637603" y="10669493"/>
            <a:ext cx="794697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9" name="Text Placeholder 7">
            <a:extLst>
              <a:ext uri="{FF2B5EF4-FFF2-40B4-BE49-F238E27FC236}">
                <a16:creationId xmlns:a16="http://schemas.microsoft.com/office/drawing/2014/main" id="{8435F4BE-979D-A31E-822F-BE5B89134C2E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8534605" y="9981886"/>
            <a:ext cx="794697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0" name="Text Placeholder 7">
            <a:extLst>
              <a:ext uri="{FF2B5EF4-FFF2-40B4-BE49-F238E27FC236}">
                <a16:creationId xmlns:a16="http://schemas.microsoft.com/office/drawing/2014/main" id="{677BC232-CE11-33FD-E959-01E1784345E8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8534605" y="10669493"/>
            <a:ext cx="794697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61" name="Text Placeholder 7">
            <a:extLst>
              <a:ext uri="{FF2B5EF4-FFF2-40B4-BE49-F238E27FC236}">
                <a16:creationId xmlns:a16="http://schemas.microsoft.com/office/drawing/2014/main" id="{44F4CD93-1747-0EB8-E78A-72E497AAB234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26983113" y="9981886"/>
            <a:ext cx="7947304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2" name="Text Placeholder 7">
            <a:extLst>
              <a:ext uri="{FF2B5EF4-FFF2-40B4-BE49-F238E27FC236}">
                <a16:creationId xmlns:a16="http://schemas.microsoft.com/office/drawing/2014/main" id="{1A697863-003A-44B9-586E-527F58EF7822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26983113" y="10669493"/>
            <a:ext cx="7947304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63" name="Text Placeholder 7">
            <a:extLst>
              <a:ext uri="{FF2B5EF4-FFF2-40B4-BE49-F238E27FC236}">
                <a16:creationId xmlns:a16="http://schemas.microsoft.com/office/drawing/2014/main" id="{F51F4D18-0362-FD9E-AC25-A4A81A8B19E3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10087333" y="17059122"/>
            <a:ext cx="794697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4" name="Text Placeholder 7">
            <a:extLst>
              <a:ext uri="{FF2B5EF4-FFF2-40B4-BE49-F238E27FC236}">
                <a16:creationId xmlns:a16="http://schemas.microsoft.com/office/drawing/2014/main" id="{53B0CD77-A671-31CB-AC75-0C7EC845BB12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1630527" y="17059122"/>
            <a:ext cx="794697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75" name="Text Placeholder 7">
            <a:extLst>
              <a:ext uri="{FF2B5EF4-FFF2-40B4-BE49-F238E27FC236}">
                <a16:creationId xmlns:a16="http://schemas.microsoft.com/office/drawing/2014/main" id="{D5373FC8-B0DB-5978-E125-CA5A68C02573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0087333" y="17746729"/>
            <a:ext cx="794697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6" name="Text Placeholder 7">
            <a:extLst>
              <a:ext uri="{FF2B5EF4-FFF2-40B4-BE49-F238E27FC236}">
                <a16:creationId xmlns:a16="http://schemas.microsoft.com/office/drawing/2014/main" id="{E6B03167-9698-83DC-3B32-0493773EDDC2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1630527" y="17746729"/>
            <a:ext cx="794697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7" name="Text Placeholder 7">
            <a:extLst>
              <a:ext uri="{FF2B5EF4-FFF2-40B4-BE49-F238E27FC236}">
                <a16:creationId xmlns:a16="http://schemas.microsoft.com/office/drawing/2014/main" id="{A6B7D653-72EF-B0B1-6654-9E4D6E8DCA75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8527529" y="17059122"/>
            <a:ext cx="794697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78" name="Text Placeholder 7">
            <a:extLst>
              <a:ext uri="{FF2B5EF4-FFF2-40B4-BE49-F238E27FC236}">
                <a16:creationId xmlns:a16="http://schemas.microsoft.com/office/drawing/2014/main" id="{68246EB6-5778-F487-E211-E6E38EDCBD39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8527529" y="17746729"/>
            <a:ext cx="794697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9" name="Text Placeholder 7">
            <a:extLst>
              <a:ext uri="{FF2B5EF4-FFF2-40B4-BE49-F238E27FC236}">
                <a16:creationId xmlns:a16="http://schemas.microsoft.com/office/drawing/2014/main" id="{46E19FE0-274C-8D86-A257-C3C9C6050C55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26976037" y="17059122"/>
            <a:ext cx="7947304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0" name="Text Placeholder 7">
            <a:extLst>
              <a:ext uri="{FF2B5EF4-FFF2-40B4-BE49-F238E27FC236}">
                <a16:creationId xmlns:a16="http://schemas.microsoft.com/office/drawing/2014/main" id="{6EE28B31-BBFD-198B-6E2A-89E9C4CCFA8B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26976037" y="17746729"/>
            <a:ext cx="7947304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81" name="Title 1">
            <a:extLst>
              <a:ext uri="{FF2B5EF4-FFF2-40B4-BE49-F238E27FC236}">
                <a16:creationId xmlns:a16="http://schemas.microsoft.com/office/drawing/2014/main" id="{7782373E-DEA5-D3FA-DF0B-FC71246BA4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2" name="Text Placeholder 7">
            <a:extLst>
              <a:ext uri="{FF2B5EF4-FFF2-40B4-BE49-F238E27FC236}">
                <a16:creationId xmlns:a16="http://schemas.microsoft.com/office/drawing/2014/main" id="{66E4B878-2BFA-C852-759E-04F4BD4E453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959063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AC8872D6-E3D9-128D-6975-7E43AE049DD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1782110" y="17059122"/>
            <a:ext cx="626148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8" name="Text Placeholder 7">
            <a:extLst>
              <a:ext uri="{FF2B5EF4-FFF2-40B4-BE49-F238E27FC236}">
                <a16:creationId xmlns:a16="http://schemas.microsoft.com/office/drawing/2014/main" id="{124D63DA-1ECC-62E5-3223-DD9853116B9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037420" y="17059122"/>
            <a:ext cx="625484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4296C6CE-75C2-58D3-2077-098855EC507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782110" y="17727056"/>
            <a:ext cx="626148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CB889168-9CA5-7858-11A4-7E282071DDD1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037420" y="17727056"/>
            <a:ext cx="625484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0" name="Picture Placeholder 2">
            <a:extLst>
              <a:ext uri="{FF2B5EF4-FFF2-40B4-BE49-F238E27FC236}">
                <a16:creationId xmlns:a16="http://schemas.microsoft.com/office/drawing/2014/main" id="{3F8F5E2E-FAA9-873C-63EB-B4940E3D4908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5021177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1" name="Picture Placeholder 2">
            <a:extLst>
              <a:ext uri="{FF2B5EF4-FFF2-40B4-BE49-F238E27FC236}">
                <a16:creationId xmlns:a16="http://schemas.microsoft.com/office/drawing/2014/main" id="{119A3EE3-90A6-60F9-3E78-60D1CE1FB244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11779715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Picture Placeholder 2">
            <a:extLst>
              <a:ext uri="{FF2B5EF4-FFF2-40B4-BE49-F238E27FC236}">
                <a16:creationId xmlns:a16="http://schemas.microsoft.com/office/drawing/2014/main" id="{C639A2E5-6B54-F354-C964-79CE29BEB3D6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5286158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3" name="Text Placeholder 7">
            <a:extLst>
              <a:ext uri="{FF2B5EF4-FFF2-40B4-BE49-F238E27FC236}">
                <a16:creationId xmlns:a16="http://schemas.microsoft.com/office/drawing/2014/main" id="{405A4B4F-FDD8-68B8-BEC0-2C9F5E7703BC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8532409" y="17059122"/>
            <a:ext cx="6263641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5" name="Text Placeholder 7">
            <a:extLst>
              <a:ext uri="{FF2B5EF4-FFF2-40B4-BE49-F238E27FC236}">
                <a16:creationId xmlns:a16="http://schemas.microsoft.com/office/drawing/2014/main" id="{6A9D8994-57AB-FC46-F970-8A9BC7CAD26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8532409" y="17727056"/>
            <a:ext cx="6263641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66" name="Picture Placeholder 2">
            <a:extLst>
              <a:ext uri="{FF2B5EF4-FFF2-40B4-BE49-F238E27FC236}">
                <a16:creationId xmlns:a16="http://schemas.microsoft.com/office/drawing/2014/main" id="{34A2868F-2DD9-684C-4C82-813EEBD15ACA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5152060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7" name="Picture Placeholder 2">
            <a:extLst>
              <a:ext uri="{FF2B5EF4-FFF2-40B4-BE49-F238E27FC236}">
                <a16:creationId xmlns:a16="http://schemas.microsoft.com/office/drawing/2014/main" id="{D2FB10F1-37BA-6882-EBF3-73F1E627FFB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394833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8" name="Picture Placeholder 2">
            <a:extLst>
              <a:ext uri="{FF2B5EF4-FFF2-40B4-BE49-F238E27FC236}">
                <a16:creationId xmlns:a16="http://schemas.microsoft.com/office/drawing/2014/main" id="{F7972475-48C0-DE70-4A42-09E610902CE7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1637606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9" name="Picture Placeholder 2">
            <a:extLst>
              <a:ext uri="{FF2B5EF4-FFF2-40B4-BE49-F238E27FC236}">
                <a16:creationId xmlns:a16="http://schemas.microsoft.com/office/drawing/2014/main" id="{03F70687-E13E-779B-ECD8-584B6FB4FB1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1909287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0" name="Picture Placeholder 2">
            <a:extLst>
              <a:ext uri="{FF2B5EF4-FFF2-40B4-BE49-F238E27FC236}">
                <a16:creationId xmlns:a16="http://schemas.microsoft.com/office/drawing/2014/main" id="{EB21B6ED-31E4-7226-13B1-F2AA1B5EC045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28666515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1" name="Picture Placeholder 2">
            <a:extLst>
              <a:ext uri="{FF2B5EF4-FFF2-40B4-BE49-F238E27FC236}">
                <a16:creationId xmlns:a16="http://schemas.microsoft.com/office/drawing/2014/main" id="{6C21D96F-4A3F-E55C-9A59-55E018F25D9C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18527620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2" name="Text Placeholder 7">
            <a:extLst>
              <a:ext uri="{FF2B5EF4-FFF2-40B4-BE49-F238E27FC236}">
                <a16:creationId xmlns:a16="http://schemas.microsoft.com/office/drawing/2014/main" id="{485D12D2-2B06-3201-0659-EE86413C68DB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5307424" y="17059122"/>
            <a:ext cx="626364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73" name="Text Placeholder 7">
            <a:extLst>
              <a:ext uri="{FF2B5EF4-FFF2-40B4-BE49-F238E27FC236}">
                <a16:creationId xmlns:a16="http://schemas.microsoft.com/office/drawing/2014/main" id="{7241A741-AE7C-3428-6194-0F6E94BF06FB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307424" y="17727056"/>
            <a:ext cx="626364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4" name="Text Placeholder 7">
            <a:extLst>
              <a:ext uri="{FF2B5EF4-FFF2-40B4-BE49-F238E27FC236}">
                <a16:creationId xmlns:a16="http://schemas.microsoft.com/office/drawing/2014/main" id="{8D28CF82-511F-AF83-F5D5-77ECB99010E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5141913" y="9981886"/>
            <a:ext cx="626364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1" name="Text Placeholder 7">
            <a:extLst>
              <a:ext uri="{FF2B5EF4-FFF2-40B4-BE49-F238E27FC236}">
                <a16:creationId xmlns:a16="http://schemas.microsoft.com/office/drawing/2014/main" id="{1439B33F-68A6-6AFE-68C2-8A0B706EE9E2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8391957" y="9981886"/>
            <a:ext cx="6263639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2" name="Text Placeholder 7">
            <a:extLst>
              <a:ext uri="{FF2B5EF4-FFF2-40B4-BE49-F238E27FC236}">
                <a16:creationId xmlns:a16="http://schemas.microsoft.com/office/drawing/2014/main" id="{1B9EFC83-50E5-49BB-B838-4F101E95ABDC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5141913" y="10669493"/>
            <a:ext cx="626364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83" name="Text Placeholder 7">
            <a:extLst>
              <a:ext uri="{FF2B5EF4-FFF2-40B4-BE49-F238E27FC236}">
                <a16:creationId xmlns:a16="http://schemas.microsoft.com/office/drawing/2014/main" id="{BFB3F389-B76A-63C4-BC38-E857B1B0979C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8391957" y="10669493"/>
            <a:ext cx="6263639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84" name="Text Placeholder 7">
            <a:extLst>
              <a:ext uri="{FF2B5EF4-FFF2-40B4-BE49-F238E27FC236}">
                <a16:creationId xmlns:a16="http://schemas.microsoft.com/office/drawing/2014/main" id="{8AAEBAC8-FBC5-9068-A8B4-AEE29F8FC0A3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21900662" y="9981886"/>
            <a:ext cx="626364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5" name="Text Placeholder 7">
            <a:extLst>
              <a:ext uri="{FF2B5EF4-FFF2-40B4-BE49-F238E27FC236}">
                <a16:creationId xmlns:a16="http://schemas.microsoft.com/office/drawing/2014/main" id="{A17BBB11-F155-8A2D-2741-A48639DDC938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21900662" y="10669493"/>
            <a:ext cx="626364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86" name="Text Placeholder 7">
            <a:extLst>
              <a:ext uri="{FF2B5EF4-FFF2-40B4-BE49-F238E27FC236}">
                <a16:creationId xmlns:a16="http://schemas.microsoft.com/office/drawing/2014/main" id="{74BB25EE-CFA9-E005-5BB1-CAC4EA6436EA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28666515" y="9981886"/>
            <a:ext cx="626390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7" name="Text Placeholder 7">
            <a:extLst>
              <a:ext uri="{FF2B5EF4-FFF2-40B4-BE49-F238E27FC236}">
                <a16:creationId xmlns:a16="http://schemas.microsoft.com/office/drawing/2014/main" id="{3505C59D-AFAD-58D3-4166-F5257E096C44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28666515" y="10669493"/>
            <a:ext cx="626390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88" name="Text Placeholder 7">
            <a:extLst>
              <a:ext uri="{FF2B5EF4-FFF2-40B4-BE49-F238E27FC236}">
                <a16:creationId xmlns:a16="http://schemas.microsoft.com/office/drawing/2014/main" id="{9183A493-96AB-21A4-F2F2-55F4C25B4A32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1637606" y="9981886"/>
            <a:ext cx="6263639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9" name="Text Placeholder 7">
            <a:extLst>
              <a:ext uri="{FF2B5EF4-FFF2-40B4-BE49-F238E27FC236}">
                <a16:creationId xmlns:a16="http://schemas.microsoft.com/office/drawing/2014/main" id="{39F09929-49C9-A912-1E78-C37DD2A4005F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1637606" y="10669493"/>
            <a:ext cx="6263639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0" name="Title 1">
            <a:extLst>
              <a:ext uri="{FF2B5EF4-FFF2-40B4-BE49-F238E27FC236}">
                <a16:creationId xmlns:a16="http://schemas.microsoft.com/office/drawing/2014/main" id="{2700C3A0-30EC-1996-7732-DE4E1CF959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1" name="Text Placeholder 7">
            <a:extLst>
              <a:ext uri="{FF2B5EF4-FFF2-40B4-BE49-F238E27FC236}">
                <a16:creationId xmlns:a16="http://schemas.microsoft.com/office/drawing/2014/main" id="{A0EDA14A-3243-B144-7B6A-EA7981E5DC1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818591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E9B94E87-6C45-B9E5-F5AE-D69D71E616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382295" y="17059122"/>
            <a:ext cx="626148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0" name="Text Placeholder 7">
            <a:extLst>
              <a:ext uri="{FF2B5EF4-FFF2-40B4-BE49-F238E27FC236}">
                <a16:creationId xmlns:a16="http://schemas.microsoft.com/office/drawing/2014/main" id="{960A4EC5-468D-A3E6-9294-084BA073A23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637605" y="17059122"/>
            <a:ext cx="625484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7AB65765-2201-817D-E699-AB8E899F5A05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382295" y="17727056"/>
            <a:ext cx="626148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4" name="Text Placeholder 7">
            <a:extLst>
              <a:ext uri="{FF2B5EF4-FFF2-40B4-BE49-F238E27FC236}">
                <a16:creationId xmlns:a16="http://schemas.microsoft.com/office/drawing/2014/main" id="{A54B1517-FE34-AAC0-C4EE-52F7D477D2D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637605" y="17727056"/>
            <a:ext cx="625484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5" name="Picture Placeholder 2">
            <a:extLst>
              <a:ext uri="{FF2B5EF4-FFF2-40B4-BE49-F238E27FC236}">
                <a16:creationId xmlns:a16="http://schemas.microsoft.com/office/drawing/2014/main" id="{30BC2C71-2AC1-DDC7-734C-63EE3CA218F6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1637605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6" name="Picture Placeholder 2">
            <a:extLst>
              <a:ext uri="{FF2B5EF4-FFF2-40B4-BE49-F238E27FC236}">
                <a16:creationId xmlns:a16="http://schemas.microsoft.com/office/drawing/2014/main" id="{4A5495BC-7C50-8C58-B54F-D3C882FECC10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8396143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7" name="Picture Placeholder 2">
            <a:extLst>
              <a:ext uri="{FF2B5EF4-FFF2-40B4-BE49-F238E27FC236}">
                <a16:creationId xmlns:a16="http://schemas.microsoft.com/office/drawing/2014/main" id="{48C56C91-18A4-7D8E-94FC-6714566B099C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1902586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Text Placeholder 7">
            <a:extLst>
              <a:ext uri="{FF2B5EF4-FFF2-40B4-BE49-F238E27FC236}">
                <a16:creationId xmlns:a16="http://schemas.microsoft.com/office/drawing/2014/main" id="{528A02C1-AD1D-1EE4-C6AC-3B590D527780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5132594" y="17059122"/>
            <a:ext cx="6263641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F1D675D5-3EFF-B8AD-BA35-187E996A9B67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5132594" y="17727056"/>
            <a:ext cx="6263641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6" name="Picture Placeholder 2">
            <a:extLst>
              <a:ext uri="{FF2B5EF4-FFF2-40B4-BE49-F238E27FC236}">
                <a16:creationId xmlns:a16="http://schemas.microsoft.com/office/drawing/2014/main" id="{F1029ABF-1C3A-2F51-92CB-AA5A3AC353F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5152060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8FE2B66F-F99F-570D-A31D-3578C4B3B17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394833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8" name="Picture Placeholder 2">
            <a:extLst>
              <a:ext uri="{FF2B5EF4-FFF2-40B4-BE49-F238E27FC236}">
                <a16:creationId xmlns:a16="http://schemas.microsoft.com/office/drawing/2014/main" id="{42FEAB60-4C6E-41A0-FC52-815836156837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1637606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9" name="Picture Placeholder 2">
            <a:extLst>
              <a:ext uri="{FF2B5EF4-FFF2-40B4-BE49-F238E27FC236}">
                <a16:creationId xmlns:a16="http://schemas.microsoft.com/office/drawing/2014/main" id="{A2963118-2A95-082A-4DFF-6C0DA33F59B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1909287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0" name="Picture Placeholder 2">
            <a:extLst>
              <a:ext uri="{FF2B5EF4-FFF2-40B4-BE49-F238E27FC236}">
                <a16:creationId xmlns:a16="http://schemas.microsoft.com/office/drawing/2014/main" id="{F1791F3A-0E82-06A9-0588-000305CD1590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28666515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1" name="Picture Placeholder 2">
            <a:extLst>
              <a:ext uri="{FF2B5EF4-FFF2-40B4-BE49-F238E27FC236}">
                <a16:creationId xmlns:a16="http://schemas.microsoft.com/office/drawing/2014/main" id="{7E0D42E0-350E-2247-45F3-56D42F8A4B66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15144048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2" name="Text Placeholder 7">
            <a:extLst>
              <a:ext uri="{FF2B5EF4-FFF2-40B4-BE49-F238E27FC236}">
                <a16:creationId xmlns:a16="http://schemas.microsoft.com/office/drawing/2014/main" id="{A7640883-7B53-617D-BE12-A19E85F82D7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1907609" y="17059122"/>
            <a:ext cx="626364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3" name="Text Placeholder 7">
            <a:extLst>
              <a:ext uri="{FF2B5EF4-FFF2-40B4-BE49-F238E27FC236}">
                <a16:creationId xmlns:a16="http://schemas.microsoft.com/office/drawing/2014/main" id="{D9B189E3-4BDB-A032-87AD-39D194013B83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1907609" y="17727056"/>
            <a:ext cx="626364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64" name="Text Placeholder 7">
            <a:extLst>
              <a:ext uri="{FF2B5EF4-FFF2-40B4-BE49-F238E27FC236}">
                <a16:creationId xmlns:a16="http://schemas.microsoft.com/office/drawing/2014/main" id="{2A34B9E8-CFB0-ABCC-D2C4-A8F174FDB901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5141913" y="9981886"/>
            <a:ext cx="626364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75" name="Text Placeholder 7">
            <a:extLst>
              <a:ext uri="{FF2B5EF4-FFF2-40B4-BE49-F238E27FC236}">
                <a16:creationId xmlns:a16="http://schemas.microsoft.com/office/drawing/2014/main" id="{716C5C95-2BC4-4D5A-9F5E-FA8B8CECBF63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8391957" y="9981886"/>
            <a:ext cx="6263639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76" name="Text Placeholder 7">
            <a:extLst>
              <a:ext uri="{FF2B5EF4-FFF2-40B4-BE49-F238E27FC236}">
                <a16:creationId xmlns:a16="http://schemas.microsoft.com/office/drawing/2014/main" id="{471A9256-6A6C-5C2D-1DEA-813569F4D299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5141913" y="10669493"/>
            <a:ext cx="626364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7" name="Text Placeholder 7">
            <a:extLst>
              <a:ext uri="{FF2B5EF4-FFF2-40B4-BE49-F238E27FC236}">
                <a16:creationId xmlns:a16="http://schemas.microsoft.com/office/drawing/2014/main" id="{43D755B0-CB88-73DF-77BE-F524AF555427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8391957" y="10669493"/>
            <a:ext cx="6263639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8" name="Text Placeholder 7">
            <a:extLst>
              <a:ext uri="{FF2B5EF4-FFF2-40B4-BE49-F238E27FC236}">
                <a16:creationId xmlns:a16="http://schemas.microsoft.com/office/drawing/2014/main" id="{3198CB65-E1BB-0862-2BBA-EDF38803C3B4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21900662" y="9981886"/>
            <a:ext cx="626364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79" name="Text Placeholder 7">
            <a:extLst>
              <a:ext uri="{FF2B5EF4-FFF2-40B4-BE49-F238E27FC236}">
                <a16:creationId xmlns:a16="http://schemas.microsoft.com/office/drawing/2014/main" id="{D76AC962-A132-DA02-DE26-644561C88B3B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21900662" y="10669493"/>
            <a:ext cx="626364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80" name="Text Placeholder 7">
            <a:extLst>
              <a:ext uri="{FF2B5EF4-FFF2-40B4-BE49-F238E27FC236}">
                <a16:creationId xmlns:a16="http://schemas.microsoft.com/office/drawing/2014/main" id="{7EC2D322-35AF-3168-CAE7-F7242C22DE6D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28666515" y="9981886"/>
            <a:ext cx="626390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90" name="Text Placeholder 7">
            <a:extLst>
              <a:ext uri="{FF2B5EF4-FFF2-40B4-BE49-F238E27FC236}">
                <a16:creationId xmlns:a16="http://schemas.microsoft.com/office/drawing/2014/main" id="{B0179DD1-4F77-A229-F54C-117D786F649E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28666515" y="10669493"/>
            <a:ext cx="626390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1" name="Picture Placeholder 2">
            <a:extLst>
              <a:ext uri="{FF2B5EF4-FFF2-40B4-BE49-F238E27FC236}">
                <a16:creationId xmlns:a16="http://schemas.microsoft.com/office/drawing/2014/main" id="{1B3ED7E6-3440-4DEC-6512-E64B9960C25B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28661124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2" name="Text Placeholder 7">
            <a:extLst>
              <a:ext uri="{FF2B5EF4-FFF2-40B4-BE49-F238E27FC236}">
                <a16:creationId xmlns:a16="http://schemas.microsoft.com/office/drawing/2014/main" id="{9C3AE372-0E56-771E-CCB5-C1E77A38D343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28644881" y="17103569"/>
            <a:ext cx="626390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93" name="Text Placeholder 7">
            <a:extLst>
              <a:ext uri="{FF2B5EF4-FFF2-40B4-BE49-F238E27FC236}">
                <a16:creationId xmlns:a16="http://schemas.microsoft.com/office/drawing/2014/main" id="{F415D1AB-B98D-8EC8-08B0-3DAD5A3D8CB4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28644881" y="17791176"/>
            <a:ext cx="626390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4" name="Text Placeholder 7">
            <a:extLst>
              <a:ext uri="{FF2B5EF4-FFF2-40B4-BE49-F238E27FC236}">
                <a16:creationId xmlns:a16="http://schemas.microsoft.com/office/drawing/2014/main" id="{5A71691E-DD29-C12F-E295-A972376CE117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1637606" y="9981886"/>
            <a:ext cx="6263639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95" name="Text Placeholder 7">
            <a:extLst>
              <a:ext uri="{FF2B5EF4-FFF2-40B4-BE49-F238E27FC236}">
                <a16:creationId xmlns:a16="http://schemas.microsoft.com/office/drawing/2014/main" id="{909DF864-DBFA-F92D-B685-429A430B2601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637606" y="10669493"/>
            <a:ext cx="6263639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6" name="Title 1">
            <a:extLst>
              <a:ext uri="{FF2B5EF4-FFF2-40B4-BE49-F238E27FC236}">
                <a16:creationId xmlns:a16="http://schemas.microsoft.com/office/drawing/2014/main" id="{4AD4D5AB-34C6-812D-8AD2-BF8272B628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7" name="Text Placeholder 7">
            <a:extLst>
              <a:ext uri="{FF2B5EF4-FFF2-40B4-BE49-F238E27FC236}">
                <a16:creationId xmlns:a16="http://schemas.microsoft.com/office/drawing/2014/main" id="{B1FCE4BF-7751-CC7B-D446-A5791D382E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322413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 Cas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BFC72E11-DD16-4EAC-A294-E115038AA2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77920F6-AC26-4611-AAD3-44D6CEA3FBA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chemeClr val="tx1">
              <a:lumMod val="95000"/>
            </a:schemeClr>
          </a:solidFill>
          <a:ln w="19050">
            <a:noFill/>
          </a:ln>
        </p:spPr>
        <p:txBody>
          <a:bodyPr tIns="0" bIns="4206240" anchor="ctr"/>
          <a:lstStyle>
            <a:lvl1pPr marL="0" indent="0" algn="ctr">
              <a:buFontTx/>
              <a:buNone/>
              <a:defRPr sz="72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1130100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mo - 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BFC72E11-DD16-4EAC-A294-E115038AA2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77920F6-AC26-4611-AAD3-44D6CEA3FBA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chemeClr val="tx1">
              <a:lumMod val="95000"/>
            </a:schemeClr>
          </a:solidFill>
          <a:ln w="19050">
            <a:noFill/>
          </a:ln>
        </p:spPr>
        <p:txBody>
          <a:bodyPr tIns="0" bIns="4206240" anchor="ctr"/>
          <a:lstStyle>
            <a:lvl1pPr marL="0" indent="0" algn="ctr">
              <a:buFontTx/>
              <a:buNone/>
              <a:defRPr sz="72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add image of video/demo</a:t>
            </a:r>
          </a:p>
        </p:txBody>
      </p:sp>
    </p:spTree>
    <p:extLst>
      <p:ext uri="{BB962C8B-B14F-4D97-AF65-F5344CB8AC3E}">
        <p14:creationId xmlns:p14="http://schemas.microsoft.com/office/powerpoint/2010/main" val="3390819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- Insert Video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F834EEA-7CA3-4C82-B29B-3EA15B8822C9}"/>
              </a:ext>
            </a:extLst>
          </p:cNvPr>
          <p:cNvSpPr/>
          <p:nvPr userDrawn="1"/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17" name="Media Placeholder 7">
            <a:extLst>
              <a:ext uri="{FF2B5EF4-FFF2-40B4-BE49-F238E27FC236}">
                <a16:creationId xmlns:a16="http://schemas.microsoft.com/office/drawing/2014/main" id="{95086AA8-FFA8-416F-AD2F-0B7223809227}"/>
              </a:ext>
            </a:extLst>
          </p:cNvPr>
          <p:cNvSpPr>
            <a:spLocks noGrp="1"/>
          </p:cNvSpPr>
          <p:nvPr>
            <p:ph type="media" sz="quarter" idx="11" hasCustomPrompt="1"/>
          </p:nvPr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chemeClr val="tx1">
              <a:lumMod val="95000"/>
            </a:schemeClr>
          </a:solidFill>
          <a:ln w="19050">
            <a:noFill/>
          </a:ln>
        </p:spPr>
        <p:txBody>
          <a:bodyPr tIns="0" bIns="4206240" anchor="ctr"/>
          <a:lstStyle>
            <a:lvl1pPr marL="0" indent="0" algn="ctr">
              <a:buFontTx/>
              <a:buNone/>
              <a:defRPr lang="en-US" sz="8400" b="1" dirty="0">
                <a:solidFill>
                  <a:schemeClr val="bg1"/>
                </a:solidFill>
                <a:latin typeface="+mn-lt"/>
              </a:defRPr>
            </a:lvl1pPr>
          </a:lstStyle>
          <a:p>
            <a:pPr marL="857250" lvl="0" indent="-857250" algn="ctr"/>
            <a:r>
              <a:rPr lang="en-US" dirty="0"/>
              <a:t>Click to add video</a:t>
            </a:r>
          </a:p>
        </p:txBody>
      </p:sp>
    </p:spTree>
    <p:extLst>
      <p:ext uri="{BB962C8B-B14F-4D97-AF65-F5344CB8AC3E}">
        <p14:creationId xmlns:p14="http://schemas.microsoft.com/office/powerpoint/2010/main" val="2602793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een and white background&#10;&#10;Description automatically generated">
            <a:extLst>
              <a:ext uri="{FF2B5EF4-FFF2-40B4-BE49-F238E27FC236}">
                <a16:creationId xmlns:a16="http://schemas.microsoft.com/office/drawing/2014/main" id="{708A9C7D-B92D-A13B-AE0E-7F3EA434A1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F1316F0-7ADD-BB87-23BE-740C3B3B0100}"/>
              </a:ext>
            </a:extLst>
          </p:cNvPr>
          <p:cNvSpPr/>
          <p:nvPr userDrawn="1"/>
        </p:nvSpPr>
        <p:spPr>
          <a:xfrm>
            <a:off x="0" y="6963916"/>
            <a:ext cx="36576000" cy="13610084"/>
          </a:xfrm>
          <a:prstGeom prst="rect">
            <a:avLst/>
          </a:prstGeom>
          <a:gradFill>
            <a:gsLst>
              <a:gs pos="78000">
                <a:srgbClr val="FFFFFF">
                  <a:alpha val="55000"/>
                </a:srgbClr>
              </a:gs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B1478E8-E56F-B47D-1F5A-CBA4655161C3}"/>
              </a:ext>
            </a:extLst>
          </p:cNvPr>
          <p:cNvCxnSpPr/>
          <p:nvPr userDrawn="1"/>
        </p:nvCxnSpPr>
        <p:spPr>
          <a:xfrm>
            <a:off x="0" y="11329275"/>
            <a:ext cx="36576000" cy="0"/>
          </a:xfrm>
          <a:prstGeom prst="line">
            <a:avLst/>
          </a:prstGeom>
          <a:ln w="508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itle 1">
            <a:extLst>
              <a:ext uri="{FF2B5EF4-FFF2-40B4-BE49-F238E27FC236}">
                <a16:creationId xmlns:a16="http://schemas.microsoft.com/office/drawing/2014/main" id="{47CCEE02-87E6-1F2B-7676-44BDF7788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CB50D318-3396-F41C-08C9-6F12DDA735C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0660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x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een and white background&#10;&#10;Description automatically generated">
            <a:extLst>
              <a:ext uri="{FF2B5EF4-FFF2-40B4-BE49-F238E27FC236}">
                <a16:creationId xmlns:a16="http://schemas.microsoft.com/office/drawing/2014/main" id="{868E8BC8-DCAA-6E80-5181-5371045BDE5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046080A-6CDE-3FF2-A128-47CFF5F0C9C5}"/>
              </a:ext>
            </a:extLst>
          </p:cNvPr>
          <p:cNvSpPr/>
          <p:nvPr userDrawn="1"/>
        </p:nvSpPr>
        <p:spPr>
          <a:xfrm>
            <a:off x="0" y="6963916"/>
            <a:ext cx="36576000" cy="13610084"/>
          </a:xfrm>
          <a:prstGeom prst="rect">
            <a:avLst/>
          </a:prstGeom>
          <a:gradFill>
            <a:gsLst>
              <a:gs pos="78000">
                <a:srgbClr val="FFFFFF">
                  <a:alpha val="55000"/>
                </a:srgbClr>
              </a:gs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47CCEE02-87E6-1F2B-7676-44BDF7788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CB50D318-3396-F41C-08C9-6F12DDA735C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947985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w/ Imag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een and white background&#10;&#10;Description automatically generated">
            <a:extLst>
              <a:ext uri="{FF2B5EF4-FFF2-40B4-BE49-F238E27FC236}">
                <a16:creationId xmlns:a16="http://schemas.microsoft.com/office/drawing/2014/main" id="{19281CF6-82C4-D591-C93F-79BF14277C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C0EE250-813A-B3FC-C9DB-11B6E237EC3B}"/>
              </a:ext>
            </a:extLst>
          </p:cNvPr>
          <p:cNvSpPr/>
          <p:nvPr userDrawn="1"/>
        </p:nvSpPr>
        <p:spPr>
          <a:xfrm>
            <a:off x="0" y="6963916"/>
            <a:ext cx="36576000" cy="13610084"/>
          </a:xfrm>
          <a:prstGeom prst="rect">
            <a:avLst/>
          </a:prstGeom>
          <a:gradFill>
            <a:gsLst>
              <a:gs pos="78000">
                <a:srgbClr val="FFFFFF">
                  <a:alpha val="55000"/>
                </a:srgbClr>
              </a:gs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47CCEE02-87E6-1F2B-7676-44BDF7788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CB50D318-3396-F41C-08C9-6F12DDA735C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81A4C02-2335-3840-A0B5-647FE4372B5A}"/>
              </a:ext>
            </a:extLst>
          </p:cNvPr>
          <p:cNvCxnSpPr/>
          <p:nvPr userDrawn="1"/>
        </p:nvCxnSpPr>
        <p:spPr>
          <a:xfrm>
            <a:off x="0" y="12517118"/>
            <a:ext cx="36576000" cy="0"/>
          </a:xfrm>
          <a:prstGeom prst="line">
            <a:avLst/>
          </a:prstGeom>
          <a:ln w="508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27B64A9-49B7-26AE-EEC1-3DFB7714FDF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04900" y="8828853"/>
            <a:ext cx="6172214" cy="4209393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65B24A7F-7007-8F97-B7C8-699C593826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04901" y="7235683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BE9F7FB4-6AA0-B491-27B8-845C8CCE95D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104900" y="7947588"/>
            <a:ext cx="6172214" cy="679755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831C6138-3339-1502-9812-8B9B39AF6DD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104901" y="6492954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7200" b="0" cap="none" baseline="0">
                <a:solidFill>
                  <a:schemeClr val="bg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Year</a:t>
            </a:r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56B4F135-9336-3722-2593-739C386518BC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8153396" y="12016056"/>
            <a:ext cx="6172214" cy="4209393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016A6D24-C230-8F9B-A12F-04BF3B073AA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153397" y="10422886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36F5CC89-1592-52B8-63DE-F83AAF64EB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153396" y="11134791"/>
            <a:ext cx="6172214" cy="679755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71F14B17-DED6-D507-0F6F-0880EA7DD56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153397" y="9680157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7200" b="0" cap="none" baseline="0">
                <a:solidFill>
                  <a:schemeClr val="bg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Year</a:t>
            </a: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549A52FF-8F33-D50C-49C1-0A55140F3322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15163793" y="8828853"/>
            <a:ext cx="6172214" cy="4209393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C5D8802B-FD04-DC3F-D5E6-9A1D927089A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5163794" y="7235683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A4956259-B8C8-1248-4F09-69EFFCCA6C2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5163793" y="7947588"/>
            <a:ext cx="6172214" cy="679755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3A510AB1-7D48-519B-BE8D-994DD848CCC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5163794" y="6492954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7200" b="0" cap="none" baseline="0">
                <a:solidFill>
                  <a:schemeClr val="bg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Year</a:t>
            </a:r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0F3F011E-890F-E527-A5CB-421C1CE541C0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22212297" y="12016056"/>
            <a:ext cx="6172214" cy="4209393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D1CAB8F0-0055-E057-4C4A-7B3C6F7B941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22212298" y="10422886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D8F5B73D-560B-E470-3B25-EAD525666BE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2212297" y="11134791"/>
            <a:ext cx="6172214" cy="679755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1960F0BA-603E-23D9-F49B-C5B4462632D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2212298" y="9680157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7200" b="0" cap="none" baseline="0">
                <a:solidFill>
                  <a:schemeClr val="bg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Year</a:t>
            </a:r>
          </a:p>
        </p:txBody>
      </p:sp>
      <p:sp>
        <p:nvSpPr>
          <p:cNvPr id="32" name="Picture Placeholder 2">
            <a:extLst>
              <a:ext uri="{FF2B5EF4-FFF2-40B4-BE49-F238E27FC236}">
                <a16:creationId xmlns:a16="http://schemas.microsoft.com/office/drawing/2014/main" id="{BBA2ABA5-D670-2BB6-7840-47F6198C0D4D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29298902" y="8828853"/>
            <a:ext cx="6172214" cy="4209393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CBEE0231-5854-76AF-A0C6-70879C2EA77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9298903" y="7235683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0376ABB2-52CB-85AB-C186-532F75164A9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9298902" y="7947588"/>
            <a:ext cx="6172214" cy="679755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63880F57-14E0-B28C-BF79-E4DCF3B7D679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9298903" y="6492954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7200" b="0" cap="none" baseline="0">
                <a:solidFill>
                  <a:schemeClr val="bg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Year</a:t>
            </a:r>
          </a:p>
        </p:txBody>
      </p:sp>
    </p:spTree>
    <p:extLst>
      <p:ext uri="{BB962C8B-B14F-4D97-AF65-F5344CB8AC3E}">
        <p14:creationId xmlns:p14="http://schemas.microsoft.com/office/powerpoint/2010/main" val="589048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- LONG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een and white background&#10;&#10;Description automatically generated">
            <a:extLst>
              <a:ext uri="{FF2B5EF4-FFF2-40B4-BE49-F238E27FC236}">
                <a16:creationId xmlns:a16="http://schemas.microsoft.com/office/drawing/2014/main" id="{3BFE9B15-7828-3FC3-BCF0-23F89A1309F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36576003" cy="2057400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D79F16E-B355-8896-6563-603510529C31}"/>
              </a:ext>
            </a:extLst>
          </p:cNvPr>
          <p:cNvSpPr/>
          <p:nvPr userDrawn="1"/>
        </p:nvSpPr>
        <p:spPr>
          <a:xfrm>
            <a:off x="0" y="4143768"/>
            <a:ext cx="36576000" cy="2151778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C5A15EA-E928-94AA-543D-8EA2FF0183F9}"/>
              </a:ext>
            </a:extLst>
          </p:cNvPr>
          <p:cNvSpPr/>
          <p:nvPr userDrawn="1"/>
        </p:nvSpPr>
        <p:spPr>
          <a:xfrm flipV="1">
            <a:off x="0" y="15269900"/>
            <a:ext cx="36576000" cy="4218249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3F43A3E-D43D-124C-0C49-E1D720395FC6}"/>
              </a:ext>
            </a:extLst>
          </p:cNvPr>
          <p:cNvSpPr/>
          <p:nvPr userDrawn="1"/>
        </p:nvSpPr>
        <p:spPr>
          <a:xfrm>
            <a:off x="0" y="1068230"/>
            <a:ext cx="36576000" cy="4218249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CD9C284-B78C-1241-4B2A-F563F642D07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58753" y="13434560"/>
            <a:ext cx="24258494" cy="104392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FontTx/>
              <a:buNone/>
              <a:defRPr sz="4400" i="1" cap="none" baseline="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3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2pPr>
            <a:lvl3pPr marL="4883581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3pPr>
            <a:lvl4pPr marL="6933729" indent="0">
              <a:buNone/>
              <a:defRPr/>
            </a:lvl4pPr>
          </a:lstStyle>
          <a:p>
            <a:pPr lvl="0"/>
            <a:r>
              <a:rPr lang="en-US" dirty="0"/>
              <a:t>— Quote source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434FF7EA-90ED-54BC-F712-E8CE0FF23D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58754" y="5706208"/>
            <a:ext cx="24258494" cy="73070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90000"/>
              </a:lnSpc>
              <a:spcBef>
                <a:spcPts val="0"/>
              </a:spcBef>
              <a:buFontTx/>
              <a:buNone/>
              <a:defRPr sz="12000" cap="none" baseline="0">
                <a:solidFill>
                  <a:schemeClr val="bg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  <a:lvl2pPr marL="2562793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2pPr>
            <a:lvl3pPr marL="4883581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3pPr>
            <a:lvl4pPr marL="6933729" indent="0">
              <a:buNone/>
              <a:defRPr/>
            </a:lvl4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9D91CB-444B-B15F-7D27-F8959442EE8D}"/>
              </a:ext>
            </a:extLst>
          </p:cNvPr>
          <p:cNvSpPr txBox="1"/>
          <p:nvPr userDrawn="1"/>
        </p:nvSpPr>
        <p:spPr>
          <a:xfrm rot="10800000">
            <a:off x="17582278" y="12276665"/>
            <a:ext cx="1468672" cy="45089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700" dirty="0">
                <a:solidFill>
                  <a:schemeClr val="tx2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rPr>
              <a:t>“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A168394-A768-2D2C-2FE6-DB4613D6BDFB}"/>
              </a:ext>
            </a:extLst>
          </p:cNvPr>
          <p:cNvCxnSpPr>
            <a:cxnSpLocks/>
          </p:cNvCxnSpPr>
          <p:nvPr userDrawn="1"/>
        </p:nvCxnSpPr>
        <p:spPr>
          <a:xfrm>
            <a:off x="6158753" y="15523509"/>
            <a:ext cx="11394911" cy="0"/>
          </a:xfrm>
          <a:prstGeom prst="line">
            <a:avLst/>
          </a:prstGeom>
          <a:ln w="317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CF7CCAE-8B92-5A79-CBAF-C805450DD64B}"/>
              </a:ext>
            </a:extLst>
          </p:cNvPr>
          <p:cNvCxnSpPr>
            <a:cxnSpLocks/>
          </p:cNvCxnSpPr>
          <p:nvPr userDrawn="1"/>
        </p:nvCxnSpPr>
        <p:spPr>
          <a:xfrm>
            <a:off x="19022336" y="15523509"/>
            <a:ext cx="11394911" cy="0"/>
          </a:xfrm>
          <a:prstGeom prst="line">
            <a:avLst/>
          </a:prstGeom>
          <a:ln w="317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F9A1B02-4A67-4CC9-F283-AC371711F42A}"/>
              </a:ext>
            </a:extLst>
          </p:cNvPr>
          <p:cNvGrpSpPr/>
          <p:nvPr userDrawn="1"/>
        </p:nvGrpSpPr>
        <p:grpSpPr>
          <a:xfrm>
            <a:off x="6158753" y="3796809"/>
            <a:ext cx="24258494" cy="4508927"/>
            <a:chOff x="6158753" y="6234204"/>
            <a:chExt cx="24258494" cy="450892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A3E7C50-8DF7-896F-E1BB-D5842FE7F8E9}"/>
                </a:ext>
              </a:extLst>
            </p:cNvPr>
            <p:cNvSpPr txBox="1"/>
            <p:nvPr userDrawn="1"/>
          </p:nvSpPr>
          <p:spPr>
            <a:xfrm>
              <a:off x="17553664" y="6234204"/>
              <a:ext cx="1468672" cy="45089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700" dirty="0">
                  <a:solidFill>
                    <a:schemeClr val="tx2"/>
                  </a:solidFill>
                  <a:latin typeface="NVIDIA Sans Light" panose="020B0303020203020204" pitchFamily="34" charset="0"/>
                  <a:cs typeface="NVIDIA Sans Light" panose="020B0303020203020204" pitchFamily="34" charset="0"/>
                </a:rPr>
                <a:t>“</a:t>
              </a: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C4E42D4-651A-0018-08AF-103C03C79F4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158753" y="7454586"/>
              <a:ext cx="11394911" cy="0"/>
            </a:xfrm>
            <a:prstGeom prst="line">
              <a:avLst/>
            </a:prstGeom>
            <a:ln w="317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85DE2FD7-58D2-230B-D513-D6416CD17B3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9022336" y="7454586"/>
              <a:ext cx="11394911" cy="0"/>
            </a:xfrm>
            <a:prstGeom prst="line">
              <a:avLst/>
            </a:prstGeom>
            <a:ln w="317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3130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- SHO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een and white background&#10;&#10;Description automatically generated">
            <a:extLst>
              <a:ext uri="{FF2B5EF4-FFF2-40B4-BE49-F238E27FC236}">
                <a16:creationId xmlns:a16="http://schemas.microsoft.com/office/drawing/2014/main" id="{61701B74-047D-F92D-ADA0-7BF31D83E2A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36576003" cy="2057400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85FB945-6B24-57D3-B359-4FC5884B9E2A}"/>
              </a:ext>
            </a:extLst>
          </p:cNvPr>
          <p:cNvSpPr/>
          <p:nvPr userDrawn="1"/>
        </p:nvSpPr>
        <p:spPr>
          <a:xfrm>
            <a:off x="0" y="4143768"/>
            <a:ext cx="36576000" cy="2151778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0A1354-6E59-B3D9-5AE9-EFF6955F88F2}"/>
              </a:ext>
            </a:extLst>
          </p:cNvPr>
          <p:cNvSpPr/>
          <p:nvPr userDrawn="1"/>
        </p:nvSpPr>
        <p:spPr>
          <a:xfrm flipV="1">
            <a:off x="0" y="15269900"/>
            <a:ext cx="36576000" cy="4218249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0807B0F-0A81-6159-CB17-9A246F14A280}"/>
              </a:ext>
            </a:extLst>
          </p:cNvPr>
          <p:cNvSpPr/>
          <p:nvPr userDrawn="1"/>
        </p:nvSpPr>
        <p:spPr>
          <a:xfrm>
            <a:off x="0" y="1068230"/>
            <a:ext cx="36576000" cy="4218249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688F64-F571-BC4C-9D1B-F87497A44084}"/>
              </a:ext>
            </a:extLst>
          </p:cNvPr>
          <p:cNvSpPr/>
          <p:nvPr userDrawn="1"/>
        </p:nvSpPr>
        <p:spPr>
          <a:xfrm>
            <a:off x="0" y="4143768"/>
            <a:ext cx="36576000" cy="2151778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79BB071F-1DED-7BC0-205E-742D1CC39A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58753" y="11878330"/>
            <a:ext cx="24258494" cy="104392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FontTx/>
              <a:buNone/>
              <a:defRPr sz="4400" i="1" cap="none" baseline="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3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2pPr>
            <a:lvl3pPr marL="4883581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3pPr>
            <a:lvl4pPr marL="6933729" indent="0">
              <a:buNone/>
              <a:defRPr/>
            </a:lvl4pPr>
          </a:lstStyle>
          <a:p>
            <a:pPr lvl="0"/>
            <a:r>
              <a:rPr lang="en-US" dirty="0"/>
              <a:t>— Quote source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652C8912-97F2-5FEC-2170-801AFD44E79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58754" y="7053551"/>
            <a:ext cx="24258494" cy="440322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90000"/>
              </a:lnSpc>
              <a:spcBef>
                <a:spcPts val="0"/>
              </a:spcBef>
              <a:buFontTx/>
              <a:buNone/>
              <a:defRPr sz="12000" cap="none" baseline="0">
                <a:solidFill>
                  <a:schemeClr val="bg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  <a:lvl2pPr marL="2562793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2pPr>
            <a:lvl3pPr marL="4883581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3pPr>
            <a:lvl4pPr marL="6933729" indent="0">
              <a:buNone/>
              <a:defRPr/>
            </a:lvl4pPr>
          </a:lstStyle>
          <a:p>
            <a:pPr lvl="0"/>
            <a:r>
              <a:rPr lang="en-US" dirty="0"/>
              <a:t>Click to add quote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4182597-2C50-3A4E-9225-0ED4ED207042}"/>
              </a:ext>
            </a:extLst>
          </p:cNvPr>
          <p:cNvGrpSpPr/>
          <p:nvPr userDrawn="1"/>
        </p:nvGrpSpPr>
        <p:grpSpPr>
          <a:xfrm>
            <a:off x="6158753" y="5267062"/>
            <a:ext cx="24258494" cy="10102852"/>
            <a:chOff x="6158753" y="6264684"/>
            <a:chExt cx="24258494" cy="10102852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09B0E8CB-44E4-719C-A5CF-735DA9699441}"/>
                </a:ext>
              </a:extLst>
            </p:cNvPr>
            <p:cNvGrpSpPr/>
            <p:nvPr userDrawn="1"/>
          </p:nvGrpSpPr>
          <p:grpSpPr>
            <a:xfrm>
              <a:off x="17553664" y="6264684"/>
              <a:ext cx="1497286" cy="10102852"/>
              <a:chOff x="17553664" y="5634063"/>
              <a:chExt cx="1497286" cy="10102852"/>
            </a:xfrm>
          </p:grpSpPr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31D0B919-1FC7-23E4-68BE-05C833FAB722}"/>
                  </a:ext>
                </a:extLst>
              </p:cNvPr>
              <p:cNvSpPr txBox="1"/>
              <p:nvPr/>
            </p:nvSpPr>
            <p:spPr>
              <a:xfrm>
                <a:off x="17553664" y="5634063"/>
                <a:ext cx="1468672" cy="45089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8700" dirty="0">
                    <a:solidFill>
                      <a:schemeClr val="tx2"/>
                    </a:solidFill>
                    <a:latin typeface="NVIDIA Sans Light" panose="020B0303020203020204" pitchFamily="34" charset="0"/>
                    <a:cs typeface="NVIDIA Sans Light" panose="020B0303020203020204" pitchFamily="34" charset="0"/>
                  </a:rPr>
                  <a:t>“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4BD82AED-32A6-66BD-FAD0-B98CE3AFC77E}"/>
                  </a:ext>
                </a:extLst>
              </p:cNvPr>
              <p:cNvSpPr txBox="1"/>
              <p:nvPr/>
            </p:nvSpPr>
            <p:spPr>
              <a:xfrm rot="10800000">
                <a:off x="17582278" y="11227988"/>
                <a:ext cx="1468672" cy="45089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8700" dirty="0">
                    <a:solidFill>
                      <a:schemeClr val="tx2"/>
                    </a:solidFill>
                    <a:latin typeface="NVIDIA Sans Light" panose="020B0303020203020204" pitchFamily="34" charset="0"/>
                    <a:cs typeface="NVIDIA Sans Light" panose="020B0303020203020204" pitchFamily="34" charset="0"/>
                  </a:rPr>
                  <a:t>“</a:t>
                </a:r>
              </a:p>
            </p:txBody>
          </p:sp>
        </p:grp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91EC44D-F0B4-790F-3089-A3B3D01B77A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158753" y="7454586"/>
              <a:ext cx="11394911" cy="0"/>
            </a:xfrm>
            <a:prstGeom prst="line">
              <a:avLst/>
            </a:prstGeom>
            <a:ln w="317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A7DAC6E7-C5E7-D30C-B66F-007182DE7AC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9022336" y="7454586"/>
              <a:ext cx="11394911" cy="0"/>
            </a:xfrm>
            <a:prstGeom prst="line">
              <a:avLst/>
            </a:prstGeom>
            <a:ln w="317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77AA061-58A0-8C4F-C050-0B149A72E61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158753" y="15144241"/>
              <a:ext cx="11394911" cy="0"/>
            </a:xfrm>
            <a:prstGeom prst="line">
              <a:avLst/>
            </a:prstGeom>
            <a:ln w="317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916F238-457C-1E6C-1D73-143F4C3F616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9022336" y="15144241"/>
              <a:ext cx="11394911" cy="0"/>
            </a:xfrm>
            <a:prstGeom prst="line">
              <a:avLst/>
            </a:prstGeom>
            <a:ln w="317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44065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een curved lines with a bright light behind them&#10;&#10;Description automatically generated">
            <a:extLst>
              <a:ext uri="{FF2B5EF4-FFF2-40B4-BE49-F238E27FC236}">
                <a16:creationId xmlns:a16="http://schemas.microsoft.com/office/drawing/2014/main" id="{F807122B-A2F6-379E-64FD-A4985E493AF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8" r="51136" b="926"/>
          <a:stretch/>
        </p:blipFill>
        <p:spPr>
          <a:xfrm>
            <a:off x="0" y="0"/>
            <a:ext cx="17150706" cy="20574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EFDB0CE-6D06-5D9D-4F40-64EBE09315DF}"/>
              </a:ext>
            </a:extLst>
          </p:cNvPr>
          <p:cNvSpPr/>
          <p:nvPr userDrawn="1"/>
        </p:nvSpPr>
        <p:spPr>
          <a:xfrm>
            <a:off x="0" y="0"/>
            <a:ext cx="17150706" cy="20574000"/>
          </a:xfrm>
          <a:prstGeom prst="rect">
            <a:avLst/>
          </a:prstGeom>
          <a:solidFill>
            <a:schemeClr val="tx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14B981-6D72-A82B-BB74-685EAD4F2156}"/>
              </a:ext>
            </a:extLst>
          </p:cNvPr>
          <p:cNvSpPr/>
          <p:nvPr userDrawn="1"/>
        </p:nvSpPr>
        <p:spPr>
          <a:xfrm>
            <a:off x="17204620" y="5394960"/>
            <a:ext cx="566928" cy="151790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0587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4="http://schemas.microsoft.com/office/drawing/2010/main" xmlns:a16="http://schemas.microsoft.com/office/drawing/2014/main" xmlns="">
      <p:transition/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-up of green and white&#10;&#10;Description automatically generated">
            <a:extLst>
              <a:ext uri="{FF2B5EF4-FFF2-40B4-BE49-F238E27FC236}">
                <a16:creationId xmlns:a16="http://schemas.microsoft.com/office/drawing/2014/main" id="{F680AE5A-C426-36FD-E875-65C352F89B6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6AD3F4-3771-EC4B-882B-5E3EA6379A9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73866" y="1865236"/>
            <a:ext cx="18476688" cy="5943600"/>
          </a:xfrm>
          <a:prstGeom prst="rect">
            <a:avLst/>
          </a:prstGeom>
        </p:spPr>
        <p:txBody>
          <a:bodyPr anchor="b"/>
          <a:lstStyle>
            <a:lvl1pPr marL="0" indent="0" algn="l">
              <a:spcBef>
                <a:spcPts val="0"/>
              </a:spcBef>
              <a:buFontTx/>
              <a:buNone/>
              <a:defRPr lang="en-US" sz="9000" b="1" kern="0" cap="none" baseline="0" dirty="0" smtClean="0">
                <a:solidFill>
                  <a:schemeClr val="bg1"/>
                </a:solidFill>
                <a:latin typeface="NVIDIA Sans" panose="020B0503020203020204" pitchFamily="34" charset="0"/>
                <a:ea typeface="+mj-ea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lang="en-US" sz="8000" b="1" kern="0" cap="all" baseline="0" dirty="0" smtClean="0">
                <a:solidFill>
                  <a:schemeClr val="tx1"/>
                </a:solidFill>
                <a:latin typeface="NVIDIA Sans" panose="020B0503020203020204" pitchFamily="34" charset="0"/>
                <a:ea typeface="+mj-ea"/>
                <a:cs typeface="+mj-cs"/>
              </a:defRPr>
            </a:lvl2pPr>
            <a:lvl3pPr marL="4883584" indent="0">
              <a:buFontTx/>
              <a:buNone/>
              <a:defRPr lang="en-US" sz="8000" b="1" kern="0" cap="all" baseline="0" dirty="0" smtClean="0">
                <a:solidFill>
                  <a:schemeClr val="tx1"/>
                </a:solidFill>
                <a:latin typeface="NVIDIA Sans" panose="020B0503020203020204" pitchFamily="34" charset="0"/>
                <a:ea typeface="+mj-ea"/>
                <a:cs typeface="+mj-cs"/>
              </a:defRPr>
            </a:lvl3pPr>
            <a:lvl4pPr marL="6933729" indent="0">
              <a:buFontTx/>
              <a:buNone/>
              <a:defRPr lang="en-US" sz="8000" b="1" kern="0" cap="all" baseline="0" dirty="0" smtClean="0">
                <a:solidFill>
                  <a:schemeClr val="tx1"/>
                </a:solidFill>
                <a:latin typeface="NVIDIA Sans" panose="020B0503020203020204" pitchFamily="34" charset="0"/>
                <a:ea typeface="+mj-ea"/>
                <a:cs typeface="+mj-cs"/>
              </a:defRPr>
            </a:lvl4pPr>
            <a:lvl5pPr marL="8471409" indent="0">
              <a:buFontTx/>
              <a:buNone/>
              <a:defRPr lang="en-US" sz="8000" b="1" kern="0" cap="all" baseline="0" dirty="0">
                <a:solidFill>
                  <a:schemeClr val="tx1"/>
                </a:solidFill>
                <a:latin typeface="NVIDIA Sans" panose="020B0503020203020204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1690F0-C869-92D8-B1E3-3151C511786C}"/>
              </a:ext>
            </a:extLst>
          </p:cNvPr>
          <p:cNvSpPr/>
          <p:nvPr userDrawn="1"/>
        </p:nvSpPr>
        <p:spPr>
          <a:xfrm>
            <a:off x="-1" y="0"/>
            <a:ext cx="566928" cy="74980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3221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bar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5068417-0A49-4E97-BD32-9EE897037421}"/>
              </a:ext>
            </a:extLst>
          </p:cNvPr>
          <p:cNvSpPr/>
          <p:nvPr userDrawn="1"/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rgbClr val="9E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CE798D4-9140-2EC5-6DC9-6C6A5F5737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34260" y="10771999"/>
            <a:ext cx="22733876" cy="547618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Bef>
                <a:spcPts val="0"/>
              </a:spcBef>
              <a:buFontTx/>
              <a:buNone/>
              <a:defRPr sz="4400" cap="none" baseline="0">
                <a:solidFill>
                  <a:schemeClr val="tx1"/>
                </a:solidFill>
                <a:latin typeface="NVIDIA Sans Medium" panose="020B0603020203020204" pitchFamily="34" charset="0"/>
                <a:cs typeface="NVIDIA Sans Medium" panose="020B0603020203020204" pitchFamily="34" charset="0"/>
              </a:defRPr>
            </a:lvl1pPr>
            <a:lvl2pPr marL="2562793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2pPr>
            <a:lvl3pPr marL="4883581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3pPr>
            <a:lvl4pPr marL="6933729" indent="0">
              <a:buNone/>
              <a:defRPr/>
            </a:lvl4pPr>
          </a:lstStyle>
          <a:p>
            <a:pPr lvl="0"/>
            <a:r>
              <a:rPr lang="en-US" dirty="0"/>
              <a:t>Edit Text Style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FAAD9D4-FB4F-9DA0-9C5E-7AD5B9D1B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34260" y="9024760"/>
            <a:ext cx="22733877" cy="1754266"/>
          </a:xfrm>
          <a:prstGeom prst="rect">
            <a:avLst/>
          </a:prstGeom>
        </p:spPr>
        <p:txBody>
          <a:bodyPr/>
          <a:lstStyle>
            <a:lvl1pPr algn="l">
              <a:defRPr sz="12000" b="0" cap="none">
                <a:solidFill>
                  <a:schemeClr val="tx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</a:lstStyle>
          <a:p>
            <a:r>
              <a:rPr lang="en-US" dirty="0"/>
              <a:t>Click to add text</a:t>
            </a:r>
          </a:p>
        </p:txBody>
      </p:sp>
      <p:pic>
        <p:nvPicPr>
          <p:cNvPr id="11" name="Picture 10" descr="A close up of a logo&#10;&#10;Description automatically generated">
            <a:extLst>
              <a:ext uri="{FF2B5EF4-FFF2-40B4-BE49-F238E27FC236}">
                <a16:creationId xmlns:a16="http://schemas.microsoft.com/office/drawing/2014/main" id="{71DC9D6B-A1D3-6E9D-3F5B-25ABC3B87F4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193140" y="6248046"/>
            <a:ext cx="2357259" cy="2357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405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een and white background&#10;&#10;Description automatically generated">
            <a:extLst>
              <a:ext uri="{FF2B5EF4-FFF2-40B4-BE49-F238E27FC236}">
                <a16:creationId xmlns:a16="http://schemas.microsoft.com/office/drawing/2014/main" id="{59444DC2-EE0C-D166-FB2A-0933A4B046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pic>
        <p:nvPicPr>
          <p:cNvPr id="3" name="Picture 2" descr="A picture containing graphics, logo, symbol, graphic design&#10;&#10;Description automatically generated">
            <a:extLst>
              <a:ext uri="{FF2B5EF4-FFF2-40B4-BE49-F238E27FC236}">
                <a16:creationId xmlns:a16="http://schemas.microsoft.com/office/drawing/2014/main" id="{9BB9031F-8728-8968-10CA-E5BDE38FC76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125" y="773531"/>
            <a:ext cx="8365991" cy="2882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155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Add Title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1DA1210-4468-5B83-C91A-BBA62AF1227D}"/>
              </a:ext>
            </a:extLst>
          </p:cNvPr>
          <p:cNvGrpSpPr/>
          <p:nvPr userDrawn="1"/>
        </p:nvGrpSpPr>
        <p:grpSpPr>
          <a:xfrm>
            <a:off x="34061399" y="19504414"/>
            <a:ext cx="2514601" cy="1072783"/>
            <a:chOff x="34061399" y="19504414"/>
            <a:chExt cx="2514601" cy="107278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76547AF-589A-45F3-BD57-EACA3BF60CFD}"/>
                </a:ext>
              </a:extLst>
            </p:cNvPr>
            <p:cNvSpPr/>
            <p:nvPr userDrawn="1"/>
          </p:nvSpPr>
          <p:spPr>
            <a:xfrm>
              <a:off x="36420552" y="19687526"/>
              <a:ext cx="155448" cy="88967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sz="4000" dirty="0" err="1">
                <a:solidFill>
                  <a:schemeClr val="tx1"/>
                </a:solidFill>
                <a:latin typeface="NVIDIA Sans" panose="020B0503020203020204" pitchFamily="34" charset="0"/>
              </a:endParaRPr>
            </a:p>
          </p:txBody>
        </p:sp>
        <p:pic>
          <p:nvPicPr>
            <p:cNvPr id="9" name="Picture 8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0F64E9CA-B4B2-365B-092F-3051F7475EA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61399" y="19504414"/>
              <a:ext cx="2003438" cy="6902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32407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722" r:id="rId3"/>
    <p:sldLayoutId id="2147483718" r:id="rId4"/>
    <p:sldLayoutId id="2147483681" r:id="rId5"/>
    <p:sldLayoutId id="2147483680" r:id="rId6"/>
    <p:sldLayoutId id="2147483682" r:id="rId7"/>
    <p:sldLayoutId id="2147483683" r:id="rId8"/>
    <p:sldLayoutId id="2147483705" r:id="rId9"/>
    <p:sldLayoutId id="2147483685" r:id="rId10"/>
    <p:sldLayoutId id="2147483686" r:id="rId11"/>
    <p:sldLayoutId id="2147483687" r:id="rId12"/>
    <p:sldLayoutId id="2147483691" r:id="rId13"/>
    <p:sldLayoutId id="2147483688" r:id="rId14"/>
    <p:sldLayoutId id="2147483690" r:id="rId15"/>
    <p:sldLayoutId id="2147483689" r:id="rId16"/>
    <p:sldLayoutId id="2147483692" r:id="rId17"/>
    <p:sldLayoutId id="2147483693" r:id="rId18"/>
    <p:sldLayoutId id="2147483709" r:id="rId19"/>
    <p:sldLayoutId id="2147483723" r:id="rId20"/>
    <p:sldLayoutId id="2147483710" r:id="rId21"/>
    <p:sldLayoutId id="2147483711" r:id="rId22"/>
    <p:sldLayoutId id="2147483712" r:id="rId23"/>
    <p:sldLayoutId id="2147483713" r:id="rId24"/>
    <p:sldLayoutId id="2147483714" r:id="rId25"/>
    <p:sldLayoutId id="2147483715" r:id="rId26"/>
    <p:sldLayoutId id="2147483716" r:id="rId27"/>
    <p:sldLayoutId id="2147483717" r:id="rId28"/>
    <p:sldLayoutId id="2147483695" r:id="rId29"/>
    <p:sldLayoutId id="2147483721" r:id="rId30"/>
    <p:sldLayoutId id="2147483694" r:id="rId31"/>
    <p:sldLayoutId id="2147483719" r:id="rId32"/>
    <p:sldLayoutId id="2147483724" r:id="rId33"/>
    <p:sldLayoutId id="2147483720" r:id="rId34"/>
    <p:sldLayoutId id="2147483672" r:id="rId35"/>
    <p:sldLayoutId id="2147483708" r:id="rId36"/>
    <p:sldLayoutId id="2147483725" r:id="rId37"/>
    <p:sldLayoutId id="2147483679" r:id="rId38"/>
    <p:sldLayoutId id="2147483676" r:id="rId39"/>
    <p:sldLayoutId id="2147483684" r:id="rId40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  <p:txStyles>
    <p:titleStyle>
      <a:lvl1pPr algn="ctr" defTabSz="2743200" rtl="0" eaLnBrk="1" latinLnBrk="0" hangingPunct="1">
        <a:lnSpc>
          <a:spcPct val="90000"/>
        </a:lnSpc>
        <a:spcBef>
          <a:spcPct val="0"/>
        </a:spcBef>
        <a:buNone/>
        <a:defRPr sz="7200" b="1" kern="1200" cap="none" baseline="0">
          <a:solidFill>
            <a:schemeClr val="bg1"/>
          </a:solidFill>
          <a:latin typeface="NVIDIA Sans" panose="020B0503020203020204" pitchFamily="34" charset="0"/>
          <a:ea typeface="+mj-ea"/>
          <a:cs typeface="NVIDIA Sans" panose="020B0503020203020204" pitchFamily="34" charset="0"/>
        </a:defRPr>
      </a:lvl1pPr>
    </p:titleStyle>
    <p:bodyStyle>
      <a:lvl1pPr marL="685800" indent="-685800" algn="l" defTabSz="2743200" rtl="0" eaLnBrk="1" latinLnBrk="0" hangingPunct="1">
        <a:lnSpc>
          <a:spcPct val="90000"/>
        </a:lnSpc>
        <a:spcBef>
          <a:spcPts val="3000"/>
        </a:spcBef>
        <a:buFont typeface="NVIDIA Sans" panose="020B0503020203020204" pitchFamily="34" charset="0"/>
        <a:buChar char="•"/>
        <a:defRPr sz="8400" kern="1200">
          <a:solidFill>
            <a:schemeClr val="tx1"/>
          </a:solidFill>
          <a:latin typeface="+mn-lt"/>
          <a:ea typeface="+mn-ea"/>
          <a:cs typeface="+mn-cs"/>
        </a:defRPr>
      </a:lvl1pPr>
      <a:lvl2pPr marL="20574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2pPr>
      <a:lvl3pPr marL="34290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6000" kern="1200">
          <a:solidFill>
            <a:schemeClr val="tx1"/>
          </a:solidFill>
          <a:latin typeface="+mn-lt"/>
          <a:ea typeface="+mn-ea"/>
          <a:cs typeface="+mn-cs"/>
        </a:defRPr>
      </a:lvl3pPr>
      <a:lvl4pPr marL="48006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4pPr>
      <a:lvl5pPr marL="61722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5pPr>
      <a:lvl6pPr marL="75438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6pPr>
      <a:lvl7pPr marL="89154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7pPr>
      <a:lvl8pPr marL="102870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8pPr>
      <a:lvl9pPr marL="116586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2pPr>
      <a:lvl3pPr marL="27432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3pPr>
      <a:lvl4pPr marL="41148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4pPr>
      <a:lvl5pPr marL="54864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5pPr>
      <a:lvl6pPr marL="68580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6pPr>
      <a:lvl7pPr marL="82296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7pPr>
      <a:lvl8pPr marL="96012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8pPr>
      <a:lvl9pPr marL="109728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The Anchor Exhibit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AML SAR Investigation Agent — alert in, regulator-grade SAR out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9574" y="19633768"/>
            <a:ext cx="6503213" cy="446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>
                <a:solidFill>
                  <a:srgbClr val="000000"/>
                </a:solidFill>
                <a:latin typeface="NVIDIA Sans Medium"/>
              </a:rPr>
              <a:t>NVIDIA CONFIDENTIAL. DO NOT DISTRIBUTE.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1097280"/>
            <a:ext cx="33649920" cy="23774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7200" b="1" i="0">
                <a:solidFill>
                  <a:srgbClr val="000000"/>
                </a:solidFill>
                <a:latin typeface="NVIDIA Sans Medium"/>
              </a:rPr>
              <a:t>The Regulator's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474720"/>
            <a:ext cx="33649920" cy="12801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400" b="0" i="1">
                <a:solidFill>
                  <a:srgbClr val="5E5E5E"/>
                </a:solidFill>
                <a:latin typeface="NVIDIA Sans"/>
              </a:rPr>
              <a:t>Money laundering at scale — banks under increasing penalty pressure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4901184"/>
            <a:ext cx="2194560" cy="10972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011680" y="6217920"/>
            <a:ext cx="10789920" cy="9509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011680" y="7680960"/>
            <a:ext cx="10789920" cy="365760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7600" b="1" i="0">
                <a:solidFill>
                  <a:srgbClr val="76B900"/>
                </a:solidFill>
                <a:latin typeface="NVIDIA Sans Medium"/>
              </a:rPr>
              <a:t>$2 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1704320"/>
            <a:ext cx="9326880" cy="365760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4400" b="0" i="0">
                <a:solidFill>
                  <a:srgbClr val="000000"/>
                </a:solidFill>
                <a:latin typeface="NVIDIA Sans"/>
              </a:rPr>
              <a:t>estimated laundered globally per year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533120" y="6217920"/>
            <a:ext cx="10789920" cy="9509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0085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533120" y="7680960"/>
            <a:ext cx="10789920" cy="365760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7600" b="1" i="0">
                <a:solidFill>
                  <a:srgbClr val="008564"/>
                </a:solidFill>
                <a:latin typeface="NVIDIA Sans Medium"/>
              </a:rPr>
              <a:t>$26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264640" y="11704320"/>
            <a:ext cx="9326880" cy="365760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4400" b="0" i="0">
                <a:solidFill>
                  <a:srgbClr val="000000"/>
                </a:solidFill>
                <a:latin typeface="NVIDIA Sans"/>
              </a:rPr>
              <a:t>in AML fines paid by banks 2018–2024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054560" y="6217920"/>
            <a:ext cx="10789920" cy="9509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5D16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5054560" y="7680960"/>
            <a:ext cx="10789920" cy="365760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7600" b="1" i="0">
                <a:solidFill>
                  <a:srgbClr val="5D1682"/>
                </a:solidFill>
                <a:latin typeface="NVIDIA Sans Medium"/>
              </a:rPr>
              <a:t>6 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786080" y="11704320"/>
            <a:ext cx="9326880" cy="365760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4400" b="0" i="0">
                <a:solidFill>
                  <a:srgbClr val="000000"/>
                </a:solidFill>
                <a:latin typeface="NVIDIA Sans"/>
              </a:rPr>
              <a:t>average analyst time per case manually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11680" y="17190720"/>
            <a:ext cx="32918400" cy="18288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152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011680" y="17190720"/>
            <a:ext cx="32918400" cy="182880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4400" b="1" i="1">
                <a:solidFill>
                  <a:srgbClr val="000000"/>
                </a:solidFill>
                <a:latin typeface="NVIDIA Sans"/>
              </a:rPr>
              <a:t>AML investigators are expensive, slow, and inconsistent — and demand keeps climbing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9574" y="19633768"/>
            <a:ext cx="6503213" cy="446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>
                <a:solidFill>
                  <a:srgbClr val="000000"/>
                </a:solidFill>
                <a:latin typeface="NVIDIA Sans Medium"/>
              </a:rPr>
              <a:t>NVIDIA CONFIDENTIAL. DO NOT DISTRIBUTE.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1097280"/>
            <a:ext cx="33649920" cy="23774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7200" b="1" i="0">
                <a:solidFill>
                  <a:srgbClr val="000000"/>
                </a:solidFill>
                <a:latin typeface="NVIDIA Sans Medium"/>
              </a:rPr>
              <a:t>What a SAR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474720"/>
            <a:ext cx="33649920" cy="12801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400" b="0" i="1">
                <a:solidFill>
                  <a:srgbClr val="5E5E5E"/>
                </a:solidFill>
                <a:latin typeface="NVIDIA Sans"/>
              </a:rPr>
              <a:t>Suspicious Activity Report — the mandated regulatory deliverable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4901184"/>
            <a:ext cx="2194560" cy="10972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011680" y="5852160"/>
            <a:ext cx="16093440" cy="1243584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0" y="6510528"/>
            <a:ext cx="14630400" cy="14630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5200" b="1" i="0">
                <a:solidFill>
                  <a:srgbClr val="76B900"/>
                </a:solidFill>
                <a:latin typeface="NVIDIA Sans Medium"/>
              </a:rPr>
              <a:t>Definition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8412480"/>
            <a:ext cx="14630400" cy="987552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A SAR is a regulator-mandated filing</a:t>
            </a:r>
          </a:p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when a financial institution detects</a:t>
            </a:r>
          </a:p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activity that may indicate money</a:t>
            </a:r>
          </a:p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laundering or financial crime.</a:t>
            </a:r>
          </a:p>
          <a:p>
            <a:pPr algn="l"/>
            <a:endParaRPr sz="4000" b="0" i="0">
              <a:solidFill>
                <a:srgbClr val="000000"/>
              </a:solidFill>
              <a:latin typeface="NVIDIA Sans"/>
            </a:endParaRPr>
          </a:p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• Filed with FinCEN (US) within 30 days</a:t>
            </a:r>
          </a:p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• Includes narrative, evidence, statute</a:t>
            </a:r>
          </a:p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• Reviewed by a compliance officer</a:t>
            </a:r>
          </a:p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• Backed by 31 U.S.C. § 5318(g) and</a:t>
            </a:r>
          </a:p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  the Bank Secrecy Act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019520" y="5852160"/>
            <a:ext cx="15727680" cy="1243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9751040" y="6510528"/>
            <a:ext cx="14630400" cy="14630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5200" b="1" i="0">
                <a:solidFill>
                  <a:srgbClr val="76B900"/>
                </a:solidFill>
                <a:latin typeface="NVIDIA Sans Medium"/>
              </a:rPr>
              <a:t>Sample narrative excerpt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751040" y="8229600"/>
            <a:ext cx="14630400" cy="987552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000" b="0" i="1">
                <a:solidFill>
                  <a:srgbClr val="000000"/>
                </a:solidFill>
                <a:latin typeface="Consolas"/>
              </a:rPr>
              <a:t>"On 2026-02-04 and 2026-02-05, entity</a:t>
            </a:r>
          </a:p>
          <a:p>
            <a:pPr algn="l"/>
            <a:r>
              <a:rPr sz="4000" b="0" i="1">
                <a:solidFill>
                  <a:srgbClr val="000000"/>
                </a:solidFill>
                <a:latin typeface="Consolas"/>
              </a:rPr>
              <a:t> SYN_6b558d20 conducted three cash</a:t>
            </a:r>
          </a:p>
          <a:p>
            <a:pPr algn="l"/>
            <a:r>
              <a:rPr sz="4000" b="0" i="1">
                <a:solidFill>
                  <a:srgbClr val="000000"/>
                </a:solidFill>
                <a:latin typeface="Consolas"/>
              </a:rPr>
              <a:t> deposits of $9,793, $9,807, and</a:t>
            </a:r>
          </a:p>
          <a:p>
            <a:pPr algn="l"/>
            <a:r>
              <a:rPr sz="4000" b="0" i="1">
                <a:solidFill>
                  <a:srgbClr val="000000"/>
                </a:solidFill>
                <a:latin typeface="Consolas"/>
              </a:rPr>
              <a:t> $9,791 to counterparty AC501879,</a:t>
            </a:r>
          </a:p>
          <a:p>
            <a:pPr algn="l"/>
            <a:r>
              <a:rPr sz="4000" b="0" i="1">
                <a:solidFill>
                  <a:srgbClr val="000000"/>
                </a:solidFill>
                <a:latin typeface="Consolas"/>
              </a:rPr>
              <a:t> totaling $29,391. Each deposit sat</a:t>
            </a:r>
          </a:p>
          <a:p>
            <a:pPr algn="l"/>
            <a:r>
              <a:rPr sz="4000" b="0" i="1">
                <a:solidFill>
                  <a:srgbClr val="000000"/>
                </a:solidFill>
                <a:latin typeface="Consolas"/>
              </a:rPr>
              <a:t> within $300 of the $10,000 CTR</a:t>
            </a:r>
          </a:p>
          <a:p>
            <a:pPr algn="l"/>
            <a:r>
              <a:rPr sz="4000" b="0" i="1">
                <a:solidFill>
                  <a:srgbClr val="000000"/>
                </a:solidFill>
                <a:latin typeface="Consolas"/>
              </a:rPr>
              <a:t> reporting threshold; the pattern is</a:t>
            </a:r>
          </a:p>
          <a:p>
            <a:pPr algn="l"/>
            <a:r>
              <a:rPr sz="4000" b="0" i="1">
                <a:solidFill>
                  <a:srgbClr val="000000"/>
                </a:solidFill>
                <a:latin typeface="Consolas"/>
              </a:rPr>
              <a:t> consistent with structuring as</a:t>
            </a:r>
          </a:p>
          <a:p>
            <a:pPr algn="l"/>
            <a:r>
              <a:rPr sz="4000" b="0" i="1">
                <a:solidFill>
                  <a:srgbClr val="000000"/>
                </a:solidFill>
                <a:latin typeface="Consolas"/>
              </a:rPr>
              <a:t> defined under 31 U.S.C. § 5324(a)(3)."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9574" y="19633768"/>
            <a:ext cx="6503213" cy="446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>
                <a:solidFill>
                  <a:srgbClr val="000000"/>
                </a:solidFill>
                <a:latin typeface="NVIDIA Sans Medium"/>
              </a:rPr>
              <a:t>NVIDIA CONFIDENTIAL. DO NOT DISTRIBUTE.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1097280"/>
            <a:ext cx="33649920" cy="23774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7200" b="1" i="0">
                <a:solidFill>
                  <a:srgbClr val="000000"/>
                </a:solidFill>
                <a:latin typeface="NVIDIA Sans Medium"/>
              </a:rPr>
              <a:t>How AML Investigations Happen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474720"/>
            <a:ext cx="33649920" cy="12801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400" b="0" i="1">
                <a:solidFill>
                  <a:srgbClr val="5E5E5E"/>
                </a:solidFill>
                <a:latin typeface="NVIDIA Sans"/>
              </a:rPr>
              <a:t>Manual, slow, inconsistent — ripe for AI assistance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4901184"/>
            <a:ext cx="2194560" cy="10972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0" y="5852160"/>
            <a:ext cx="23774400" cy="219456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12700">
            <a:solidFill>
              <a:srgbClr val="5E5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light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6217920"/>
            <a:ext cx="1463040" cy="1463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863840" y="5852160"/>
            <a:ext cx="6583680" cy="21945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800" b="1" i="0">
                <a:solidFill>
                  <a:srgbClr val="000000"/>
                </a:solidFill>
                <a:latin typeface="NVIDIA Sans Medium"/>
              </a:rPr>
              <a:t>Alert fires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0" y="5852160"/>
            <a:ext cx="14264640" cy="21945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000" b="0" i="0">
                <a:solidFill>
                  <a:srgbClr val="5E5E5E"/>
                </a:solidFill>
                <a:latin typeface="NVIDIA Sans"/>
              </a:rPr>
              <a:t>Rule-based detection (e.g., R-127 cash structuring)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0" y="8595360"/>
            <a:ext cx="23774400" cy="219456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12700">
            <a:solidFill>
              <a:srgbClr val="5E5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tool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8961120"/>
            <a:ext cx="1463040" cy="14630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863840" y="8595360"/>
            <a:ext cx="6583680" cy="21945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800" b="1" i="0">
                <a:solidFill>
                  <a:srgbClr val="000000"/>
                </a:solidFill>
                <a:latin typeface="NVIDIA Sans Medium"/>
              </a:rPr>
              <a:t>Analyst opens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0" y="8595360"/>
            <a:ext cx="14264640" cy="21945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000" b="0" i="0">
                <a:solidFill>
                  <a:srgbClr val="5E5E5E"/>
                </a:solidFill>
                <a:latin typeface="NVIDIA Sans"/>
              </a:rPr>
              <a:t>Pulls 5+ data systems, sometimes 30+ minutes just to log 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0" y="11338560"/>
            <a:ext cx="23774400" cy="219456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12700">
            <a:solidFill>
              <a:srgbClr val="5E5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doc-sear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11704320"/>
            <a:ext cx="1463040" cy="14630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863840" y="11338560"/>
            <a:ext cx="6583680" cy="21945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800" b="1" i="0">
                <a:solidFill>
                  <a:srgbClr val="000000"/>
                </a:solidFill>
                <a:latin typeface="NVIDIA Sans Medium"/>
              </a:rPr>
              <a:t>Manual 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0" y="11338560"/>
            <a:ext cx="14264640" cy="21945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000" b="0" i="0">
                <a:solidFill>
                  <a:srgbClr val="5E5E5E"/>
                </a:solidFill>
                <a:latin typeface="NVIDIA Sans"/>
              </a:rPr>
              <a:t>Reads tx history, KYC file, sanctions lists, policy refs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0" y="14081760"/>
            <a:ext cx="23774400" cy="219456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12700">
            <a:solidFill>
              <a:srgbClr val="5E5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documen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5040" y="14447520"/>
            <a:ext cx="1463040" cy="146304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863840" y="14081760"/>
            <a:ext cx="6583680" cy="21945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800" b="1" i="0">
                <a:solidFill>
                  <a:srgbClr val="000000"/>
                </a:solidFill>
                <a:latin typeface="NVIDIA Sans Medium"/>
              </a:rPr>
              <a:t>Drafts SAR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0" y="14081760"/>
            <a:ext cx="14264640" cy="21945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000" b="0" i="0">
                <a:solidFill>
                  <a:srgbClr val="5E5E5E"/>
                </a:solidFill>
                <a:latin typeface="NVIDIA Sans"/>
              </a:rPr>
              <a:t>Writes 500-word narrative; verifies statute citations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0" y="16824960"/>
            <a:ext cx="23774400" cy="219456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12700">
            <a:solidFill>
              <a:srgbClr val="5E5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accurac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35040" y="17190720"/>
            <a:ext cx="1463040" cy="146304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863840" y="16824960"/>
            <a:ext cx="6583680" cy="21945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800" b="1" i="0">
                <a:solidFill>
                  <a:srgbClr val="000000"/>
                </a:solidFill>
                <a:latin typeface="NVIDIA Sans Medium"/>
              </a:rPr>
              <a:t>Officer signs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0" y="16824960"/>
            <a:ext cx="14264640" cy="21945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000" b="0" i="0">
                <a:solidFill>
                  <a:srgbClr val="5E5E5E"/>
                </a:solidFill>
                <a:latin typeface="NVIDIA Sans"/>
              </a:rPr>
              <a:t>Compliance officer reviews + signs; files within 30 days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992319" y="5852160"/>
            <a:ext cx="4754880" cy="135331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5600" b="1" i="0">
                <a:solidFill>
                  <a:srgbClr val="890C58"/>
                </a:solidFill>
                <a:latin typeface="NVIDIA Sans Medium"/>
              </a:rPr>
              <a:t>≈ 6 hours</a:t>
            </a:r>
          </a:p>
          <a:p>
            <a:pPr algn="ctr"/>
            <a:r>
              <a:rPr sz="5600" b="1" i="0">
                <a:solidFill>
                  <a:srgbClr val="890C58"/>
                </a:solidFill>
                <a:latin typeface="NVIDIA Sans Medium"/>
              </a:rPr>
              <a:t>per case</a:t>
            </a:r>
          </a:p>
          <a:p>
            <a:pPr algn="ctr"/>
            <a:endParaRPr sz="5600" b="1" i="0">
              <a:solidFill>
                <a:srgbClr val="890C58"/>
              </a:solidFill>
              <a:latin typeface="NVIDIA Sans Medium"/>
            </a:endParaRPr>
          </a:p>
          <a:p>
            <a:pPr algn="ctr"/>
            <a:r>
              <a:rPr sz="5600" b="1" i="0">
                <a:solidFill>
                  <a:srgbClr val="890C58"/>
                </a:solidFill>
                <a:latin typeface="NVIDIA Sans Medium"/>
              </a:rPr>
              <a:t>$50–200</a:t>
            </a:r>
          </a:p>
          <a:p>
            <a:pPr algn="ctr"/>
            <a:r>
              <a:rPr sz="5600" b="1" i="0">
                <a:solidFill>
                  <a:srgbClr val="890C58"/>
                </a:solidFill>
                <a:latin typeface="NVIDIA Sans Medium"/>
              </a:rPr>
              <a:t>in analyst time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9574" y="19633768"/>
            <a:ext cx="6503213" cy="446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>
                <a:solidFill>
                  <a:srgbClr val="000000"/>
                </a:solidFill>
                <a:latin typeface="NVIDIA Sans Medium"/>
              </a:rPr>
              <a:t>NVIDIA CONFIDENTIAL. DO NOT DISTRIBUTE.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1097280"/>
            <a:ext cx="33649920" cy="23774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7200" b="1" i="0">
                <a:solidFill>
                  <a:srgbClr val="000000"/>
                </a:solidFill>
                <a:latin typeface="NVIDIA Sans Medium"/>
              </a:rPr>
              <a:t>Our Application in One Sentence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474720"/>
            <a:ext cx="33649920" cy="12801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400" b="0" i="1">
                <a:solidFill>
                  <a:srgbClr val="5E5E5E"/>
                </a:solidFill>
                <a:latin typeface="NVIDIA Sans"/>
              </a:rPr>
              <a:t>Alert in → tools fetch context → 4 skills derive findings → custom model writes the SAR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4901184"/>
            <a:ext cx="2194560" cy="10972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828800" y="8046720"/>
            <a:ext cx="5852160" cy="5120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4096512" y="8595360"/>
            <a:ext cx="1316736" cy="1316736"/>
          </a:xfrm>
          <a:prstGeom prst="ellipse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096512" y="8595360"/>
            <a:ext cx="1316736" cy="1316736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NVIDIA Sans Medium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0058400"/>
            <a:ext cx="5852160" cy="14630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4800" b="1" i="0">
                <a:solidFill>
                  <a:srgbClr val="000000"/>
                </a:solidFill>
                <a:latin typeface="NVIDIA Sans Medium"/>
              </a:rPr>
              <a:t>Alert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11521440"/>
            <a:ext cx="5120640" cy="14630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3600" b="0" i="0">
                <a:solidFill>
                  <a:srgbClr val="5E5E5E"/>
                </a:solidFill>
                <a:latin typeface="NVIDIA Sans"/>
              </a:rPr>
              <a:t>trigger payload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726680" y="10241280"/>
            <a:ext cx="822960" cy="914400"/>
          </a:xfrm>
          <a:prstGeom prst="rightArrow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595360" y="8046720"/>
            <a:ext cx="5852160" cy="5120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863072" y="8595360"/>
            <a:ext cx="1316736" cy="1316736"/>
          </a:xfrm>
          <a:prstGeom prst="ellipse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863072" y="8595360"/>
            <a:ext cx="1316736" cy="1316736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NVIDIA Sans Medium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10058400"/>
            <a:ext cx="5852160" cy="14630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4800" b="1" i="0">
                <a:solidFill>
                  <a:srgbClr val="000000"/>
                </a:solidFill>
                <a:latin typeface="NVIDIA Sans Medium"/>
              </a:rPr>
              <a:t>Tools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11521440"/>
            <a:ext cx="5120640" cy="14630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3600" b="0" i="0">
                <a:solidFill>
                  <a:srgbClr val="5E5E5E"/>
                </a:solidFill>
                <a:latin typeface="NVIDIA Sans"/>
              </a:rPr>
              <a:t>5 data-plane fetches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14493240" y="10241280"/>
            <a:ext cx="822960" cy="914400"/>
          </a:xfrm>
          <a:prstGeom prst="rightArrow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5361920" y="8046720"/>
            <a:ext cx="5852160" cy="5120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7629632" y="8595360"/>
            <a:ext cx="1316736" cy="1316736"/>
          </a:xfrm>
          <a:prstGeom prst="ellipse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7629632" y="8595360"/>
            <a:ext cx="1316736" cy="1316736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NVIDIA Sans Medium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361920" y="10400393"/>
            <a:ext cx="5852160" cy="779054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lang="en-US" sz="4800" b="1" i="0" dirty="0">
                <a:solidFill>
                  <a:srgbClr val="000000"/>
                </a:solidFill>
                <a:latin typeface="NVIDIA Sans Medium"/>
              </a:rPr>
              <a:t>Custom </a:t>
            </a:r>
            <a:r>
              <a:rPr sz="4800" b="1" i="0" dirty="0">
                <a:solidFill>
                  <a:srgbClr val="000000"/>
                </a:solidFill>
                <a:latin typeface="NVIDIA Sans Medium"/>
              </a:rPr>
              <a:t>Skills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0" y="11521440"/>
            <a:ext cx="5120640" cy="14630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3600" b="0" i="0">
                <a:solidFill>
                  <a:srgbClr val="5E5E5E"/>
                </a:solidFill>
                <a:latin typeface="NVIDIA Sans"/>
              </a:rPr>
              <a:t>4 parallel LLM calls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21259800" y="10241280"/>
            <a:ext cx="822960" cy="914400"/>
          </a:xfrm>
          <a:prstGeom prst="rightArrow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22128480" y="8046720"/>
            <a:ext cx="5852160" cy="5120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24396192" y="8595360"/>
            <a:ext cx="1316736" cy="1316736"/>
          </a:xfrm>
          <a:prstGeom prst="ellipse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4396192" y="8595360"/>
            <a:ext cx="1316736" cy="1316736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NVIDIA Sans Medium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128480" y="10058400"/>
            <a:ext cx="5852160" cy="14630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4800" b="1" i="0">
                <a:solidFill>
                  <a:srgbClr val="000000"/>
                </a:solidFill>
                <a:latin typeface="NVIDIA Sans Medium"/>
              </a:rPr>
              <a:t>Judgment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94240" y="11521440"/>
            <a:ext cx="5120640" cy="14630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3600" b="0" i="0">
                <a:solidFill>
                  <a:srgbClr val="5E5E5E"/>
                </a:solidFill>
                <a:latin typeface="NVIDIA Sans"/>
              </a:rPr>
              <a:t>custom-trained NIM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28026360" y="10241280"/>
            <a:ext cx="822960" cy="914400"/>
          </a:xfrm>
          <a:prstGeom prst="rightArrow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28895040" y="8046720"/>
            <a:ext cx="5852160" cy="5120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31162752" y="8595360"/>
            <a:ext cx="1316736" cy="1316736"/>
          </a:xfrm>
          <a:prstGeom prst="ellipse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1162752" y="8595360"/>
            <a:ext cx="1316736" cy="1316736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NVIDIA Sans Medium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895040" y="10058400"/>
            <a:ext cx="5852160" cy="14630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4800" b="1" i="0">
                <a:solidFill>
                  <a:srgbClr val="000000"/>
                </a:solidFill>
                <a:latin typeface="NVIDIA Sans Medium"/>
              </a:rPr>
              <a:t>Response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260800" y="11521440"/>
            <a:ext cx="5120640" cy="14630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3600" b="0" i="0">
                <a:solidFill>
                  <a:srgbClr val="5E5E5E"/>
                </a:solidFill>
                <a:latin typeface="NVIDIA Sans"/>
              </a:rPr>
              <a:t>SAR + audit trace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0" y="16459200"/>
            <a:ext cx="32918400" cy="14630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4800" b="1" i="1" dirty="0">
                <a:solidFill>
                  <a:srgbClr val="76B900"/>
                </a:solidFill>
                <a:latin typeface="NVIDIA Sans"/>
              </a:rPr>
              <a:t>End-to-end latency budget: ~6–10 s per alert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28800" y="18288000"/>
            <a:ext cx="32918400" cy="109728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4000" b="0" i="1">
                <a:solidFill>
                  <a:srgbClr val="5E5E5E"/>
                </a:solidFill>
                <a:latin typeface="NVIDIA Sans"/>
              </a:rPr>
              <a:t>All five phases run sequentially, with internal parallelism within Phase 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9574" y="19633768"/>
            <a:ext cx="6503213" cy="446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>
                <a:solidFill>
                  <a:srgbClr val="000000"/>
                </a:solidFill>
                <a:latin typeface="NVIDIA Sans Medium"/>
              </a:rPr>
              <a:t>NVIDIA CONFIDENTIAL. DO NOT DISTRIBUTE.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1097280"/>
            <a:ext cx="33649920" cy="23774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7200" b="1" i="0">
                <a:solidFill>
                  <a:srgbClr val="000000"/>
                </a:solidFill>
                <a:latin typeface="NVIDIA Sans Medium"/>
              </a:rPr>
              <a:t>The 3-Phase Agent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474720"/>
            <a:ext cx="33649920" cy="12801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400" b="0" i="1">
                <a:solidFill>
                  <a:srgbClr val="5E5E5E"/>
                </a:solidFill>
                <a:latin typeface="NVIDIA Sans"/>
              </a:rPr>
              <a:t>Deterministic DAG — no LLM-routed tool selection — full audit trail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4901184"/>
            <a:ext cx="2194560" cy="10972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011680" y="6217920"/>
            <a:ext cx="30723840" cy="3657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2860">
            <a:solidFill>
              <a:srgbClr val="5E5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011680" y="6217920"/>
            <a:ext cx="731520" cy="3657600"/>
          </a:xfrm>
          <a:prstGeom prst="rect">
            <a:avLst/>
          </a:prstGeom>
          <a:solidFill>
            <a:srgbClr val="5E5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0" y="6656832"/>
            <a:ext cx="5486400" cy="14630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5600" b="1" i="0">
                <a:solidFill>
                  <a:srgbClr val="5E5E5E"/>
                </a:solidFill>
                <a:latin typeface="NVIDIA Sans Medium"/>
              </a:rPr>
              <a:t>Phase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656832"/>
            <a:ext cx="22677120" cy="14630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5200" b="1" i="0">
                <a:solidFill>
                  <a:srgbClr val="000000"/>
                </a:solidFill>
                <a:latin typeface="NVIDIA Sans Medium"/>
              </a:rPr>
              <a:t>Data plane — deterministic tool calls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8229600"/>
            <a:ext cx="28895040" cy="14630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000" b="0" i="0">
                <a:solidFill>
                  <a:srgbClr val="5E5E5E"/>
                </a:solidFill>
                <a:latin typeface="NVIDIA Sans"/>
              </a:rPr>
              <a:t>5 tools, parallel fan-out on sanctions screening, no LLM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16642080" y="9948672"/>
            <a:ext cx="1463040" cy="585216"/>
          </a:xfrm>
          <a:prstGeom prst="downArrow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011680" y="10607040"/>
            <a:ext cx="30723840" cy="3657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2860">
            <a:solidFill>
              <a:srgbClr val="0085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011680" y="10607040"/>
            <a:ext cx="731520" cy="3657600"/>
          </a:xfrm>
          <a:prstGeom prst="rect">
            <a:avLst/>
          </a:prstGeom>
          <a:solidFill>
            <a:srgbClr val="0085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720" y="11045952"/>
            <a:ext cx="5486400" cy="14630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5600" b="1" i="0">
                <a:solidFill>
                  <a:srgbClr val="008564"/>
                </a:solidFill>
                <a:latin typeface="NVIDIA Sans Medium"/>
              </a:rPr>
              <a:t>Phase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11045952"/>
            <a:ext cx="22677120" cy="14630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5200" b="1" i="0">
                <a:solidFill>
                  <a:srgbClr val="000000"/>
                </a:solidFill>
                <a:latin typeface="NVIDIA Sans Medium"/>
              </a:rPr>
              <a:t>Auxiliary skills — 4 parallel LLM calls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12618720"/>
            <a:ext cx="28895040" cy="14630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000" b="0" i="0">
                <a:solidFill>
                  <a:srgbClr val="5E5E5E"/>
                </a:solidFill>
                <a:latin typeface="NVIDIA Sans"/>
              </a:rPr>
              <a:t>Custom NIM under 4 different task_type prompts; typed JSON outputs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16642080" y="14337792"/>
            <a:ext cx="1463040" cy="585216"/>
          </a:xfrm>
          <a:prstGeom prst="downArrow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2011680" y="14996160"/>
            <a:ext cx="30723840" cy="3657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286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011680" y="14996160"/>
            <a:ext cx="731520" cy="36576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474720" y="15435072"/>
            <a:ext cx="5486400" cy="14630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5600" b="1" i="0">
                <a:solidFill>
                  <a:srgbClr val="76B900"/>
                </a:solidFill>
                <a:latin typeface="NVIDIA Sans Medium"/>
              </a:rPr>
              <a:t>Phase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15435072"/>
            <a:ext cx="22677120" cy="14630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5200" b="1" i="0">
                <a:solidFill>
                  <a:srgbClr val="000000"/>
                </a:solidFill>
                <a:latin typeface="NVIDIA Sans Medium"/>
              </a:rPr>
              <a:t>SAR judgment — the final 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17007840"/>
            <a:ext cx="28895040" cy="14630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000" b="0" i="0">
                <a:solidFill>
                  <a:srgbClr val="5E5E5E"/>
                </a:solidFill>
                <a:latin typeface="NVIDIA Sans"/>
              </a:rPr>
              <a:t>Single call to the custom NIM with assembled bundle; produces SAR JSON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101280" y="7315200"/>
            <a:ext cx="3159410" cy="9144000"/>
          </a:xfrm>
          <a:prstGeom prst="roundRect">
            <a:avLst>
              <a:gd name="adj" fmla="val 4000"/>
            </a:avLst>
          </a:prstGeom>
          <a:solidFill>
            <a:srgbClr val="E2F0D9"/>
          </a:solidFill>
          <a:ln w="1905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3101280" y="11036008"/>
            <a:ext cx="2875630" cy="1702384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3600" b="1" i="0" dirty="0">
                <a:solidFill>
                  <a:srgbClr val="76B900"/>
                </a:solidFill>
                <a:latin typeface="NVIDIA Sans"/>
              </a:rPr>
              <a:t>N</a:t>
            </a:r>
            <a:r>
              <a:rPr lang="en-US" sz="3600" b="1" i="0" dirty="0">
                <a:solidFill>
                  <a:srgbClr val="76B900"/>
                </a:solidFill>
                <a:latin typeface="NVIDIA Sans"/>
              </a:rPr>
              <a:t>A</a:t>
            </a:r>
            <a:r>
              <a:rPr sz="3600" b="1" i="0" dirty="0">
                <a:solidFill>
                  <a:srgbClr val="76B900"/>
                </a:solidFill>
                <a:latin typeface="NVIDIA Sans"/>
              </a:rPr>
              <a:t>T</a:t>
            </a:r>
          </a:p>
          <a:p>
            <a:pPr algn="ctr"/>
            <a:endParaRPr sz="3600" b="1" i="0" dirty="0">
              <a:solidFill>
                <a:srgbClr val="76B900"/>
              </a:solidFill>
              <a:latin typeface="NVIDIA Sans"/>
            </a:endParaRPr>
          </a:p>
          <a:p>
            <a:pPr algn="ctr"/>
            <a:r>
              <a:rPr sz="3600" b="1" i="0" dirty="0">
                <a:solidFill>
                  <a:srgbClr val="76B900"/>
                </a:solidFill>
                <a:latin typeface="NVIDIA Sans"/>
              </a:rPr>
              <a:t>orchestrator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9574" y="19633768"/>
            <a:ext cx="6503213" cy="446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>
                <a:solidFill>
                  <a:srgbClr val="000000"/>
                </a:solidFill>
                <a:latin typeface="NVIDIA Sans Medium"/>
              </a:rPr>
              <a:t>NVIDIA CONFIDENTIAL. DO NOT DISTRIBUTE.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1097280"/>
            <a:ext cx="33649920" cy="23774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7200" b="1" i="0">
                <a:solidFill>
                  <a:srgbClr val="000000"/>
                </a:solidFill>
                <a:latin typeface="NVIDIA Sans Medium"/>
              </a:rPr>
              <a:t>Phase 1 — Data Plane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474720"/>
            <a:ext cx="33649920" cy="12801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400" b="0" i="1">
                <a:solidFill>
                  <a:srgbClr val="5E5E5E"/>
                </a:solidFill>
                <a:latin typeface="NVIDIA Sans"/>
              </a:rPr>
              <a:t>Five deterministic fetches; no LLM in this phase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4901184"/>
            <a:ext cx="2194560" cy="10972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011680" y="5852160"/>
            <a:ext cx="32186880" cy="219456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1270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0" y="5852160"/>
            <a:ext cx="8778240" cy="21945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400" b="1" i="0">
                <a:solidFill>
                  <a:srgbClr val="76B900"/>
                </a:solidFill>
                <a:latin typeface="Consolas"/>
              </a:rPr>
              <a:t>get_transactions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252960" y="5852160"/>
            <a:ext cx="16824960" cy="21945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Pull tx in the investigation window for the entity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443680" y="5852160"/>
            <a:ext cx="4389120" cy="21945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3600" b="0" i="1">
                <a:solidFill>
                  <a:srgbClr val="5E5E5E"/>
                </a:solidFill>
                <a:latin typeface="Consolas"/>
              </a:rPr>
              <a:t>→ list[Transaction]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8412480"/>
            <a:ext cx="32186880" cy="219456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12700">
            <a:solidFill>
              <a:srgbClr val="0085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43200" y="8412480"/>
            <a:ext cx="8778240" cy="21945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400" b="1" i="0">
                <a:solidFill>
                  <a:srgbClr val="008564"/>
                </a:solidFill>
                <a:latin typeface="Consolas"/>
              </a:rPr>
              <a:t>get_kyc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252960" y="8412480"/>
            <a:ext cx="16824960" cy="21945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Pull the entity's KYC profile (declared volume, business purpose)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443680" y="8412480"/>
            <a:ext cx="4389120" cy="21945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3600" b="0" i="1">
                <a:solidFill>
                  <a:srgbClr val="5E5E5E"/>
                </a:solidFill>
                <a:latin typeface="Consolas"/>
              </a:rPr>
              <a:t>→ KYCProfile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11680" y="10972800"/>
            <a:ext cx="32186880" cy="219456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12700">
            <a:solidFill>
              <a:srgbClr val="0085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43200" y="10972800"/>
            <a:ext cx="8778240" cy="21945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400" b="1" i="0">
                <a:solidFill>
                  <a:srgbClr val="008564"/>
                </a:solidFill>
                <a:latin typeface="Consolas"/>
              </a:rPr>
              <a:t>screen_sanctions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60" y="10972800"/>
            <a:ext cx="16824960" cy="21945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OFAC/PEP screening per counterparty (fan-out, capped at 10)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443680" y="10972800"/>
            <a:ext cx="4389120" cy="21945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3600" b="0" i="1">
                <a:solidFill>
                  <a:srgbClr val="5E5E5E"/>
                </a:solidFill>
                <a:latin typeface="Consolas"/>
              </a:rPr>
              <a:t>→ list[SanctionsHit]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011680" y="13533120"/>
            <a:ext cx="32186880" cy="219456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12700">
            <a:solidFill>
              <a:srgbClr val="5D16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743200" y="13533120"/>
            <a:ext cx="8778240" cy="21945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400" b="1" i="0">
                <a:solidFill>
                  <a:srgbClr val="5D1682"/>
                </a:solidFill>
                <a:latin typeface="Consolas"/>
              </a:rPr>
              <a:t>retrieve_policy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252960" y="13533120"/>
            <a:ext cx="16824960" cy="21945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Typology-keyed policy excerpts from FFIEC / FinCEN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443680" y="13533120"/>
            <a:ext cx="4389120" cy="21945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3600" b="0" i="1">
                <a:solidFill>
                  <a:srgbClr val="5E5E5E"/>
                </a:solidFill>
                <a:latin typeface="Consolas"/>
              </a:rPr>
              <a:t>→ list[PolicyExcerpt]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011680" y="16093440"/>
            <a:ext cx="32186880" cy="219456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12700">
            <a:solidFill>
              <a:srgbClr val="5D16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743200" y="16093440"/>
            <a:ext cx="8778240" cy="21945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400" b="1" i="0">
                <a:solidFill>
                  <a:srgbClr val="5D1682"/>
                </a:solidFill>
                <a:latin typeface="Consolas"/>
              </a:rPr>
              <a:t>get_sop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252960" y="16093440"/>
            <a:ext cx="16824960" cy="21945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Bank's internal Standard Operating Procedure for the typology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443680" y="16093440"/>
            <a:ext cx="4389120" cy="21945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3600" b="0" i="1">
                <a:solidFill>
                  <a:srgbClr val="5E5E5E"/>
                </a:solidFill>
                <a:latin typeface="Consolas"/>
              </a:rPr>
              <a:t>→ list[SOPExcerpt]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0" y="18288000"/>
            <a:ext cx="32918400" cy="109728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4000" b="0" i="1">
                <a:solidFill>
                  <a:srgbClr val="5E5E5E"/>
                </a:solidFill>
                <a:latin typeface="NVIDIA Sans"/>
              </a:rPr>
              <a:t>First three run in PARALLEL · sanctions fans out per counterparty · all typed via Pydantic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9574" y="19633768"/>
            <a:ext cx="6503213" cy="446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>
                <a:solidFill>
                  <a:srgbClr val="000000"/>
                </a:solidFill>
                <a:latin typeface="NVIDIA Sans Medium"/>
              </a:rPr>
              <a:t>NVIDIA CONFIDENTIAL. DO NOT DISTRIBUTE.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1097280"/>
            <a:ext cx="33649920" cy="23774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7200" b="1" i="0">
                <a:solidFill>
                  <a:srgbClr val="000000"/>
                </a:solidFill>
                <a:latin typeface="NVIDIA Sans Medium"/>
              </a:rPr>
              <a:t>Phase 2 — Four Parallel LLM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474720"/>
            <a:ext cx="33649920" cy="12801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400" b="0" i="1">
                <a:solidFill>
                  <a:srgbClr val="5E5E5E"/>
                </a:solidFill>
                <a:latin typeface="NVIDIA Sans"/>
              </a:rPr>
              <a:t>Same custom NIM, four different task_type prompts, four typed JSON outputs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4901184"/>
            <a:ext cx="2194560" cy="10972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011680" y="5852160"/>
            <a:ext cx="16093440" cy="6035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0" y="6400800"/>
            <a:ext cx="14630400" cy="14630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800" b="1" i="0">
                <a:solidFill>
                  <a:srgbClr val="76B900"/>
                </a:solidFill>
                <a:latin typeface="Consolas"/>
              </a:rPr>
              <a:t>auxiliary_behavioral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7863840"/>
            <a:ext cx="14630400" cy="128016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400" b="1" i="0">
                <a:solidFill>
                  <a:srgbClr val="000000"/>
                </a:solidFill>
                <a:latin typeface="NVIDIA Sans Medium"/>
              </a:rPr>
              <a:t>Narrative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9217152"/>
            <a:ext cx="14630400" cy="23774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000" b="0" i="0">
                <a:solidFill>
                  <a:srgbClr val="5E5E5E"/>
                </a:solidFill>
                <a:latin typeface="NVIDIA Sans"/>
              </a:rPr>
              <a:t>What does the activity look like?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653760" y="5852160"/>
            <a:ext cx="16093440" cy="6035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0085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9385280" y="6400800"/>
            <a:ext cx="14630400" cy="14630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800" b="1" i="0">
                <a:solidFill>
                  <a:srgbClr val="008564"/>
                </a:solidFill>
                <a:latin typeface="Consolas"/>
              </a:rPr>
              <a:t>auxiliary_numeric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385280" y="7863840"/>
            <a:ext cx="14630400" cy="128016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400" b="1" i="0">
                <a:solidFill>
                  <a:srgbClr val="000000"/>
                </a:solidFill>
                <a:latin typeface="NVIDIA Sans Medium"/>
              </a:rPr>
              <a:t>Quantitative red flag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385280" y="9217152"/>
            <a:ext cx="14630400" cy="23774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000" b="0" i="0">
                <a:solidFill>
                  <a:srgbClr val="5E5E5E"/>
                </a:solidFill>
                <a:latin typeface="NVIDIA Sans"/>
              </a:rPr>
              <a:t>Sums, ratios, velocities — the math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11680" y="12435840"/>
            <a:ext cx="16093440" cy="6035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5D16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43200" y="12984480"/>
            <a:ext cx="14630400" cy="14630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800" b="1" i="0">
                <a:solidFill>
                  <a:srgbClr val="5D1682"/>
                </a:solidFill>
                <a:latin typeface="Consolas"/>
              </a:rPr>
              <a:t>auxiliary_citation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14447520"/>
            <a:ext cx="14630400" cy="128016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400" b="1" i="0">
                <a:solidFill>
                  <a:srgbClr val="000000"/>
                </a:solidFill>
                <a:latin typeface="NVIDIA Sans Medium"/>
              </a:rPr>
              <a:t>Verbatim regulatory quote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15800832"/>
            <a:ext cx="14630400" cy="23774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000" b="0" i="0">
                <a:solidFill>
                  <a:srgbClr val="5E5E5E"/>
                </a:solidFill>
                <a:latin typeface="NVIDIA Sans"/>
              </a:rPr>
              <a:t>The exact span the SAR will cite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653760" y="12435840"/>
            <a:ext cx="16093440" cy="6035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0071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9385280" y="12984480"/>
            <a:ext cx="14630400" cy="14630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800" b="1" i="0">
                <a:solidFill>
                  <a:srgbClr val="0071C5"/>
                </a:solidFill>
                <a:latin typeface="Consolas"/>
              </a:rPr>
              <a:t>auxiliary_statutory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385280" y="14447520"/>
            <a:ext cx="14630400" cy="128016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400" b="1" i="0">
                <a:solidFill>
                  <a:srgbClr val="000000"/>
                </a:solidFill>
                <a:latin typeface="NVIDIA Sans Medium"/>
              </a:rPr>
              <a:t>Statute element 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385280" y="15800832"/>
            <a:ext cx="14630400" cy="23774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000" b="0" i="0">
                <a:solidFill>
                  <a:srgbClr val="5E5E5E"/>
                </a:solidFill>
                <a:latin typeface="NVIDIA Sans"/>
              </a:rPr>
              <a:t>Entailment / contradiction / neutral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18571779"/>
            <a:ext cx="32918400" cy="109728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4000" b="0" i="1">
                <a:solidFill>
                  <a:srgbClr val="5E5E5E"/>
                </a:solidFill>
                <a:latin typeface="NVIDIA Sans"/>
              </a:rPr>
              <a:t>All four fire concurrently; results feed Phase 3 as a typed bundle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9574" y="19633768"/>
            <a:ext cx="6503213" cy="446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>
                <a:solidFill>
                  <a:srgbClr val="000000"/>
                </a:solidFill>
                <a:latin typeface="NVIDIA Sans Medium"/>
              </a:rPr>
              <a:t>NVIDIA CONFIDENTIAL. DO NOT DISTRIBUTE.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1097280"/>
            <a:ext cx="33649920" cy="23774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7200" b="1" i="0">
                <a:solidFill>
                  <a:srgbClr val="000000"/>
                </a:solidFill>
                <a:latin typeface="NVIDIA Sans Medium"/>
              </a:rPr>
              <a:t>Phase 3 — The SAR Judgment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474720"/>
            <a:ext cx="33649920" cy="12801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400" b="0" i="1">
                <a:solidFill>
                  <a:srgbClr val="5E5E5E"/>
                </a:solidFill>
                <a:latin typeface="NVIDIA Sans"/>
              </a:rPr>
              <a:t>One bundle in, one decision out — the custom NIM is the brain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4901184"/>
            <a:ext cx="2194560" cy="10972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828800" y="5852160"/>
            <a:ext cx="16459200" cy="12435840"/>
          </a:xfrm>
          <a:prstGeom prst="roundRect">
            <a:avLst>
              <a:gd name="adj" fmla="val 4000"/>
            </a:avLst>
          </a:prstGeom>
          <a:solidFill>
            <a:srgbClr val="222222"/>
          </a:solidFill>
          <a:ln w="635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60320" y="6510528"/>
            <a:ext cx="14996159" cy="14630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800" b="1" i="0">
                <a:solidFill>
                  <a:srgbClr val="76B900"/>
                </a:solidFill>
                <a:latin typeface="NVIDIA Sans Medium"/>
              </a:rPr>
              <a:t>Input bundle (7 keys)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8229600"/>
            <a:ext cx="14996159" cy="987552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3600" b="0" i="0">
                <a:solidFill>
                  <a:srgbClr val="C8DDB0"/>
                </a:solidFill>
                <a:latin typeface="Consolas"/>
              </a:rPr>
              <a:t>{</a:t>
            </a:r>
          </a:p>
          <a:p>
            <a:pPr algn="l"/>
            <a:r>
              <a:rPr sz="3600" b="0" i="0">
                <a:solidFill>
                  <a:srgbClr val="C8DDB0"/>
                </a:solidFill>
                <a:latin typeface="Consolas"/>
              </a:rPr>
              <a:t>  "task_type": "sar_judgment",</a:t>
            </a:r>
          </a:p>
          <a:p>
            <a:pPr algn="l"/>
            <a:r>
              <a:rPr sz="3600" b="0" i="0">
                <a:solidFill>
                  <a:srgbClr val="C8DDB0"/>
                </a:solidFill>
                <a:latin typeface="Consolas"/>
              </a:rPr>
              <a:t>  "transactions":      [...],</a:t>
            </a:r>
          </a:p>
          <a:p>
            <a:pPr algn="l"/>
            <a:r>
              <a:rPr sz="3600" b="0" i="0">
                <a:solidFill>
                  <a:srgbClr val="C8DDB0"/>
                </a:solidFill>
                <a:latin typeface="Consolas"/>
              </a:rPr>
              <a:t>  "kyc_profile":       {...},</a:t>
            </a:r>
          </a:p>
          <a:p>
            <a:pPr algn="l"/>
            <a:r>
              <a:rPr sz="3600" b="0" i="0">
                <a:solidFill>
                  <a:srgbClr val="C8DDB0"/>
                </a:solidFill>
                <a:latin typeface="Consolas"/>
              </a:rPr>
              <a:t>  "sanctions_pep_hits": [...],</a:t>
            </a:r>
          </a:p>
          <a:p>
            <a:pPr algn="l"/>
            <a:r>
              <a:rPr sz="3600" b="0" i="0">
                <a:solidFill>
                  <a:srgbClr val="C8DDB0"/>
                </a:solidFill>
                <a:latin typeface="Consolas"/>
              </a:rPr>
              <a:t>  "policy_excerpts":   [...],</a:t>
            </a:r>
          </a:p>
          <a:p>
            <a:pPr algn="l"/>
            <a:r>
              <a:rPr sz="3600" b="0" i="0">
                <a:solidFill>
                  <a:srgbClr val="C8DDB0"/>
                </a:solidFill>
                <a:latin typeface="Consolas"/>
              </a:rPr>
              <a:t>  "sop_excerpts":      [...],</a:t>
            </a:r>
          </a:p>
          <a:p>
            <a:pPr algn="l"/>
            <a:r>
              <a:rPr sz="3600" b="0" i="0">
                <a:solidFill>
                  <a:srgbClr val="C8DDB0"/>
                </a:solidFill>
                <a:latin typeface="Consolas"/>
              </a:rPr>
              <a:t>  "auxiliary_findings": {</a:t>
            </a:r>
          </a:p>
          <a:p>
            <a:pPr algn="l"/>
            <a:r>
              <a:rPr sz="3600" b="0" i="0">
                <a:solidFill>
                  <a:srgbClr val="C8DDB0"/>
                </a:solidFill>
                <a:latin typeface="Consolas"/>
              </a:rPr>
              <a:t>    "behavioral":  [...],</a:t>
            </a:r>
          </a:p>
          <a:p>
            <a:pPr algn="l"/>
            <a:r>
              <a:rPr sz="3600" b="0" i="0">
                <a:solidFill>
                  <a:srgbClr val="C8DDB0"/>
                </a:solidFill>
                <a:latin typeface="Consolas"/>
              </a:rPr>
              <a:t>    "numeric":     [...],</a:t>
            </a:r>
          </a:p>
          <a:p>
            <a:pPr algn="l"/>
            <a:r>
              <a:rPr sz="3600" b="0" i="0">
                <a:solidFill>
                  <a:srgbClr val="C8DDB0"/>
                </a:solidFill>
                <a:latin typeface="Consolas"/>
              </a:rPr>
              <a:t>    "citation":    [...],</a:t>
            </a:r>
          </a:p>
          <a:p>
            <a:pPr algn="l"/>
            <a:r>
              <a:rPr sz="3600" b="0" i="0">
                <a:solidFill>
                  <a:srgbClr val="C8DDB0"/>
                </a:solidFill>
                <a:latin typeface="Consolas"/>
              </a:rPr>
              <a:t>    "statutory":   [...]</a:t>
            </a:r>
          </a:p>
          <a:p>
            <a:pPr algn="l"/>
            <a:r>
              <a:rPr sz="3600" b="0" i="0">
                <a:solidFill>
                  <a:srgbClr val="C8DDB0"/>
                </a:solidFill>
                <a:latin typeface="Consolas"/>
              </a:rPr>
              <a:t>  }</a:t>
            </a:r>
          </a:p>
          <a:p>
            <a:pPr algn="l"/>
            <a:r>
              <a:rPr sz="3600" b="0" i="0">
                <a:solidFill>
                  <a:srgbClr val="C8DDB0"/>
                </a:solidFill>
                <a:latin typeface="Consolas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019520" y="5852160"/>
            <a:ext cx="15727680" cy="1243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9751040" y="6510528"/>
            <a:ext cx="14630400" cy="14630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800" b="1" i="0">
                <a:solidFill>
                  <a:srgbClr val="76B900"/>
                </a:solidFill>
                <a:latin typeface="NVIDIA Sans Medium"/>
              </a:rPr>
              <a:t>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751040" y="8229600"/>
            <a:ext cx="14630400" cy="987552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3600" b="0" i="0">
                <a:solidFill>
                  <a:srgbClr val="76B900"/>
                </a:solidFill>
                <a:latin typeface="Consolas"/>
              </a:rPr>
              <a:t>{</a:t>
            </a:r>
          </a:p>
          <a:p>
            <a:pPr algn="l"/>
            <a:r>
              <a:rPr sz="3600" b="0" i="0">
                <a:solidFill>
                  <a:srgbClr val="76B900"/>
                </a:solidFill>
                <a:latin typeface="Consolas"/>
              </a:rPr>
              <a:t>  "is_suspicious": true,</a:t>
            </a:r>
          </a:p>
          <a:p>
            <a:pPr algn="l"/>
            <a:r>
              <a:rPr sz="3600" b="0" i="0">
                <a:solidFill>
                  <a:srgbClr val="76B900"/>
                </a:solidFill>
                <a:latin typeface="Consolas"/>
              </a:rPr>
              <a:t>  "suspicious_activity_report":</a:t>
            </a:r>
          </a:p>
          <a:p>
            <a:pPr algn="l"/>
            <a:r>
              <a:rPr sz="3600" b="0" i="0">
                <a:solidFill>
                  <a:srgbClr val="76B900"/>
                </a:solidFill>
                <a:latin typeface="Consolas"/>
              </a:rPr>
              <a:t>    "On 2026-02-04 and 2026-02-05,</a:t>
            </a:r>
          </a:p>
          <a:p>
            <a:pPr algn="l"/>
            <a:r>
              <a:rPr sz="3600" b="0" i="0">
                <a:solidFill>
                  <a:srgbClr val="76B900"/>
                </a:solidFill>
                <a:latin typeface="Consolas"/>
              </a:rPr>
              <a:t>     entity SYN_6b558d20 conducted</a:t>
            </a:r>
          </a:p>
          <a:p>
            <a:pPr algn="l"/>
            <a:r>
              <a:rPr sz="3600" b="0" i="0">
                <a:solidFill>
                  <a:srgbClr val="76B900"/>
                </a:solidFill>
                <a:latin typeface="Consolas"/>
              </a:rPr>
              <a:t>     three cash deposits of $9,793,</a:t>
            </a:r>
          </a:p>
          <a:p>
            <a:pPr algn="l"/>
            <a:r>
              <a:rPr sz="3600" b="0" i="0">
                <a:solidFill>
                  <a:srgbClr val="76B900"/>
                </a:solidFill>
                <a:latin typeface="Consolas"/>
              </a:rPr>
              <a:t>     $9,807, and $9,791 to counter-</a:t>
            </a:r>
          </a:p>
          <a:p>
            <a:pPr algn="l"/>
            <a:r>
              <a:rPr sz="3600" b="0" i="0">
                <a:solidFill>
                  <a:srgbClr val="76B900"/>
                </a:solidFill>
                <a:latin typeface="Consolas"/>
              </a:rPr>
              <a:t>     party AC501879, totaling $29,391.</a:t>
            </a:r>
          </a:p>
          <a:p>
            <a:pPr algn="l"/>
            <a:r>
              <a:rPr sz="3600" b="0" i="0">
                <a:solidFill>
                  <a:srgbClr val="76B900"/>
                </a:solidFill>
                <a:latin typeface="Consolas"/>
              </a:rPr>
              <a:t>     ... consistent with structuring</a:t>
            </a:r>
          </a:p>
          <a:p>
            <a:pPr algn="l"/>
            <a:r>
              <a:rPr sz="3600" b="0" i="0">
                <a:solidFill>
                  <a:srgbClr val="76B900"/>
                </a:solidFill>
                <a:latin typeface="Consolas"/>
              </a:rPr>
              <a:t>     under 31 U.S.C. § 5324(a)(3)."</a:t>
            </a:r>
          </a:p>
          <a:p>
            <a:pPr algn="l"/>
            <a:r>
              <a:rPr sz="3600" b="0" i="0">
                <a:solidFill>
                  <a:srgbClr val="76B900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9574" y="19633768"/>
            <a:ext cx="6503213" cy="446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>
                <a:solidFill>
                  <a:srgbClr val="000000"/>
                </a:solidFill>
                <a:latin typeface="NVIDIA Sans Medium"/>
              </a:rPr>
              <a:t>NVIDIA CONFIDENTIAL. DO NOT DISTRIBUTE.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1097280"/>
            <a:ext cx="33649920" cy="23774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7200" b="1" i="0">
                <a:solidFill>
                  <a:srgbClr val="000000"/>
                </a:solidFill>
                <a:latin typeface="NVIDIA Sans Medium"/>
              </a:rPr>
              <a:t>Why a Custom-Trained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474720"/>
            <a:ext cx="33649920" cy="12801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400" b="0" i="1">
                <a:solidFill>
                  <a:srgbClr val="5E5E5E"/>
                </a:solidFill>
                <a:latin typeface="NVIDIA Sans"/>
              </a:rPr>
              <a:t>Base LLM ≠ a regulator-grade AML investigator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4901184"/>
            <a:ext cx="2194560" cy="10972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011680" y="5669280"/>
            <a:ext cx="9144000" cy="14630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400" b="1" i="0">
                <a:solidFill>
                  <a:srgbClr val="000000"/>
                </a:solidFill>
                <a:latin typeface="NVIDIA Sans Medium"/>
              </a:rPr>
              <a:t>Requirement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0" y="5669280"/>
            <a:ext cx="11338560" cy="14630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400" b="1" i="0">
                <a:solidFill>
                  <a:srgbClr val="890C58"/>
                </a:solidFill>
                <a:latin typeface="NVIDIA Sans Medium"/>
              </a:rPr>
              <a:t>Base LLM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0" y="5669280"/>
            <a:ext cx="10607040" cy="14630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400" b="1" i="0">
                <a:solidFill>
                  <a:srgbClr val="76B900"/>
                </a:solidFill>
                <a:latin typeface="NVIDIA Sans Medium"/>
              </a:rPr>
              <a:t>Custom (ours)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11680" y="7315200"/>
            <a:ext cx="9509760" cy="219456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1270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560320" y="7315200"/>
            <a:ext cx="8778240" cy="21945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400" b="1" i="0">
                <a:solidFill>
                  <a:srgbClr val="76B900"/>
                </a:solidFill>
                <a:latin typeface="NVIDIA Sans Medium"/>
              </a:rPr>
              <a:t>Grounding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0" y="7315200"/>
            <a:ext cx="11338560" cy="21945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3600" b="0" i="0">
                <a:solidFill>
                  <a:srgbClr val="890C58"/>
                </a:solidFill>
                <a:latin typeface="NVIDIA Sans"/>
              </a:rPr>
              <a:t>Hallucinates plausible-sounding amounts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0" y="7315200"/>
            <a:ext cx="10607040" cy="21945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3600" b="0" i="0">
                <a:solidFill>
                  <a:srgbClr val="76B900"/>
                </a:solidFill>
                <a:latin typeface="NVIDIA Sans Medium"/>
              </a:rPr>
              <a:t>Trained to refuse non-grounded claims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11680" y="9875520"/>
            <a:ext cx="9509760" cy="219456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12700">
            <a:solidFill>
              <a:srgbClr val="0085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560320" y="9875520"/>
            <a:ext cx="8778240" cy="21945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400" b="1" i="0">
                <a:solidFill>
                  <a:srgbClr val="008564"/>
                </a:solidFill>
                <a:latin typeface="NVIDIA Sans Medium"/>
              </a:rPr>
              <a:t>Tone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0" y="9875520"/>
            <a:ext cx="11338560" cy="21945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3600" b="0" i="0">
                <a:solidFill>
                  <a:srgbClr val="890C58"/>
                </a:solidFill>
                <a:latin typeface="NVIDIA Sans"/>
              </a:rPr>
              <a:t>Slips into casual or absolute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0" y="9875520"/>
            <a:ext cx="10607040" cy="21945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3600" b="0" i="0">
                <a:solidFill>
                  <a:srgbClr val="76B900"/>
                </a:solidFill>
                <a:latin typeface="NVIDIA Sans Medium"/>
              </a:rPr>
              <a:t>Adversarial denylist for "definitely", "obviously"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11680" y="12435840"/>
            <a:ext cx="9509760" cy="219456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12700">
            <a:solidFill>
              <a:srgbClr val="5D16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560320" y="12435840"/>
            <a:ext cx="8778240" cy="21945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400" b="1" i="0">
                <a:solidFill>
                  <a:srgbClr val="5D1682"/>
                </a:solidFill>
                <a:latin typeface="NVIDIA Sans Medium"/>
              </a:rPr>
              <a:t>Format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04320" y="12435840"/>
            <a:ext cx="11338560" cy="21945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3600" b="0" i="0">
                <a:solidFill>
                  <a:srgbClr val="890C58"/>
                </a:solidFill>
                <a:latin typeface="NVIDIA Sans"/>
              </a:rPr>
              <a:t>Inconsistent — needs format-checking layers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0" y="12435840"/>
            <a:ext cx="10607040" cy="21945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3600" b="0" i="0">
                <a:solidFill>
                  <a:srgbClr val="76B900"/>
                </a:solidFill>
                <a:latin typeface="NVIDIA Sans Medium"/>
              </a:rPr>
              <a:t>Structured output enforced by training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11680" y="14996160"/>
            <a:ext cx="9509760" cy="219456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12700">
            <a:solidFill>
              <a:srgbClr val="0071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560320" y="14996160"/>
            <a:ext cx="8778240" cy="21945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400" b="1" i="0">
                <a:solidFill>
                  <a:srgbClr val="0071C5"/>
                </a:solidFill>
                <a:latin typeface="NVIDIA Sans Medium"/>
              </a:rPr>
              <a:t>Adversarial robustness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04320" y="14996160"/>
            <a:ext cx="11338560" cy="21945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3600" b="0" i="0">
                <a:solidFill>
                  <a:srgbClr val="890C58"/>
                </a:solidFill>
                <a:latin typeface="NVIDIA Sans"/>
              </a:rPr>
              <a:t>Follows the loudest aux signal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74400" y="14996160"/>
            <a:ext cx="10607040" cy="21945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3600" b="0" i="0">
                <a:solidFill>
                  <a:srgbClr val="76B900"/>
                </a:solidFill>
                <a:latin typeface="NVIDIA Sans Medium"/>
              </a:rPr>
              <a:t>Trained on adversarial_aux records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63040" y="1097280"/>
            <a:ext cx="33649920" cy="23774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7200" b="1" i="0">
                <a:solidFill>
                  <a:srgbClr val="000000"/>
                </a:solidFill>
                <a:latin typeface="NVIDIA Sans Medium"/>
              </a:rPr>
              <a:t>The 9-Phase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3474720"/>
            <a:ext cx="33649920" cy="12801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400" b="0" i="1">
                <a:solidFill>
                  <a:srgbClr val="5E5E5E"/>
                </a:solidFill>
                <a:latin typeface="NVIDIA Sans"/>
              </a:rPr>
              <a:t>How we went from raw data to a production-shaped agent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1463040" y="4901184"/>
            <a:ext cx="2194560" cy="10972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97280" y="6583680"/>
            <a:ext cx="3438144" cy="8778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2084832" y="7132320"/>
            <a:ext cx="1463040" cy="1463040"/>
          </a:xfrm>
          <a:prstGeom prst="ellipse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084832" y="7132320"/>
            <a:ext cx="1463040" cy="14630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  <a:latin typeface="NVIDIA Sans Medium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8" y="8961120"/>
            <a:ext cx="3218688" cy="14630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3200" b="1" i="0">
                <a:solidFill>
                  <a:srgbClr val="000000"/>
                </a:solidFill>
                <a:latin typeface="Consolas"/>
              </a:rPr>
              <a:t>data_download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0607040"/>
            <a:ext cx="3072384" cy="256032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3200" b="0" i="0">
                <a:solidFill>
                  <a:srgbClr val="5E5E5E"/>
                </a:solidFill>
                <a:latin typeface="NVIDIA Sans"/>
              </a:rPr>
              <a:t>raw acquisition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3167360"/>
            <a:ext cx="3072384" cy="14630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2800" b="0" i="1">
                <a:solidFill>
                  <a:srgbClr val="76B900"/>
                </a:solidFill>
                <a:latin typeface="NVIDIA Sans"/>
              </a:rPr>
              <a:t>~300 GB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556912" y="10241280"/>
            <a:ext cx="386792" cy="914400"/>
          </a:xfrm>
          <a:prstGeom prst="rightArrow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965192" y="6583680"/>
            <a:ext cx="3438144" cy="8778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952744" y="7132320"/>
            <a:ext cx="1463040" cy="1463040"/>
          </a:xfrm>
          <a:prstGeom prst="ellipse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52744" y="7132320"/>
            <a:ext cx="1463040" cy="14630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  <a:latin typeface="NVIDIA Sans Medium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8961120"/>
            <a:ext cx="3218688" cy="14630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3200" b="1" i="0">
                <a:solidFill>
                  <a:srgbClr val="000000"/>
                </a:solidFill>
                <a:latin typeface="Consolas"/>
              </a:rPr>
              <a:t>data_processing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48072" y="10607040"/>
            <a:ext cx="3072384" cy="256032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3200" b="0" i="0">
                <a:solidFill>
                  <a:srgbClr val="5E5E5E"/>
                </a:solidFill>
                <a:latin typeface="NVIDIA Sans"/>
              </a:rPr>
              <a:t>clean + tokenize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8072" y="13167360"/>
            <a:ext cx="3072384" cy="14630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2800" b="0" i="1">
                <a:solidFill>
                  <a:srgbClr val="76B900"/>
                </a:solidFill>
                <a:latin typeface="NVIDIA Sans"/>
              </a:rPr>
              <a:t>JSONL + stats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424824" y="10241280"/>
            <a:ext cx="386792" cy="914400"/>
          </a:xfrm>
          <a:prstGeom prst="rightArrow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833104" y="6583680"/>
            <a:ext cx="3438144" cy="8778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820656" y="7132320"/>
            <a:ext cx="1463040" cy="1463040"/>
          </a:xfrm>
          <a:prstGeom prst="ellipse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820656" y="7132320"/>
            <a:ext cx="1463040" cy="14630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  <a:latin typeface="NVIDIA Sans Medium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42832" y="8961120"/>
            <a:ext cx="3218688" cy="14630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3200" b="1" i="0">
                <a:solidFill>
                  <a:srgbClr val="000000"/>
                </a:solidFill>
                <a:latin typeface="Consolas"/>
              </a:rPr>
              <a:t>cpt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15984" y="10607040"/>
            <a:ext cx="3072384" cy="256032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3200" b="0" i="0">
                <a:solidFill>
                  <a:srgbClr val="5E5E5E"/>
                </a:solidFill>
                <a:latin typeface="NVIDIA Sans"/>
              </a:rPr>
              <a:t>continued pre-training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15984" y="13167360"/>
            <a:ext cx="3072384" cy="14630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2800" b="0" i="1">
                <a:solidFill>
                  <a:srgbClr val="76B900"/>
                </a:solidFill>
                <a:latin typeface="NVIDIA Sans"/>
              </a:rPr>
              <a:t>Nemotron-3-Nano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12292736" y="10241280"/>
            <a:ext cx="386792" cy="914400"/>
          </a:xfrm>
          <a:prstGeom prst="rightArrow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2701016" y="6583680"/>
            <a:ext cx="3438144" cy="8778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3688568" y="7132320"/>
            <a:ext cx="1463040" cy="1463040"/>
          </a:xfrm>
          <a:prstGeom prst="ellipse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3688568" y="7132320"/>
            <a:ext cx="1463040" cy="14630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  <a:latin typeface="NVIDIA Sans Medium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10744" y="8961120"/>
            <a:ext cx="3218688" cy="14630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3200" b="1" i="0">
                <a:solidFill>
                  <a:srgbClr val="000000"/>
                </a:solidFill>
                <a:latin typeface="Consolas"/>
              </a:rPr>
              <a:t>sdg_sft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83896" y="10607040"/>
            <a:ext cx="3072384" cy="256032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3200" b="0" i="0">
                <a:solidFill>
                  <a:srgbClr val="5E5E5E"/>
                </a:solidFill>
                <a:latin typeface="NVIDIA Sans"/>
              </a:rPr>
              <a:t>synthetic SFT corpus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83896" y="13167360"/>
            <a:ext cx="3072384" cy="14630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2800" b="0" i="1">
                <a:solidFill>
                  <a:srgbClr val="76B900"/>
                </a:solidFill>
                <a:latin typeface="NVIDIA Sans"/>
              </a:rPr>
              <a:t>~75K records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16160648" y="10241280"/>
            <a:ext cx="386792" cy="914400"/>
          </a:xfrm>
          <a:prstGeom prst="rightArrow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16568928" y="6583680"/>
            <a:ext cx="3438144" cy="8778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7556480" y="7132320"/>
            <a:ext cx="1463040" cy="1463040"/>
          </a:xfrm>
          <a:prstGeom prst="ellipse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7556480" y="7132320"/>
            <a:ext cx="1463040" cy="14630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  <a:latin typeface="NVIDIA Sans Medium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678656" y="8961120"/>
            <a:ext cx="3218688" cy="14630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3200" b="1" i="0">
                <a:solidFill>
                  <a:srgbClr val="000000"/>
                </a:solidFill>
                <a:latin typeface="Consolas"/>
              </a:rPr>
              <a:t>run_sft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751808" y="10607040"/>
            <a:ext cx="3072384" cy="256032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3200" b="0" i="0">
                <a:solidFill>
                  <a:srgbClr val="5E5E5E"/>
                </a:solidFill>
                <a:latin typeface="NVIDIA Sans"/>
              </a:rPr>
              <a:t>supervised fine-tuning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751808" y="13167360"/>
            <a:ext cx="3072384" cy="14630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2800" b="0" i="1">
                <a:solidFill>
                  <a:srgbClr val="76B900"/>
                </a:solidFill>
                <a:latin typeface="NVIDIA Sans"/>
              </a:rPr>
              <a:t>8× A100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20028560" y="10241280"/>
            <a:ext cx="386792" cy="914400"/>
          </a:xfrm>
          <a:prstGeom prst="rightArrow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20436840" y="6583680"/>
            <a:ext cx="3438144" cy="8778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21424392" y="7132320"/>
            <a:ext cx="1463040" cy="1463040"/>
          </a:xfrm>
          <a:prstGeom prst="ellipse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1424392" y="7132320"/>
            <a:ext cx="1463040" cy="14630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  <a:latin typeface="NVIDIA Sans Medium"/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546568" y="8961120"/>
            <a:ext cx="3218688" cy="14630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3200" b="1" i="0">
                <a:solidFill>
                  <a:srgbClr val="000000"/>
                </a:solidFill>
                <a:latin typeface="Consolas"/>
              </a:rPr>
              <a:t>sdg_rl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619720" y="10607040"/>
            <a:ext cx="3072384" cy="256032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3200" b="0" i="0">
                <a:solidFill>
                  <a:srgbClr val="5E5E5E"/>
                </a:solidFill>
                <a:latin typeface="NVIDIA Sans"/>
              </a:rPr>
              <a:t>preference pair corpus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619720" y="13167360"/>
            <a:ext cx="3072384" cy="14630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2800" b="0" i="1">
                <a:solidFill>
                  <a:srgbClr val="76B900"/>
                </a:solidFill>
                <a:latin typeface="NVIDIA Sans"/>
              </a:rPr>
              <a:t>~15K pairs</a:t>
            </a:r>
          </a:p>
        </p:txBody>
      </p:sp>
      <p:sp>
        <p:nvSpPr>
          <p:cNvPr id="46" name="Right Arrow 45"/>
          <p:cNvSpPr/>
          <p:nvPr/>
        </p:nvSpPr>
        <p:spPr>
          <a:xfrm>
            <a:off x="23896472" y="10241280"/>
            <a:ext cx="386792" cy="914400"/>
          </a:xfrm>
          <a:prstGeom prst="rightArrow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24304752" y="6583680"/>
            <a:ext cx="3438144" cy="8778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25292304" y="7132320"/>
            <a:ext cx="1463040" cy="1463040"/>
          </a:xfrm>
          <a:prstGeom prst="ellipse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5292304" y="7132320"/>
            <a:ext cx="1463040" cy="14630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  <a:latin typeface="NVIDIA Sans Medium"/>
              </a:rPr>
              <a:t>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4414480" y="8961120"/>
            <a:ext cx="3218688" cy="14630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3200" b="1" i="0">
                <a:solidFill>
                  <a:srgbClr val="000000"/>
                </a:solidFill>
                <a:latin typeface="Consolas"/>
              </a:rPr>
              <a:t>run_rl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4487632" y="10607040"/>
            <a:ext cx="3072384" cy="256032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3200" b="0" i="0">
                <a:solidFill>
                  <a:srgbClr val="5E5E5E"/>
                </a:solidFill>
                <a:latin typeface="NVIDIA Sans"/>
              </a:rPr>
              <a:t>DPO post-training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4487632" y="13167360"/>
            <a:ext cx="3072384" cy="14630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2800" b="0" i="1">
                <a:solidFill>
                  <a:srgbClr val="76B900"/>
                </a:solidFill>
                <a:latin typeface="NVIDIA Sans"/>
              </a:rPr>
              <a:t>8× A100</a:t>
            </a:r>
          </a:p>
        </p:txBody>
      </p:sp>
      <p:sp>
        <p:nvSpPr>
          <p:cNvPr id="53" name="Right Arrow 52"/>
          <p:cNvSpPr/>
          <p:nvPr/>
        </p:nvSpPr>
        <p:spPr>
          <a:xfrm>
            <a:off x="27764384" y="10241280"/>
            <a:ext cx="386792" cy="914400"/>
          </a:xfrm>
          <a:prstGeom prst="rightArrow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28172664" y="6583680"/>
            <a:ext cx="3438144" cy="8778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29160216" y="7132320"/>
            <a:ext cx="1463040" cy="1463040"/>
          </a:xfrm>
          <a:prstGeom prst="ellipse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29160216" y="7132320"/>
            <a:ext cx="1463040" cy="14630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  <a:latin typeface="NVIDIA Sans Medium"/>
              </a:rPr>
              <a:t>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8282392" y="8961120"/>
            <a:ext cx="3218688" cy="14630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3200" b="1" i="0">
                <a:solidFill>
                  <a:srgbClr val="000000"/>
                </a:solidFill>
                <a:latin typeface="Consolas"/>
              </a:rPr>
              <a:t>deployment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8355544" y="10607040"/>
            <a:ext cx="3072384" cy="256032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3200" b="0" i="0">
                <a:solidFill>
                  <a:srgbClr val="5E5E5E"/>
                </a:solidFill>
                <a:latin typeface="NVIDIA Sans"/>
              </a:rPr>
              <a:t>custom + base NIM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8355544" y="13167360"/>
            <a:ext cx="3072384" cy="14630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2800" b="0" i="1">
                <a:solidFill>
                  <a:srgbClr val="76B900"/>
                </a:solidFill>
                <a:latin typeface="NVIDIA Sans"/>
              </a:rPr>
              <a:t>two endpoints</a:t>
            </a:r>
          </a:p>
        </p:txBody>
      </p:sp>
      <p:sp>
        <p:nvSpPr>
          <p:cNvPr id="60" name="Right Arrow 59"/>
          <p:cNvSpPr/>
          <p:nvPr/>
        </p:nvSpPr>
        <p:spPr>
          <a:xfrm>
            <a:off x="31632296" y="10241280"/>
            <a:ext cx="386792" cy="914400"/>
          </a:xfrm>
          <a:prstGeom prst="rightArrow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32040576" y="6583680"/>
            <a:ext cx="3438144" cy="8778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33028128" y="7132320"/>
            <a:ext cx="1463040" cy="1463040"/>
          </a:xfrm>
          <a:prstGeom prst="ellipse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33028128" y="7132320"/>
            <a:ext cx="1463040" cy="14630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  <a:latin typeface="NVIDIA Sans Medium"/>
              </a:rPr>
              <a:t>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2150304" y="8961120"/>
            <a:ext cx="3218688" cy="14630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3200" b="1" i="0">
                <a:solidFill>
                  <a:srgbClr val="000000"/>
                </a:solidFill>
                <a:latin typeface="Consolas"/>
              </a:rPr>
              <a:t>appln_buildout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2223456" y="10607040"/>
            <a:ext cx="3072384" cy="256032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3200" b="0" i="0">
                <a:solidFill>
                  <a:srgbClr val="5E5E5E"/>
                </a:solidFill>
                <a:latin typeface="NVIDIA Sans"/>
              </a:rPr>
              <a:t>NAT agent + frontend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2223456" y="13167360"/>
            <a:ext cx="3072384" cy="14630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2800" b="0" i="1">
                <a:solidFill>
                  <a:srgbClr val="76B900"/>
                </a:solidFill>
                <a:latin typeface="NVIDIA Sans"/>
              </a:rPr>
              <a:t>REST API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C1572-7586-0AEE-E626-E1AC47462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5606EEF-1052-9AF9-C9C6-2B1A5A040143}"/>
              </a:ext>
            </a:extLst>
          </p:cNvPr>
          <p:cNvSpPr/>
          <p:nvPr/>
        </p:nvSpPr>
        <p:spPr>
          <a:xfrm>
            <a:off x="306978" y="3703321"/>
            <a:ext cx="2194560" cy="10972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A0A36A8-DEEF-6468-767D-C6A1FA4F9301}"/>
              </a:ext>
            </a:extLst>
          </p:cNvPr>
          <p:cNvSpPr txBox="1"/>
          <p:nvPr/>
        </p:nvSpPr>
        <p:spPr>
          <a:xfrm>
            <a:off x="306978" y="896112"/>
            <a:ext cx="33649920" cy="23774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7200" b="1" i="0" dirty="0">
                <a:solidFill>
                  <a:srgbClr val="000000"/>
                </a:solidFill>
                <a:latin typeface="NVIDIA Sans Medium"/>
              </a:rPr>
              <a:t>Phase → NVIDIA Service Mapping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C3CBC45-AA3D-399F-5CB3-79AA01D46799}"/>
              </a:ext>
            </a:extLst>
          </p:cNvPr>
          <p:cNvSpPr txBox="1"/>
          <p:nvPr/>
        </p:nvSpPr>
        <p:spPr>
          <a:xfrm>
            <a:off x="672738" y="4297682"/>
            <a:ext cx="4754880" cy="14630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400" b="1" i="0" dirty="0">
                <a:solidFill>
                  <a:srgbClr val="000000"/>
                </a:solidFill>
                <a:latin typeface="NVIDIA Sans Medium"/>
              </a:rPr>
              <a:t>Phase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4445887-2DC2-629A-4B4E-026E15D6E8DF}"/>
              </a:ext>
            </a:extLst>
          </p:cNvPr>
          <p:cNvSpPr txBox="1"/>
          <p:nvPr/>
        </p:nvSpPr>
        <p:spPr>
          <a:xfrm>
            <a:off x="5976258" y="4670452"/>
            <a:ext cx="10241280" cy="717499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lang="en-US" sz="4400" b="1" i="0" dirty="0">
                <a:solidFill>
                  <a:srgbClr val="000000"/>
                </a:solidFill>
                <a:latin typeface="NVIDIA Sans Medium"/>
              </a:rPr>
              <a:t>Process</a:t>
            </a:r>
            <a:endParaRPr sz="4400" b="1" i="0" dirty="0">
              <a:solidFill>
                <a:srgbClr val="000000"/>
              </a:solidFill>
              <a:latin typeface="NVIDIA Sans Medium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E3A21D5-52F6-8131-DB18-2D29C3FCEC8A}"/>
              </a:ext>
            </a:extLst>
          </p:cNvPr>
          <p:cNvSpPr txBox="1"/>
          <p:nvPr/>
        </p:nvSpPr>
        <p:spPr>
          <a:xfrm>
            <a:off x="16949058" y="4297682"/>
            <a:ext cx="16459200" cy="14630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400" b="1" i="0">
                <a:solidFill>
                  <a:srgbClr val="000000"/>
                </a:solidFill>
                <a:latin typeface="NVIDIA Sans Medium"/>
              </a:rPr>
              <a:t>NVIDIA service that powers it</a:t>
            </a:r>
          </a:p>
        </p:txBody>
      </p: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31601DDD-D5F0-D06D-6ACE-7F10957C779C}"/>
              </a:ext>
            </a:extLst>
          </p:cNvPr>
          <p:cNvSpPr/>
          <p:nvPr/>
        </p:nvSpPr>
        <p:spPr>
          <a:xfrm>
            <a:off x="672738" y="5943602"/>
            <a:ext cx="32918400" cy="1170432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6350">
            <a:solidFill>
              <a:srgbClr val="CDCD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8F166B2-93A0-C01D-7651-EFAD2B884500}"/>
              </a:ext>
            </a:extLst>
          </p:cNvPr>
          <p:cNvSpPr txBox="1"/>
          <p:nvPr/>
        </p:nvSpPr>
        <p:spPr>
          <a:xfrm>
            <a:off x="1221378" y="5943602"/>
            <a:ext cx="4754880" cy="1170432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000" b="1" i="0">
                <a:solidFill>
                  <a:srgbClr val="CDCDCD"/>
                </a:solidFill>
                <a:latin typeface="NVIDIA Sans Medium"/>
              </a:rPr>
              <a:t>Phase 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083AF72-AD58-C252-4C91-37E922D7D676}"/>
              </a:ext>
            </a:extLst>
          </p:cNvPr>
          <p:cNvSpPr txBox="1"/>
          <p:nvPr/>
        </p:nvSpPr>
        <p:spPr>
          <a:xfrm>
            <a:off x="5976258" y="5943602"/>
            <a:ext cx="10241280" cy="1170432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Consolas"/>
              </a:rPr>
              <a:t>data_download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A51AC5A-D8FE-4571-9E19-F8995A717655}"/>
              </a:ext>
            </a:extLst>
          </p:cNvPr>
          <p:cNvSpPr txBox="1"/>
          <p:nvPr/>
        </p:nvSpPr>
        <p:spPr>
          <a:xfrm>
            <a:off x="16949058" y="5943602"/>
            <a:ext cx="16459200" cy="1170432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000" b="0" i="0">
                <a:solidFill>
                  <a:srgbClr val="5E5E5E"/>
                </a:solidFill>
                <a:latin typeface="NVIDIA Sans Medium"/>
              </a:rPr>
              <a:t>—</a:t>
            </a:r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943C6D79-BF49-D334-4A6D-569DF2072EE8}"/>
              </a:ext>
            </a:extLst>
          </p:cNvPr>
          <p:cNvSpPr/>
          <p:nvPr/>
        </p:nvSpPr>
        <p:spPr>
          <a:xfrm>
            <a:off x="672738" y="7260338"/>
            <a:ext cx="32918400" cy="11704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C005FAB-B6A1-0A62-86E7-C3B836894F9F}"/>
              </a:ext>
            </a:extLst>
          </p:cNvPr>
          <p:cNvSpPr txBox="1"/>
          <p:nvPr/>
        </p:nvSpPr>
        <p:spPr>
          <a:xfrm>
            <a:off x="1221378" y="7260338"/>
            <a:ext cx="4754880" cy="1170432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000" b="1" i="0">
                <a:solidFill>
                  <a:srgbClr val="76B900"/>
                </a:solidFill>
                <a:latin typeface="NVIDIA Sans Medium"/>
              </a:rPr>
              <a:t>Phase 2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4522226-7AB8-622B-B59B-C40EDC98A33B}"/>
              </a:ext>
            </a:extLst>
          </p:cNvPr>
          <p:cNvSpPr txBox="1"/>
          <p:nvPr/>
        </p:nvSpPr>
        <p:spPr>
          <a:xfrm>
            <a:off x="5976258" y="7260338"/>
            <a:ext cx="10241280" cy="1170432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Consolas"/>
              </a:rPr>
              <a:t>data_processing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77DB1E0-1D43-D026-8A5E-5BC3D28416B0}"/>
              </a:ext>
            </a:extLst>
          </p:cNvPr>
          <p:cNvSpPr txBox="1"/>
          <p:nvPr/>
        </p:nvSpPr>
        <p:spPr>
          <a:xfrm>
            <a:off x="16949058" y="7260338"/>
            <a:ext cx="16459200" cy="1170432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000" b="1" i="0">
                <a:solidFill>
                  <a:srgbClr val="76B900"/>
                </a:solidFill>
                <a:latin typeface="NVIDIA Sans Medium"/>
              </a:rPr>
              <a:t>NeMo Curator</a:t>
            </a:r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A89AC0D0-DCB1-E0E8-AFD3-BE6F9B5C9D72}"/>
              </a:ext>
            </a:extLst>
          </p:cNvPr>
          <p:cNvSpPr/>
          <p:nvPr/>
        </p:nvSpPr>
        <p:spPr>
          <a:xfrm>
            <a:off x="672738" y="8577074"/>
            <a:ext cx="32918400" cy="1170432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635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8F6612A-0B70-761A-C13A-6E8F9AD0ED86}"/>
              </a:ext>
            </a:extLst>
          </p:cNvPr>
          <p:cNvSpPr txBox="1"/>
          <p:nvPr/>
        </p:nvSpPr>
        <p:spPr>
          <a:xfrm>
            <a:off x="1221378" y="8577074"/>
            <a:ext cx="4754880" cy="1170432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000" b="1" i="0">
                <a:solidFill>
                  <a:srgbClr val="76B900"/>
                </a:solidFill>
                <a:latin typeface="NVIDIA Sans Medium"/>
              </a:rPr>
              <a:t>Phase 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1461F5E-ED1B-0117-0999-652DA9F9D33E}"/>
              </a:ext>
            </a:extLst>
          </p:cNvPr>
          <p:cNvSpPr txBox="1"/>
          <p:nvPr/>
        </p:nvSpPr>
        <p:spPr>
          <a:xfrm>
            <a:off x="5976258" y="8577074"/>
            <a:ext cx="10241280" cy="1170432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Consolas"/>
              </a:rPr>
              <a:t>cpt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A00FC23-AFC3-E593-B385-2702FC9241F6}"/>
              </a:ext>
            </a:extLst>
          </p:cNvPr>
          <p:cNvSpPr txBox="1"/>
          <p:nvPr/>
        </p:nvSpPr>
        <p:spPr>
          <a:xfrm>
            <a:off x="16949058" y="8577074"/>
            <a:ext cx="16459200" cy="1170432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000" b="1" i="0">
                <a:solidFill>
                  <a:srgbClr val="76B900"/>
                </a:solidFill>
                <a:latin typeface="NVIDIA Sans Medium"/>
              </a:rPr>
              <a:t>NeMo Framework (AutoModel / Megatron-Bridge)</a:t>
            </a:r>
          </a:p>
        </p:txBody>
      </p:sp>
      <p:sp>
        <p:nvSpPr>
          <p:cNvPr id="83" name="Rounded Rectangle 82">
            <a:extLst>
              <a:ext uri="{FF2B5EF4-FFF2-40B4-BE49-F238E27FC236}">
                <a16:creationId xmlns:a16="http://schemas.microsoft.com/office/drawing/2014/main" id="{FA942BA9-AE6F-C0AD-70AB-98D15E4ACF08}"/>
              </a:ext>
            </a:extLst>
          </p:cNvPr>
          <p:cNvSpPr/>
          <p:nvPr/>
        </p:nvSpPr>
        <p:spPr>
          <a:xfrm>
            <a:off x="672738" y="9893810"/>
            <a:ext cx="32918400" cy="11704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8E8EC99-5D48-30FA-1907-6EC1137E0613}"/>
              </a:ext>
            </a:extLst>
          </p:cNvPr>
          <p:cNvSpPr txBox="1"/>
          <p:nvPr/>
        </p:nvSpPr>
        <p:spPr>
          <a:xfrm>
            <a:off x="1221378" y="9893810"/>
            <a:ext cx="4754880" cy="1170432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000" b="1" i="0">
                <a:solidFill>
                  <a:srgbClr val="76B900"/>
                </a:solidFill>
                <a:latin typeface="NVIDIA Sans Medium"/>
              </a:rPr>
              <a:t>Phase 4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CFD7AED-02CE-BBBE-BF90-BF12E7F619BA}"/>
              </a:ext>
            </a:extLst>
          </p:cNvPr>
          <p:cNvSpPr txBox="1"/>
          <p:nvPr/>
        </p:nvSpPr>
        <p:spPr>
          <a:xfrm>
            <a:off x="5976258" y="9893810"/>
            <a:ext cx="10241280" cy="1170432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Consolas"/>
              </a:rPr>
              <a:t>sdg_sft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47E502B-4BF3-6922-917B-C3954A78B571}"/>
              </a:ext>
            </a:extLst>
          </p:cNvPr>
          <p:cNvSpPr txBox="1"/>
          <p:nvPr/>
        </p:nvSpPr>
        <p:spPr>
          <a:xfrm>
            <a:off x="16949058" y="9893810"/>
            <a:ext cx="16459200" cy="1170432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000" b="1" i="0">
                <a:solidFill>
                  <a:srgbClr val="76B900"/>
                </a:solidFill>
                <a:latin typeface="NVIDIA Sans Medium"/>
              </a:rPr>
              <a:t>NeMo Data Designer + Safe Synthesizer</a:t>
            </a:r>
          </a:p>
        </p:txBody>
      </p:sp>
      <p:sp>
        <p:nvSpPr>
          <p:cNvPr id="87" name="Rounded Rectangle 86">
            <a:extLst>
              <a:ext uri="{FF2B5EF4-FFF2-40B4-BE49-F238E27FC236}">
                <a16:creationId xmlns:a16="http://schemas.microsoft.com/office/drawing/2014/main" id="{9BB18826-A5E0-A9A1-A08D-7B7F2E66200B}"/>
              </a:ext>
            </a:extLst>
          </p:cNvPr>
          <p:cNvSpPr/>
          <p:nvPr/>
        </p:nvSpPr>
        <p:spPr>
          <a:xfrm>
            <a:off x="672738" y="11210546"/>
            <a:ext cx="32918400" cy="1170432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635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475DCED-B1A5-2838-0DFD-99AC8904F616}"/>
              </a:ext>
            </a:extLst>
          </p:cNvPr>
          <p:cNvSpPr txBox="1"/>
          <p:nvPr/>
        </p:nvSpPr>
        <p:spPr>
          <a:xfrm>
            <a:off x="1221378" y="11210546"/>
            <a:ext cx="4754880" cy="1170432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000" b="1" i="0">
                <a:solidFill>
                  <a:srgbClr val="76B900"/>
                </a:solidFill>
                <a:latin typeface="NVIDIA Sans Medium"/>
              </a:rPr>
              <a:t>Phase 5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4077C400-3AB5-59F2-4238-90EA23D6D397}"/>
              </a:ext>
            </a:extLst>
          </p:cNvPr>
          <p:cNvSpPr txBox="1"/>
          <p:nvPr/>
        </p:nvSpPr>
        <p:spPr>
          <a:xfrm>
            <a:off x="5976258" y="11210546"/>
            <a:ext cx="10241280" cy="1170432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Consolas"/>
              </a:rPr>
              <a:t>run_sft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8344428-037A-2809-8C57-9FF3B669EE54}"/>
              </a:ext>
            </a:extLst>
          </p:cNvPr>
          <p:cNvSpPr txBox="1"/>
          <p:nvPr/>
        </p:nvSpPr>
        <p:spPr>
          <a:xfrm>
            <a:off x="16949058" y="11210546"/>
            <a:ext cx="16459200" cy="1170432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000" b="1" i="0">
                <a:solidFill>
                  <a:srgbClr val="76B900"/>
                </a:solidFill>
                <a:latin typeface="NVIDIA Sans Medium"/>
              </a:rPr>
              <a:t>NeMo Framework (SFT)</a:t>
            </a:r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9103F94F-3B04-BC99-9236-74CAFD625C77}"/>
              </a:ext>
            </a:extLst>
          </p:cNvPr>
          <p:cNvSpPr/>
          <p:nvPr/>
        </p:nvSpPr>
        <p:spPr>
          <a:xfrm>
            <a:off x="672738" y="12527282"/>
            <a:ext cx="32918400" cy="11704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D76C017C-6CA2-96C1-ECDB-BFB2BDA67C31}"/>
              </a:ext>
            </a:extLst>
          </p:cNvPr>
          <p:cNvSpPr txBox="1"/>
          <p:nvPr/>
        </p:nvSpPr>
        <p:spPr>
          <a:xfrm>
            <a:off x="1221378" y="12527282"/>
            <a:ext cx="4754880" cy="1170432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000" b="1" i="0">
                <a:solidFill>
                  <a:srgbClr val="76B900"/>
                </a:solidFill>
                <a:latin typeface="NVIDIA Sans Medium"/>
              </a:rPr>
              <a:t>Phase 6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6E5DB47C-2427-3FEA-948B-C92675543582}"/>
              </a:ext>
            </a:extLst>
          </p:cNvPr>
          <p:cNvSpPr txBox="1"/>
          <p:nvPr/>
        </p:nvSpPr>
        <p:spPr>
          <a:xfrm>
            <a:off x="5976258" y="12527282"/>
            <a:ext cx="10241280" cy="1170432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Consolas"/>
              </a:rPr>
              <a:t>sdg_rl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6E037776-469A-62B3-5FD5-404D341A7468}"/>
              </a:ext>
            </a:extLst>
          </p:cNvPr>
          <p:cNvSpPr txBox="1"/>
          <p:nvPr/>
        </p:nvSpPr>
        <p:spPr>
          <a:xfrm>
            <a:off x="16949058" y="12527282"/>
            <a:ext cx="16459200" cy="1170432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000" b="1" i="0">
                <a:solidFill>
                  <a:srgbClr val="76B900"/>
                </a:solidFill>
                <a:latin typeface="NVIDIA Sans Medium"/>
              </a:rPr>
              <a:t>NeMo Data Designer (preference pairs)</a:t>
            </a:r>
          </a:p>
        </p:txBody>
      </p:sp>
      <p:sp>
        <p:nvSpPr>
          <p:cNvPr id="95" name="Rounded Rectangle 94">
            <a:extLst>
              <a:ext uri="{FF2B5EF4-FFF2-40B4-BE49-F238E27FC236}">
                <a16:creationId xmlns:a16="http://schemas.microsoft.com/office/drawing/2014/main" id="{4F27B65A-E415-1D4B-0130-CC0E463B8B45}"/>
              </a:ext>
            </a:extLst>
          </p:cNvPr>
          <p:cNvSpPr/>
          <p:nvPr/>
        </p:nvSpPr>
        <p:spPr>
          <a:xfrm>
            <a:off x="672738" y="13844018"/>
            <a:ext cx="32918400" cy="1170432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635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9C3C7577-AA44-49EA-DD26-ACA8CD9D0204}"/>
              </a:ext>
            </a:extLst>
          </p:cNvPr>
          <p:cNvSpPr txBox="1"/>
          <p:nvPr/>
        </p:nvSpPr>
        <p:spPr>
          <a:xfrm>
            <a:off x="1221378" y="13844018"/>
            <a:ext cx="4754880" cy="1170432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000" b="1" i="0">
                <a:solidFill>
                  <a:srgbClr val="76B900"/>
                </a:solidFill>
                <a:latin typeface="NVIDIA Sans Medium"/>
              </a:rPr>
              <a:t>Phase 7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FDE929CD-7411-507F-2007-DA768AA7684D}"/>
              </a:ext>
            </a:extLst>
          </p:cNvPr>
          <p:cNvSpPr txBox="1"/>
          <p:nvPr/>
        </p:nvSpPr>
        <p:spPr>
          <a:xfrm>
            <a:off x="5976258" y="13844018"/>
            <a:ext cx="10241280" cy="1170432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Consolas"/>
              </a:rPr>
              <a:t>run_rl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C2EE684E-5AB2-B95B-8925-7775E036CBF6}"/>
              </a:ext>
            </a:extLst>
          </p:cNvPr>
          <p:cNvSpPr txBox="1"/>
          <p:nvPr/>
        </p:nvSpPr>
        <p:spPr>
          <a:xfrm>
            <a:off x="16949058" y="13844018"/>
            <a:ext cx="16459200" cy="1170432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000" b="1" i="0">
                <a:solidFill>
                  <a:srgbClr val="76B900"/>
                </a:solidFill>
                <a:latin typeface="NVIDIA Sans Medium"/>
              </a:rPr>
              <a:t>NeMo RL (DPO)</a:t>
            </a:r>
          </a:p>
        </p:txBody>
      </p:sp>
      <p:sp>
        <p:nvSpPr>
          <p:cNvPr id="99" name="Rounded Rectangle 98">
            <a:extLst>
              <a:ext uri="{FF2B5EF4-FFF2-40B4-BE49-F238E27FC236}">
                <a16:creationId xmlns:a16="http://schemas.microsoft.com/office/drawing/2014/main" id="{0F231221-67C2-1854-83B5-2B3EF51F1CC1}"/>
              </a:ext>
            </a:extLst>
          </p:cNvPr>
          <p:cNvSpPr/>
          <p:nvPr/>
        </p:nvSpPr>
        <p:spPr>
          <a:xfrm>
            <a:off x="672738" y="15160754"/>
            <a:ext cx="32918400" cy="11704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55608514-A957-FA94-2336-2ECDFE5F241C}"/>
              </a:ext>
            </a:extLst>
          </p:cNvPr>
          <p:cNvSpPr txBox="1"/>
          <p:nvPr/>
        </p:nvSpPr>
        <p:spPr>
          <a:xfrm>
            <a:off x="1221378" y="15160754"/>
            <a:ext cx="4754880" cy="1170432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000" b="1" i="0">
                <a:solidFill>
                  <a:srgbClr val="76B900"/>
                </a:solidFill>
                <a:latin typeface="NVIDIA Sans Medium"/>
              </a:rPr>
              <a:t>Phase 8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58DCFA2B-5830-6FD6-F425-9CBDBC900B32}"/>
              </a:ext>
            </a:extLst>
          </p:cNvPr>
          <p:cNvSpPr txBox="1"/>
          <p:nvPr/>
        </p:nvSpPr>
        <p:spPr>
          <a:xfrm>
            <a:off x="5976258" y="15160754"/>
            <a:ext cx="10241280" cy="1170432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Consolas"/>
              </a:rPr>
              <a:t>deployment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1A0B812E-0335-3F87-14DB-21C80C04CBCC}"/>
              </a:ext>
            </a:extLst>
          </p:cNvPr>
          <p:cNvSpPr txBox="1"/>
          <p:nvPr/>
        </p:nvSpPr>
        <p:spPr>
          <a:xfrm>
            <a:off x="16949058" y="15160754"/>
            <a:ext cx="16459200" cy="1170432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000" b="1" i="0">
                <a:solidFill>
                  <a:srgbClr val="76B900"/>
                </a:solidFill>
                <a:latin typeface="NVIDIA Sans Medium"/>
              </a:rPr>
              <a:t>NVIDIA NIM (+ Dynamo for scale)</a:t>
            </a:r>
          </a:p>
        </p:txBody>
      </p:sp>
      <p:sp>
        <p:nvSpPr>
          <p:cNvPr id="103" name="Rounded Rectangle 102">
            <a:extLst>
              <a:ext uri="{FF2B5EF4-FFF2-40B4-BE49-F238E27FC236}">
                <a16:creationId xmlns:a16="http://schemas.microsoft.com/office/drawing/2014/main" id="{6C1CA895-784A-EB0D-56C9-3847C79D71C5}"/>
              </a:ext>
            </a:extLst>
          </p:cNvPr>
          <p:cNvSpPr/>
          <p:nvPr/>
        </p:nvSpPr>
        <p:spPr>
          <a:xfrm>
            <a:off x="672738" y="16477490"/>
            <a:ext cx="32918400" cy="1170432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635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5907CCFB-1AAD-E5A2-A3AC-A72310DD29F8}"/>
              </a:ext>
            </a:extLst>
          </p:cNvPr>
          <p:cNvSpPr txBox="1"/>
          <p:nvPr/>
        </p:nvSpPr>
        <p:spPr>
          <a:xfrm>
            <a:off x="1221378" y="16477490"/>
            <a:ext cx="4754880" cy="1170432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000" b="1" i="0">
                <a:solidFill>
                  <a:srgbClr val="76B900"/>
                </a:solidFill>
                <a:latin typeface="NVIDIA Sans Medium"/>
              </a:rPr>
              <a:t>Phase 9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E25EDB13-A7ED-FA10-82FD-C0EE6F0EE5BA}"/>
              </a:ext>
            </a:extLst>
          </p:cNvPr>
          <p:cNvSpPr txBox="1"/>
          <p:nvPr/>
        </p:nvSpPr>
        <p:spPr>
          <a:xfrm>
            <a:off x="5976258" y="16477490"/>
            <a:ext cx="10241280" cy="1170432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Consolas"/>
              </a:rPr>
              <a:t>appln_buildout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21D4B17D-CEA0-948B-1010-82FE023CCBFE}"/>
              </a:ext>
            </a:extLst>
          </p:cNvPr>
          <p:cNvSpPr txBox="1"/>
          <p:nvPr/>
        </p:nvSpPr>
        <p:spPr>
          <a:xfrm>
            <a:off x="16949058" y="16477490"/>
            <a:ext cx="16459200" cy="1170432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000" b="1" i="0">
                <a:solidFill>
                  <a:srgbClr val="76B900"/>
                </a:solidFill>
                <a:latin typeface="NVIDIA Sans Medium"/>
              </a:rPr>
              <a:t>NeMo Agent Toolkit (NAT) + Phoenix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CD1EC2CA-653B-341A-6D04-2209EA99A615}"/>
              </a:ext>
            </a:extLst>
          </p:cNvPr>
          <p:cNvSpPr txBox="1"/>
          <p:nvPr/>
        </p:nvSpPr>
        <p:spPr>
          <a:xfrm>
            <a:off x="124098" y="2560321"/>
            <a:ext cx="33649920" cy="12801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400" b="0" i="1" dirty="0">
                <a:solidFill>
                  <a:srgbClr val="5E5E5E"/>
                </a:solidFill>
                <a:latin typeface="NVIDIA Sans"/>
              </a:rPr>
              <a:t>Every build phase maps to a specific layer of the NVIDIA stack</a:t>
            </a:r>
          </a:p>
        </p:txBody>
      </p:sp>
    </p:spTree>
    <p:extLst>
      <p:ext uri="{BB962C8B-B14F-4D97-AF65-F5344CB8AC3E}">
        <p14:creationId xmlns:p14="http://schemas.microsoft.com/office/powerpoint/2010/main" val="26986457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itle 1">
            <a:extLst>
              <a:ext uri="{FF2B5EF4-FFF2-40B4-BE49-F238E27FC236}">
                <a16:creationId xmlns:a16="http://schemas.microsoft.com/office/drawing/2014/main" id="{09F4DD60-1B32-703D-7495-A8DBD8B77961}"/>
              </a:ext>
            </a:extLst>
          </p:cNvPr>
          <p:cNvSpPr txBox="1">
            <a:spLocks/>
          </p:cNvSpPr>
          <p:nvPr/>
        </p:nvSpPr>
        <p:spPr>
          <a:xfrm>
            <a:off x="1676298" y="6967748"/>
            <a:ext cx="19282214" cy="4937760"/>
          </a:xfrm>
          <a:prstGeom prst="rect">
            <a:avLst/>
          </a:prstGeom>
        </p:spPr>
        <p:txBody>
          <a:bodyPr/>
          <a:lstStyle>
            <a:lvl1pPr algn="ctr" defTabSz="2743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kern="1200" cap="none" baseline="0">
                <a:solidFill>
                  <a:schemeClr val="bg1"/>
                </a:solidFill>
                <a:latin typeface="NVIDIA Sans" panose="020B0503020203020204" pitchFamily="34" charset="0"/>
                <a:ea typeface="+mj-ea"/>
                <a:cs typeface="NVIDIA Sans" panose="020B0503020203020204" pitchFamily="34" charset="0"/>
              </a:defRPr>
            </a:lvl1pPr>
          </a:lstStyle>
          <a:p>
            <a:pPr algn="l"/>
            <a:r>
              <a:rPr lang="en-IN"/>
              <a:t>The Anchor Exhibit</a:t>
            </a:r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tle Only">
  <a:themeElements>
    <a:clrScheme name="Custom 15">
      <a:dk1>
        <a:srgbClr val="FFFFFF"/>
      </a:dk1>
      <a:lt1>
        <a:srgbClr val="000000"/>
      </a:lt1>
      <a:dk2>
        <a:srgbClr val="76B900"/>
      </a:dk2>
      <a:lt2>
        <a:srgbClr val="CDCDCD"/>
      </a:lt2>
      <a:accent1>
        <a:srgbClr val="008564"/>
      </a:accent1>
      <a:accent2>
        <a:srgbClr val="5D1682"/>
      </a:accent2>
      <a:accent3>
        <a:srgbClr val="890C58"/>
      </a:accent3>
      <a:accent4>
        <a:srgbClr val="5E5E5E"/>
      </a:accent4>
      <a:accent5>
        <a:srgbClr val="8C8C8C"/>
      </a:accent5>
      <a:accent6>
        <a:srgbClr val="0071C5"/>
      </a:accent6>
      <a:hlink>
        <a:srgbClr val="76B900"/>
      </a:hlink>
      <a:folHlink>
        <a:srgbClr val="76B900"/>
      </a:folHlink>
    </a:clrScheme>
    <a:fontScheme name="NVIDIA Sans">
      <a:majorFont>
        <a:latin typeface="NVIDIA Sans Medium"/>
        <a:ea typeface=""/>
        <a:cs typeface=""/>
      </a:majorFont>
      <a:minorFont>
        <a:latin typeface="NVIDIA Sans"/>
        <a:ea typeface="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lnSpc>
            <a:spcPct val="90000"/>
          </a:lnSpc>
          <a:defRPr sz="4000" dirty="0" err="1">
            <a:solidFill>
              <a:schemeClr val="tx1"/>
            </a:solidFill>
            <a:latin typeface="Trebuchet MS" panose="020B0603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5875">
          <a:solidFill>
            <a:schemeClr val="accent5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ctr">
          <a:defRPr sz="4000" dirty="0" err="1" smtClean="0">
            <a:solidFill>
              <a:schemeClr val="bg1"/>
            </a:solidFill>
            <a:latin typeface="NVIDIA Sans" panose="020B0503020203020204" pitchFamily="34" charset="0"/>
            <a:cs typeface="NVIDIA Sans" panose="020B0503020203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VIDIA_Sans_Corp_Template_LIGHT_v2_NewKV.pptx" id="{2CB1BC51-CEBF-4125-BC6C-FB23D6874A8C}" vid="{0B679A5A-A7BB-445D-B89B-5017F750351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VIDIA Sans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VIDIA Sans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145EAE5F8329F47B840B6DEBAC2F43F" ma:contentTypeVersion="15" ma:contentTypeDescription="Create a new document." ma:contentTypeScope="" ma:versionID="39d09db77ad425bdbc3d080218c7c01e">
  <xsd:schema xmlns:xsd="http://www.w3.org/2001/XMLSchema" xmlns:xs="http://www.w3.org/2001/XMLSchema" xmlns:p="http://schemas.microsoft.com/office/2006/metadata/properties" xmlns:ns1="http://schemas.microsoft.com/sharepoint/v3" xmlns:ns2="2a5b1eea-32a8-4673-8d38-de3226caeee3" xmlns:ns3="f65afe6d-7162-4df4-ae98-80745cab72d4" targetNamespace="http://schemas.microsoft.com/office/2006/metadata/properties" ma:root="true" ma:fieldsID="262224961ea4106f8e7d0f360b05b90c" ns1:_="" ns2:_="" ns3:_="">
    <xsd:import namespace="http://schemas.microsoft.com/sharepoint/v3"/>
    <xsd:import namespace="2a5b1eea-32a8-4673-8d38-de3226caeee3"/>
    <xsd:import namespace="f65afe6d-7162-4df4-ae98-80745cab72d4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Scheduling Start Date is a site column created by the Publishing feature. It is used to specify the date and time on which this page will first appear to site visitors." ma:hidden="true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Scheduling End Date is a site column created by the Publishing feature. It is used to specify the date and time on which this page will no longer appear to site visitors." ma:hidden="true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a5b1eea-32a8-4673-8d38-de3226caeee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804b2a00-2846-4002-b30b-85ebaf4c019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5afe6d-7162-4df4-ae98-80745cab72d4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a9d4e2c1-4547-4ca0-9568-b573cd0c84c4}" ma:internalName="TaxCatchAll" ma:showField="CatchAllData" ma:web="f65afe6d-7162-4df4-ae98-80745cab72d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65afe6d-7162-4df4-ae98-80745cab72d4" xsi:nil="true"/>
    <PublishingExpirationDate xmlns="http://schemas.microsoft.com/sharepoint/v3" xsi:nil="true"/>
    <PublishingStartDate xmlns="http://schemas.microsoft.com/sharepoint/v3" xsi:nil="true"/>
    <lcf76f155ced4ddcb4097134ff3c332f xmlns="2a5b1eea-32a8-4673-8d38-de3226caeee3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6B8F5C1-CC17-4575-A1B9-9EB541A76E7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2a5b1eea-32a8-4673-8d38-de3226caeee3"/>
    <ds:schemaRef ds:uri="f65afe6d-7162-4df4-ae98-80745cab72d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A4C7E1E-6C20-440E-941A-535F1A24C014}">
  <ds:schemaRefs>
    <ds:schemaRef ds:uri="http://schemas.microsoft.com/sharepoint/v3"/>
    <ds:schemaRef ds:uri="f65afe6d-7162-4df4-ae98-80745cab72d4"/>
    <ds:schemaRef ds:uri="http://purl.org/dc/dcmitype/"/>
    <ds:schemaRef ds:uri="http://purl.org/dc/terms/"/>
    <ds:schemaRef ds:uri="http://schemas.microsoft.com/office/2006/documentManagement/types"/>
    <ds:schemaRef ds:uri="http://schemas.microsoft.com/office/infopath/2007/PartnerControls"/>
    <ds:schemaRef ds:uri="2a5b1eea-32a8-4673-8d38-de3226caeee3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E65AC8C1-8675-4762-89BF-D102E51271A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1913</TotalTime>
  <Words>1575</Words>
  <Application>Microsoft Macintosh PowerPoint</Application>
  <PresentationFormat>Custom</PresentationFormat>
  <Paragraphs>256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Consolas</vt:lpstr>
      <vt:lpstr>NVIDIA Sans</vt:lpstr>
      <vt:lpstr>NVIDIA Sans Light</vt:lpstr>
      <vt:lpstr>NVIDIA Sans Medium</vt:lpstr>
      <vt:lpstr>Roboto Mono</vt:lpstr>
      <vt:lpstr>Title Only</vt:lpstr>
      <vt:lpstr>The Anchor Exhibit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Laura Spillman</dc:creator>
  <cp:lastModifiedBy>Swaminathan B S</cp:lastModifiedBy>
  <cp:revision>16</cp:revision>
  <dcterms:created xsi:type="dcterms:W3CDTF">2023-07-05T16:37:04Z</dcterms:created>
  <dcterms:modified xsi:type="dcterms:W3CDTF">2026-06-01T11:56:11Z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0x010100A145EAE5F8329F47B840B6DEBAC2F43F</vt:lpwstr>
  </property>
  <property fmtid="{D5CDD505-2E9C-101B-9397-08002B2CF9AE}" pid="3" name="MediaServiceImageTags">
    <vt:lpwstr/>
  </property>
</Properties>
</file>